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4"/>
    <p:sldMasterId id="2147483986" r:id="rId5"/>
    <p:sldMasterId id="2147483999" r:id="rId6"/>
    <p:sldMasterId id="2147484005" r:id="rId7"/>
    <p:sldMasterId id="2147483993" r:id="rId8"/>
  </p:sldMasterIdLst>
  <p:notesMasterIdLst>
    <p:notesMasterId r:id="rId22"/>
  </p:notesMasterIdLst>
  <p:handoutMasterIdLst>
    <p:handoutMasterId r:id="rId23"/>
  </p:handoutMasterIdLst>
  <p:sldIdLst>
    <p:sldId id="276" r:id="rId9"/>
    <p:sldId id="495" r:id="rId10"/>
    <p:sldId id="498" r:id="rId11"/>
    <p:sldId id="499" r:id="rId12"/>
    <p:sldId id="506" r:id="rId13"/>
    <p:sldId id="497" r:id="rId14"/>
    <p:sldId id="500" r:id="rId15"/>
    <p:sldId id="496" r:id="rId16"/>
    <p:sldId id="501" r:id="rId17"/>
    <p:sldId id="502" r:id="rId18"/>
    <p:sldId id="503" r:id="rId19"/>
    <p:sldId id="504" r:id="rId20"/>
    <p:sldId id="50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4221">
          <p15:clr>
            <a:srgbClr val="A4A3A4"/>
          </p15:clr>
        </p15:guide>
        <p15:guide id="4" orient="horz" pos="1718">
          <p15:clr>
            <a:srgbClr val="A4A3A4"/>
          </p15:clr>
        </p15:guide>
        <p15:guide id="5" orient="horz" pos="2572">
          <p15:clr>
            <a:srgbClr val="A4A3A4"/>
          </p15:clr>
        </p15:guide>
        <p15:guide id="6" pos="864">
          <p15:clr>
            <a:srgbClr val="A4A3A4"/>
          </p15:clr>
        </p15:guide>
        <p15:guide id="7" pos="5152">
          <p15:clr>
            <a:srgbClr val="A4A3A4"/>
          </p15:clr>
        </p15:guide>
        <p15:guide id="8" pos="1206">
          <p15:clr>
            <a:srgbClr val="A4A3A4"/>
          </p15:clr>
        </p15:guide>
        <p15:guide id="9" pos="26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595959"/>
    <a:srgbClr val="ED1C24"/>
    <a:srgbClr val="36076D"/>
    <a:srgbClr val="9E1F60"/>
    <a:srgbClr val="F7941E"/>
    <a:srgbClr val="E5C81F"/>
    <a:srgbClr val="662C91"/>
    <a:srgbClr val="00284D"/>
    <a:srgbClr val="1071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86" autoAdjust="0"/>
    <p:restoredTop sz="90569" autoAdjust="0"/>
  </p:normalViewPr>
  <p:slideViewPr>
    <p:cSldViewPr snapToGrid="0" snapToObjects="1">
      <p:cViewPr varScale="1">
        <p:scale>
          <a:sx n="63" d="100"/>
          <a:sy n="63" d="100"/>
        </p:scale>
        <p:origin x="676" y="72"/>
      </p:cViewPr>
      <p:guideLst>
        <p:guide orient="horz" pos="2160"/>
        <p:guide pos="3840"/>
        <p:guide orient="horz" pos="4221"/>
        <p:guide orient="horz" pos="1718"/>
        <p:guide orient="horz" pos="2572"/>
        <p:guide pos="864"/>
        <p:guide pos="5152"/>
        <p:guide pos="1206"/>
        <p:guide pos="2672"/>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378"/>
    </p:cViewPr>
  </p:sorterViewPr>
  <p:notesViewPr>
    <p:cSldViewPr snapToGrid="0" snapToObjects="1">
      <p:cViewPr varScale="1">
        <p:scale>
          <a:sx n="57" d="100"/>
          <a:sy n="57" d="100"/>
        </p:scale>
        <p:origin x="-277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handoutMaster" Target="handoutMasters/handoutMaster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4DA4E2-49E6-40F8-BBDF-6B57C7204F67}" type="datetimeFigureOut">
              <a:rPr lang="en-US" smtClean="0"/>
              <a:t>1/1/2024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3F14911-C161-4A67-A711-8FF8F53686E8}" type="slidenum">
              <a:rPr lang="en-US" smtClean="0"/>
              <a:t>‹#›</a:t>
            </a:fld>
            <a:endParaRPr lang="en-US" dirty="0"/>
          </a:p>
        </p:txBody>
      </p:sp>
    </p:spTree>
    <p:extLst>
      <p:ext uri="{BB962C8B-B14F-4D97-AF65-F5344CB8AC3E}">
        <p14:creationId xmlns:p14="http://schemas.microsoft.com/office/powerpoint/2010/main" val="41421692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16B6DE-3CBF-4690-AA6B-05112A4CA5BC}" type="datetimeFigureOut">
              <a:rPr lang="en-US" smtClean="0"/>
              <a:t>1/1/2024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39C88F-990A-4601-9C8D-BC1A34DEDEF9}" type="slidenum">
              <a:rPr lang="en-US" smtClean="0"/>
              <a:t>‹#›</a:t>
            </a:fld>
            <a:endParaRPr lang="en-US" dirty="0"/>
          </a:p>
        </p:txBody>
      </p:sp>
    </p:spTree>
    <p:extLst>
      <p:ext uri="{BB962C8B-B14F-4D97-AF65-F5344CB8AC3E}">
        <p14:creationId xmlns:p14="http://schemas.microsoft.com/office/powerpoint/2010/main" val="3880737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80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ver Slide">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4183777" y="2761866"/>
            <a:ext cx="7163169" cy="409379"/>
          </a:xfrm>
          <a:prstGeom prst="rect">
            <a:avLst/>
          </a:prstGeom>
        </p:spPr>
        <p:txBody>
          <a:bodyPr anchor="t"/>
          <a:lstStyle>
            <a:lvl1pPr marL="0" indent="0" algn="l" defTabSz="914400" rtl="0" eaLnBrk="1" latinLnBrk="0" hangingPunct="1">
              <a:lnSpc>
                <a:spcPct val="90000"/>
              </a:lnSpc>
              <a:spcBef>
                <a:spcPct val="0"/>
              </a:spcBef>
              <a:buNone/>
              <a:defRPr lang="en-US" sz="3600" b="1" kern="1200" cap="none" baseline="0" dirty="0">
                <a:solidFill>
                  <a:schemeClr val="tx1"/>
                </a:solidFill>
                <a:latin typeface="Roboto" charset="0"/>
                <a:ea typeface="Roboto" charset="0"/>
                <a:cs typeface="Roboto" charset="0"/>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Presentation Title</a:t>
            </a:r>
          </a:p>
        </p:txBody>
      </p:sp>
      <p:sp>
        <p:nvSpPr>
          <p:cNvPr id="13" name="Text Placeholder 3"/>
          <p:cNvSpPr>
            <a:spLocks noGrp="1"/>
          </p:cNvSpPr>
          <p:nvPr>
            <p:ph type="body" sz="quarter" idx="13" hasCustomPrompt="1"/>
          </p:nvPr>
        </p:nvSpPr>
        <p:spPr>
          <a:xfrm>
            <a:off x="4183776" y="3998285"/>
            <a:ext cx="7163169" cy="411480"/>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lang="en-US" sz="1400" b="0" kern="1200" baseline="0" dirty="0" smtClean="0">
                <a:solidFill>
                  <a:schemeClr val="tx1"/>
                </a:solidFill>
                <a:latin typeface="Roboto" pitchFamily="2" charset="0"/>
                <a:ea typeface="Roboto" pitchFamily="2" charset="0"/>
                <a:cs typeface="+mn-cs"/>
              </a:defRPr>
            </a:lvl1pPr>
            <a:lvl2pPr marL="0" indent="0" algn="l" defTabSz="914400" rtl="0" eaLnBrk="1" latinLnBrk="0" hangingPunct="1">
              <a:lnSpc>
                <a:spcPct val="90000"/>
              </a:lnSpc>
              <a:spcBef>
                <a:spcPts val="1000"/>
              </a:spcBef>
              <a:buFont typeface="Arial" panose="020B0604020202020204" pitchFamily="34" charset="0"/>
              <a:buNone/>
              <a:defRPr lang="en-US" sz="3700" kern="1200" dirty="0" smtClean="0">
                <a:solidFill>
                  <a:schemeClr val="bg1">
                    <a:lumMod val="85000"/>
                  </a:schemeClr>
                </a:solidFill>
                <a:latin typeface="Roboto" pitchFamily="2" charset="0"/>
                <a:ea typeface="Roboto" pitchFamily="2" charset="0"/>
                <a:cs typeface="+mn-cs"/>
              </a:defRPr>
            </a:lvl2pPr>
            <a:lvl3pPr marL="0" indent="0" algn="l" defTabSz="914400" rtl="0" eaLnBrk="1" latinLnBrk="0" hangingPunct="1">
              <a:lnSpc>
                <a:spcPct val="90000"/>
              </a:lnSpc>
              <a:spcBef>
                <a:spcPts val="1000"/>
              </a:spcBef>
              <a:buFont typeface="Arial" panose="020B0604020202020204" pitchFamily="34" charset="0"/>
              <a:buNone/>
              <a:defRPr lang="en-US" sz="3700" kern="1200" dirty="0" smtClean="0">
                <a:solidFill>
                  <a:schemeClr val="bg1">
                    <a:lumMod val="85000"/>
                  </a:schemeClr>
                </a:solidFill>
                <a:latin typeface="Roboto" pitchFamily="2" charset="0"/>
                <a:ea typeface="Roboto" pitchFamily="2" charset="0"/>
                <a:cs typeface="+mn-cs"/>
              </a:defRPr>
            </a:lvl3pPr>
            <a:lvl4pPr marL="0" indent="0" algn="l" defTabSz="914400" rtl="0" eaLnBrk="1" latinLnBrk="0" hangingPunct="1">
              <a:lnSpc>
                <a:spcPct val="90000"/>
              </a:lnSpc>
              <a:spcBef>
                <a:spcPts val="1000"/>
              </a:spcBef>
              <a:buFont typeface="Arial" panose="020B0604020202020204" pitchFamily="34" charset="0"/>
              <a:buNone/>
              <a:defRPr lang="en-US" sz="3700" kern="1200" dirty="0" smtClean="0">
                <a:solidFill>
                  <a:schemeClr val="bg1">
                    <a:lumMod val="85000"/>
                  </a:schemeClr>
                </a:solidFill>
                <a:latin typeface="Roboto" pitchFamily="2" charset="0"/>
                <a:ea typeface="Roboto" pitchFamily="2" charset="0"/>
                <a:cs typeface="+mn-cs"/>
              </a:defRPr>
            </a:lvl4pPr>
            <a:lvl5pPr marL="0" indent="0" algn="l" defTabSz="914400" rtl="0" eaLnBrk="1" latinLnBrk="0" hangingPunct="1">
              <a:lnSpc>
                <a:spcPct val="90000"/>
              </a:lnSpc>
              <a:spcBef>
                <a:spcPts val="1000"/>
              </a:spcBef>
              <a:buFont typeface="Arial" panose="020B0604020202020204" pitchFamily="34" charset="0"/>
              <a:buNone/>
              <a:defRPr lang="en-US" sz="3700" kern="1200" dirty="0">
                <a:solidFill>
                  <a:schemeClr val="bg1">
                    <a:lumMod val="85000"/>
                  </a:schemeClr>
                </a:solidFill>
                <a:latin typeface="Roboto" pitchFamily="2" charset="0"/>
                <a:ea typeface="Roboto" pitchFamily="2" charset="0"/>
                <a:cs typeface="+mn-cs"/>
              </a:defRPr>
            </a:lvl5pPr>
          </a:lstStyle>
          <a:p>
            <a:pPr lvl="0"/>
            <a:r>
              <a:rPr lang="en-US" dirty="0"/>
              <a:t>MM.DD.YYYY</a:t>
            </a:r>
          </a:p>
        </p:txBody>
      </p:sp>
      <p:sp>
        <p:nvSpPr>
          <p:cNvPr id="7" name="Rectangle 6">
            <a:extLst>
              <a:ext uri="{FF2B5EF4-FFF2-40B4-BE49-F238E27FC236}">
                <a16:creationId xmlns:a16="http://schemas.microsoft.com/office/drawing/2014/main" id="{82B8695B-6655-774B-AF3F-5CE009B7B4D3}"/>
              </a:ext>
            </a:extLst>
          </p:cNvPr>
          <p:cNvSpPr/>
          <p:nvPr userDrawn="1"/>
        </p:nvSpPr>
        <p:spPr>
          <a:xfrm>
            <a:off x="-1" y="0"/>
            <a:ext cx="2468283" cy="6858000"/>
          </a:xfrm>
          <a:prstGeom prst="rect">
            <a:avLst/>
          </a:prstGeom>
          <a:gradFill>
            <a:gsLst>
              <a:gs pos="79000">
                <a:schemeClr val="accent1"/>
              </a:gs>
              <a:gs pos="50000">
                <a:schemeClr val="accent2"/>
              </a:gs>
              <a:gs pos="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B4575DAE-CD72-AE49-B8D0-AC96888CE090}"/>
              </a:ext>
            </a:extLst>
          </p:cNvPr>
          <p:cNvGrpSpPr/>
          <p:nvPr userDrawn="1"/>
        </p:nvGrpSpPr>
        <p:grpSpPr>
          <a:xfrm flipV="1">
            <a:off x="3976125" y="2497732"/>
            <a:ext cx="6790770" cy="27432"/>
            <a:chOff x="563174" y="1011290"/>
            <a:chExt cx="6499963" cy="169705"/>
          </a:xfrm>
        </p:grpSpPr>
        <p:sp>
          <p:nvSpPr>
            <p:cNvPr id="9" name="Rectangle 8">
              <a:extLst>
                <a:ext uri="{FF2B5EF4-FFF2-40B4-BE49-F238E27FC236}">
                  <a16:creationId xmlns:a16="http://schemas.microsoft.com/office/drawing/2014/main" id="{9DFD1560-904E-134F-85B4-E42B49EC9682}"/>
                </a:ext>
              </a:extLst>
            </p:cNvPr>
            <p:cNvSpPr/>
            <p:nvPr/>
          </p:nvSpPr>
          <p:spPr>
            <a:xfrm>
              <a:off x="563174" y="1011290"/>
              <a:ext cx="557117" cy="1697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4BD0DC1E-CA34-FA4C-9F35-21CDFDA2A320}"/>
                </a:ext>
              </a:extLst>
            </p:cNvPr>
            <p:cNvSpPr/>
            <p:nvPr/>
          </p:nvSpPr>
          <p:spPr>
            <a:xfrm>
              <a:off x="1103433" y="1011290"/>
              <a:ext cx="557117" cy="169705"/>
            </a:xfrm>
            <a:prstGeom prst="rect">
              <a:avLst/>
            </a:prstGeom>
            <a:solidFill>
              <a:srgbClr val="662C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FD7460C-B6EC-D242-9DBF-F123648915F5}"/>
                </a:ext>
              </a:extLst>
            </p:cNvPr>
            <p:cNvSpPr/>
            <p:nvPr/>
          </p:nvSpPr>
          <p:spPr>
            <a:xfrm>
              <a:off x="3264469" y="1011290"/>
              <a:ext cx="557117" cy="169705"/>
            </a:xfrm>
            <a:prstGeom prst="rect">
              <a:avLst/>
            </a:prstGeom>
            <a:solidFill>
              <a:srgbClr val="F79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76CD972-AB65-794A-899B-F0DB070FA902}"/>
                </a:ext>
              </a:extLst>
            </p:cNvPr>
            <p:cNvSpPr/>
            <p:nvPr/>
          </p:nvSpPr>
          <p:spPr>
            <a:xfrm>
              <a:off x="5425505" y="1011290"/>
              <a:ext cx="557117" cy="1697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84F03A3-039B-164F-AC4B-BABFA80652F6}"/>
                </a:ext>
              </a:extLst>
            </p:cNvPr>
            <p:cNvSpPr/>
            <p:nvPr/>
          </p:nvSpPr>
          <p:spPr>
            <a:xfrm>
              <a:off x="5965764" y="1011290"/>
              <a:ext cx="557117" cy="16970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93CB4A6-589A-EC45-B2FF-202E832D7724}"/>
                </a:ext>
              </a:extLst>
            </p:cNvPr>
            <p:cNvSpPr/>
            <p:nvPr/>
          </p:nvSpPr>
          <p:spPr>
            <a:xfrm>
              <a:off x="1643692" y="1011290"/>
              <a:ext cx="557117" cy="1697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AD133FD6-0662-7A42-9BD9-F0CD65AE6C6B}"/>
                </a:ext>
              </a:extLst>
            </p:cNvPr>
            <p:cNvSpPr/>
            <p:nvPr/>
          </p:nvSpPr>
          <p:spPr>
            <a:xfrm>
              <a:off x="2183951" y="1011290"/>
              <a:ext cx="557117" cy="1697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E939D01F-920D-8946-9401-061771E16ADB}"/>
                </a:ext>
              </a:extLst>
            </p:cNvPr>
            <p:cNvSpPr/>
            <p:nvPr/>
          </p:nvSpPr>
          <p:spPr>
            <a:xfrm>
              <a:off x="2724210" y="1011290"/>
              <a:ext cx="557117" cy="169705"/>
            </a:xfrm>
            <a:prstGeom prst="rect">
              <a:avLst/>
            </a:prstGeom>
            <a:solidFill>
              <a:srgbClr val="E5C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D75D268-A225-2942-8CC9-3E3BBA60DC9A}"/>
                </a:ext>
              </a:extLst>
            </p:cNvPr>
            <p:cNvSpPr/>
            <p:nvPr/>
          </p:nvSpPr>
          <p:spPr>
            <a:xfrm>
              <a:off x="3804728" y="1011290"/>
              <a:ext cx="557117" cy="169705"/>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1C6D40E-1C0B-E641-B65F-B79BB9642A6C}"/>
                </a:ext>
              </a:extLst>
            </p:cNvPr>
            <p:cNvSpPr/>
            <p:nvPr/>
          </p:nvSpPr>
          <p:spPr>
            <a:xfrm>
              <a:off x="4344987" y="1011290"/>
              <a:ext cx="557117" cy="169705"/>
            </a:xfrm>
            <a:prstGeom prst="rect">
              <a:avLst/>
            </a:prstGeom>
            <a:solidFill>
              <a:srgbClr val="9E1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CBB0D71B-CAA6-7841-9CDF-4716578CC29C}"/>
                </a:ext>
              </a:extLst>
            </p:cNvPr>
            <p:cNvSpPr/>
            <p:nvPr/>
          </p:nvSpPr>
          <p:spPr>
            <a:xfrm>
              <a:off x="4885246" y="1011290"/>
              <a:ext cx="557117" cy="169705"/>
            </a:xfrm>
            <a:prstGeom prst="rect">
              <a:avLst/>
            </a:prstGeom>
            <a:solidFill>
              <a:srgbClr val="360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5534D566-50BD-0F4B-897B-FDFCAE53EAAC}"/>
                </a:ext>
              </a:extLst>
            </p:cNvPr>
            <p:cNvSpPr/>
            <p:nvPr/>
          </p:nvSpPr>
          <p:spPr>
            <a:xfrm>
              <a:off x="6506020" y="1011290"/>
              <a:ext cx="557117" cy="1697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a:extLst>
              <a:ext uri="{FF2B5EF4-FFF2-40B4-BE49-F238E27FC236}">
                <a16:creationId xmlns:a16="http://schemas.microsoft.com/office/drawing/2014/main" id="{DB689F7D-FED3-854F-B254-A6D087BA386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7384" y="1592748"/>
            <a:ext cx="4364182" cy="844680"/>
          </a:xfrm>
          <a:prstGeom prst="rect">
            <a:avLst/>
          </a:prstGeom>
        </p:spPr>
      </p:pic>
      <p:pic>
        <p:nvPicPr>
          <p:cNvPr id="5" name="Picture 4">
            <a:extLst>
              <a:ext uri="{FF2B5EF4-FFF2-40B4-BE49-F238E27FC236}">
                <a16:creationId xmlns:a16="http://schemas.microsoft.com/office/drawing/2014/main" id="{01DCE129-E681-7B45-A8A5-0997F46CFD5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64470" y="6063342"/>
            <a:ext cx="539338" cy="539338"/>
          </a:xfrm>
          <a:prstGeom prst="rect">
            <a:avLst/>
          </a:prstGeom>
        </p:spPr>
      </p:pic>
    </p:spTree>
    <p:extLst>
      <p:ext uri="{BB962C8B-B14F-4D97-AF65-F5344CB8AC3E}">
        <p14:creationId xmlns:p14="http://schemas.microsoft.com/office/powerpoint/2010/main" val="2689364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asic Section Break - White">
    <p:spTree>
      <p:nvGrpSpPr>
        <p:cNvPr id="1" name=""/>
        <p:cNvGrpSpPr/>
        <p:nvPr/>
      </p:nvGrpSpPr>
      <p:grpSpPr>
        <a:xfrm>
          <a:off x="0" y="0"/>
          <a:ext cx="0" cy="0"/>
          <a:chOff x="0" y="0"/>
          <a:chExt cx="0" cy="0"/>
        </a:xfrm>
      </p:grpSpPr>
      <p:pic>
        <p:nvPicPr>
          <p:cNvPr id="6" name="Picture 5" descr="GX.png"/>
          <p:cNvPicPr>
            <a:picLocks noChangeAspect="1"/>
          </p:cNvPicPr>
          <p:nvPr userDrawn="1"/>
        </p:nvPicPr>
        <p:blipFill rotWithShape="1">
          <a:blip r:embed="rId2" cstate="screen">
            <a:alphaModFix amt="10000"/>
            <a:biLevel thresh="75000"/>
            <a:extLst>
              <a:ext uri="{28A0092B-C50C-407E-A947-70E740481C1C}">
                <a14:useLocalDpi xmlns:a14="http://schemas.microsoft.com/office/drawing/2010/main"/>
              </a:ext>
            </a:extLst>
          </a:blip>
          <a:srcRect r="9607" b="11661"/>
          <a:stretch/>
        </p:blipFill>
        <p:spPr>
          <a:xfrm>
            <a:off x="5868724" y="678426"/>
            <a:ext cx="6323275" cy="6179574"/>
          </a:xfrm>
          <a:prstGeom prst="rect">
            <a:avLst/>
          </a:prstGeom>
        </p:spPr>
      </p:pic>
      <p:sp>
        <p:nvSpPr>
          <p:cNvPr id="8" name="Text Placeholder 7"/>
          <p:cNvSpPr>
            <a:spLocks noGrp="1"/>
          </p:cNvSpPr>
          <p:nvPr>
            <p:ph type="body" sz="quarter" idx="10" hasCustomPrompt="1"/>
          </p:nvPr>
        </p:nvSpPr>
        <p:spPr>
          <a:xfrm>
            <a:off x="637742" y="4133851"/>
            <a:ext cx="940169" cy="663618"/>
          </a:xfrm>
          <a:prstGeom prst="rect">
            <a:avLst/>
          </a:prstGeom>
        </p:spPr>
        <p:txBody>
          <a:bodyPr/>
          <a:lstStyle>
            <a:lvl1pPr marL="0" indent="0" algn="r" defTabSz="914400" rtl="0" eaLnBrk="1" latinLnBrk="0" hangingPunct="1">
              <a:lnSpc>
                <a:spcPct val="90000"/>
              </a:lnSpc>
              <a:spcBef>
                <a:spcPts val="1000"/>
              </a:spcBef>
              <a:buFont typeface="Arial" panose="020B0604020202020204" pitchFamily="34" charset="0"/>
              <a:buNone/>
              <a:defRPr lang="en-US" sz="4000" b="1" kern="1200" dirty="0">
                <a:solidFill>
                  <a:srgbClr val="58585B"/>
                </a:solidFill>
                <a:latin typeface="+mj-lt"/>
                <a:ea typeface="+mn-ea"/>
                <a:cs typeface="Arial" panose="020B0604020202020204" pitchFamily="34" charset="0"/>
              </a:defRPr>
            </a:lvl1pPr>
            <a:lvl5pPr>
              <a:defRPr/>
            </a:lvl5pPr>
          </a:lstStyle>
          <a:p>
            <a:pPr lvl="0"/>
            <a:r>
              <a:rPr lang="en-US" dirty="0"/>
              <a:t>01</a:t>
            </a:r>
          </a:p>
        </p:txBody>
      </p:sp>
      <p:sp>
        <p:nvSpPr>
          <p:cNvPr id="11" name="Text Placeholder 9"/>
          <p:cNvSpPr>
            <a:spLocks noGrp="1"/>
          </p:cNvSpPr>
          <p:nvPr>
            <p:ph type="body" sz="quarter" idx="11" hasCustomPrompt="1"/>
          </p:nvPr>
        </p:nvSpPr>
        <p:spPr>
          <a:xfrm>
            <a:off x="1577911" y="3857821"/>
            <a:ext cx="10058769" cy="2993916"/>
          </a:xfrm>
          <a:prstGeom prst="rect">
            <a:avLst/>
          </a:prstGeom>
        </p:spPr>
        <p:txBody>
          <a:bodyPr/>
          <a:lstStyle>
            <a:lvl1pPr marL="0" indent="0" algn="l" defTabSz="914400" rtl="0" eaLnBrk="1" latinLnBrk="0" hangingPunct="1">
              <a:lnSpc>
                <a:spcPct val="90000"/>
              </a:lnSpc>
              <a:spcBef>
                <a:spcPct val="0"/>
              </a:spcBef>
              <a:buNone/>
              <a:defRPr lang="en-US" sz="6600" b="1" kern="1200" cap="all" baseline="0" dirty="0">
                <a:solidFill>
                  <a:srgbClr val="58585B"/>
                </a:solidFill>
                <a:latin typeface="+mj-lt"/>
                <a:ea typeface="+mj-ea"/>
                <a:cs typeface="Arial" panose="020B0604020202020204" pitchFamily="34" charset="0"/>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SECTION TITLE</a:t>
            </a:r>
          </a:p>
        </p:txBody>
      </p:sp>
      <p:sp>
        <p:nvSpPr>
          <p:cNvPr id="12" name="Text Placeholder 3"/>
          <p:cNvSpPr>
            <a:spLocks noGrp="1"/>
          </p:cNvSpPr>
          <p:nvPr>
            <p:ph type="body" sz="quarter" idx="12" hasCustomPrompt="1"/>
          </p:nvPr>
        </p:nvSpPr>
        <p:spPr>
          <a:xfrm>
            <a:off x="1577910" y="4797469"/>
            <a:ext cx="10058769" cy="2060531"/>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3600" kern="1200" baseline="0" dirty="0" smtClean="0">
                <a:solidFill>
                  <a:schemeClr val="bg1">
                    <a:lumMod val="50000"/>
                  </a:schemeClr>
                </a:solidFill>
                <a:latin typeface="Roboto" pitchFamily="2" charset="0"/>
                <a:ea typeface="Roboto" pitchFamily="2" charset="0"/>
                <a:cs typeface="+mn-cs"/>
              </a:defRPr>
            </a:lvl1pPr>
            <a:lvl2pPr marL="0" indent="0" algn="l" defTabSz="914400" rtl="0" eaLnBrk="1" latinLnBrk="0" hangingPunct="1">
              <a:lnSpc>
                <a:spcPct val="90000"/>
              </a:lnSpc>
              <a:spcBef>
                <a:spcPts val="1000"/>
              </a:spcBef>
              <a:buFont typeface="Arial" panose="020B0604020202020204" pitchFamily="34" charset="0"/>
              <a:buNone/>
              <a:defRPr lang="en-US" sz="3700" kern="1200" dirty="0" smtClean="0">
                <a:solidFill>
                  <a:schemeClr val="bg1">
                    <a:lumMod val="85000"/>
                  </a:schemeClr>
                </a:solidFill>
                <a:latin typeface="Roboto" pitchFamily="2" charset="0"/>
                <a:ea typeface="Roboto" pitchFamily="2" charset="0"/>
                <a:cs typeface="+mn-cs"/>
              </a:defRPr>
            </a:lvl2pPr>
            <a:lvl3pPr marL="0" indent="0" algn="l" defTabSz="914400" rtl="0" eaLnBrk="1" latinLnBrk="0" hangingPunct="1">
              <a:lnSpc>
                <a:spcPct val="90000"/>
              </a:lnSpc>
              <a:spcBef>
                <a:spcPts val="1000"/>
              </a:spcBef>
              <a:buFont typeface="Arial" panose="020B0604020202020204" pitchFamily="34" charset="0"/>
              <a:buNone/>
              <a:defRPr lang="en-US" sz="3700" kern="1200" dirty="0" smtClean="0">
                <a:solidFill>
                  <a:schemeClr val="bg1">
                    <a:lumMod val="85000"/>
                  </a:schemeClr>
                </a:solidFill>
                <a:latin typeface="Roboto" pitchFamily="2" charset="0"/>
                <a:ea typeface="Roboto" pitchFamily="2" charset="0"/>
                <a:cs typeface="+mn-cs"/>
              </a:defRPr>
            </a:lvl3pPr>
            <a:lvl4pPr marL="0" indent="0" algn="l" defTabSz="914400" rtl="0" eaLnBrk="1" latinLnBrk="0" hangingPunct="1">
              <a:lnSpc>
                <a:spcPct val="90000"/>
              </a:lnSpc>
              <a:spcBef>
                <a:spcPts val="1000"/>
              </a:spcBef>
              <a:buFont typeface="Arial" panose="020B0604020202020204" pitchFamily="34" charset="0"/>
              <a:buNone/>
              <a:defRPr lang="en-US" sz="3700" kern="1200" dirty="0" smtClean="0">
                <a:solidFill>
                  <a:schemeClr val="bg1">
                    <a:lumMod val="85000"/>
                  </a:schemeClr>
                </a:solidFill>
                <a:latin typeface="Roboto" pitchFamily="2" charset="0"/>
                <a:ea typeface="Roboto" pitchFamily="2" charset="0"/>
                <a:cs typeface="+mn-cs"/>
              </a:defRPr>
            </a:lvl4pPr>
            <a:lvl5pPr marL="0" indent="0" algn="l" defTabSz="914400" rtl="0" eaLnBrk="1" latinLnBrk="0" hangingPunct="1">
              <a:lnSpc>
                <a:spcPct val="90000"/>
              </a:lnSpc>
              <a:spcBef>
                <a:spcPts val="1000"/>
              </a:spcBef>
              <a:buFont typeface="Arial" panose="020B0604020202020204" pitchFamily="34" charset="0"/>
              <a:buNone/>
              <a:defRPr lang="en-US" sz="3700" kern="1200" dirty="0">
                <a:solidFill>
                  <a:schemeClr val="bg1">
                    <a:lumMod val="85000"/>
                  </a:schemeClr>
                </a:solidFill>
                <a:latin typeface="Roboto" pitchFamily="2" charset="0"/>
                <a:ea typeface="Roboto" pitchFamily="2" charset="0"/>
                <a:cs typeface="+mn-cs"/>
              </a:defRPr>
            </a:lvl5pPr>
          </a:lstStyle>
          <a:p>
            <a:pPr lvl="0"/>
            <a:r>
              <a:rPr lang="en-US" dirty="0"/>
              <a:t>[subtext if necessary]</a:t>
            </a:r>
          </a:p>
        </p:txBody>
      </p:sp>
    </p:spTree>
    <p:extLst>
      <p:ext uri="{BB962C8B-B14F-4D97-AF65-F5344CB8AC3E}">
        <p14:creationId xmlns:p14="http://schemas.microsoft.com/office/powerpoint/2010/main" val="1732196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x Grey Footer - 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071254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x Grey Footer - Titl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777239"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rgbClr val="58585B"/>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Tree>
    <p:extLst>
      <p:ext uri="{BB962C8B-B14F-4D97-AF65-F5344CB8AC3E}">
        <p14:creationId xmlns:p14="http://schemas.microsoft.com/office/powerpoint/2010/main" val="243783831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x Grey Footer - Title &amp; Content">
    <p:bg>
      <p:bgRef idx="1001">
        <a:schemeClr val="bg1"/>
      </p:bgRef>
    </p:bg>
    <p:spTree>
      <p:nvGrpSpPr>
        <p:cNvPr id="1" name=""/>
        <p:cNvGrpSpPr/>
        <p:nvPr/>
      </p:nvGrpSpPr>
      <p:grpSpPr>
        <a:xfrm>
          <a:off x="0" y="0"/>
          <a:ext cx="0" cy="0"/>
          <a:chOff x="0" y="0"/>
          <a:chExt cx="0" cy="0"/>
        </a:xfrm>
      </p:grpSpPr>
      <p:sp>
        <p:nvSpPr>
          <p:cNvPr id="6" name="Content Placeholder 4"/>
          <p:cNvSpPr>
            <a:spLocks noGrp="1"/>
          </p:cNvSpPr>
          <p:nvPr>
            <p:ph sz="quarter" idx="13" hasCustomPrompt="1"/>
          </p:nvPr>
        </p:nvSpPr>
        <p:spPr>
          <a:xfrm>
            <a:off x="777240" y="1004552"/>
            <a:ext cx="10634472" cy="4939048"/>
          </a:xfrm>
          <a:prstGeom prst="rect">
            <a:avLst/>
          </a:prstGeom>
        </p:spPr>
        <p:txBody>
          <a:bodyPr/>
          <a:lstStyle>
            <a:lvl1pPr marL="0" indent="0">
              <a:spcBef>
                <a:spcPts val="600"/>
              </a:spcBef>
              <a:buNone/>
              <a:defRPr sz="1800">
                <a:solidFill>
                  <a:schemeClr val="bg1">
                    <a:lumMod val="50000"/>
                  </a:schemeClr>
                </a:solidFill>
                <a:latin typeface="Roboto" pitchFamily="2" charset="0"/>
                <a:ea typeface="Roboto" pitchFamily="2" charset="0"/>
              </a:defRPr>
            </a:lvl1pPr>
            <a:lvl2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2pPr>
            <a:lvl3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3pPr>
            <a:lvl4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4pPr>
            <a:lvl5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p:cNvSpPr>
            <a:spLocks noGrp="1"/>
          </p:cNvSpPr>
          <p:nvPr>
            <p:ph type="title" hasCustomPrompt="1"/>
          </p:nvPr>
        </p:nvSpPr>
        <p:spPr>
          <a:xfrm>
            <a:off x="777240"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chemeClr val="tx1"/>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Tree>
    <p:extLst>
      <p:ext uri="{BB962C8B-B14F-4D97-AF65-F5344CB8AC3E}">
        <p14:creationId xmlns:p14="http://schemas.microsoft.com/office/powerpoint/2010/main" val="2640145677"/>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x Grey Footer - Double Title &amp; Content">
    <p:spTree>
      <p:nvGrpSpPr>
        <p:cNvPr id="1" name=""/>
        <p:cNvGrpSpPr/>
        <p:nvPr/>
      </p:nvGrpSpPr>
      <p:grpSpPr>
        <a:xfrm>
          <a:off x="0" y="0"/>
          <a:ext cx="0" cy="0"/>
          <a:chOff x="0" y="0"/>
          <a:chExt cx="0" cy="0"/>
        </a:xfrm>
      </p:grpSpPr>
      <p:sp>
        <p:nvSpPr>
          <p:cNvPr id="7" name="Text Placeholder 3"/>
          <p:cNvSpPr>
            <a:spLocks noGrp="1"/>
          </p:cNvSpPr>
          <p:nvPr>
            <p:ph type="body" sz="quarter" idx="14" hasCustomPrompt="1"/>
          </p:nvPr>
        </p:nvSpPr>
        <p:spPr>
          <a:xfrm>
            <a:off x="777240" y="742950"/>
            <a:ext cx="10634472" cy="400050"/>
          </a:xfrm>
          <a:prstGeom prst="rect">
            <a:avLst/>
          </a:prstGeom>
        </p:spPr>
        <p:txBody>
          <a:bodyPr tIns="0" bIns="0"/>
          <a:lstStyle>
            <a:lvl1pPr marL="0" indent="0">
              <a:buNone/>
              <a:defRPr lang="en-US" sz="1800" b="0" kern="1200" dirty="0">
                <a:solidFill>
                  <a:schemeClr val="bg1">
                    <a:lumMod val="50000"/>
                  </a:schemeClr>
                </a:solidFill>
                <a:latin typeface="Roboto" pitchFamily="2" charset="0"/>
                <a:ea typeface="Roboto" pitchFamily="2" charset="0"/>
                <a:cs typeface="+mj-cs"/>
              </a:defRPr>
            </a:lvl1pPr>
            <a:lvl2pPr marL="457200" indent="0">
              <a:buNone/>
              <a:defRPr lang="en-US" sz="2800" kern="1200" dirty="0" smtClean="0">
                <a:solidFill>
                  <a:schemeClr val="bg1"/>
                </a:solidFill>
                <a:latin typeface="+mj-lt"/>
                <a:ea typeface="+mj-ea"/>
                <a:cs typeface="+mj-cs"/>
              </a:defRPr>
            </a:lvl2pPr>
            <a:lvl3pPr marL="914400" indent="0">
              <a:buNone/>
              <a:defRPr lang="en-US" sz="2800" kern="1200" dirty="0" smtClean="0">
                <a:solidFill>
                  <a:schemeClr val="bg1"/>
                </a:solidFill>
                <a:latin typeface="+mj-lt"/>
                <a:ea typeface="+mj-ea"/>
                <a:cs typeface="+mj-cs"/>
              </a:defRPr>
            </a:lvl3pPr>
            <a:lvl4pPr marL="1371600" indent="0">
              <a:buNone/>
              <a:defRPr lang="en-US" sz="2800" kern="1200" dirty="0" smtClean="0">
                <a:solidFill>
                  <a:schemeClr val="bg1"/>
                </a:solidFill>
                <a:latin typeface="+mj-lt"/>
                <a:ea typeface="+mj-ea"/>
                <a:cs typeface="+mj-cs"/>
              </a:defRPr>
            </a:lvl4pPr>
            <a:lvl5pPr marL="1828800" indent="0">
              <a:buNone/>
              <a:defRPr lang="en-US" sz="2800" kern="1200" dirty="0">
                <a:solidFill>
                  <a:schemeClr val="bg1"/>
                </a:solidFill>
                <a:latin typeface="+mj-lt"/>
                <a:ea typeface="+mj-ea"/>
                <a:cs typeface="+mj-cs"/>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11" name="Title 1"/>
          <p:cNvSpPr>
            <a:spLocks noGrp="1"/>
          </p:cNvSpPr>
          <p:nvPr>
            <p:ph type="title" hasCustomPrompt="1"/>
          </p:nvPr>
        </p:nvSpPr>
        <p:spPr>
          <a:xfrm>
            <a:off x="777240"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rgbClr val="58585B"/>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
        <p:nvSpPr>
          <p:cNvPr id="6" name="Content Placeholder 4">
            <a:extLst>
              <a:ext uri="{FF2B5EF4-FFF2-40B4-BE49-F238E27FC236}">
                <a16:creationId xmlns:a16="http://schemas.microsoft.com/office/drawing/2014/main" id="{09CD35EE-8650-CD42-987D-82F3BBFDF7BE}"/>
              </a:ext>
            </a:extLst>
          </p:cNvPr>
          <p:cNvSpPr>
            <a:spLocks noGrp="1"/>
          </p:cNvSpPr>
          <p:nvPr>
            <p:ph sz="quarter" idx="13" hasCustomPrompt="1"/>
          </p:nvPr>
        </p:nvSpPr>
        <p:spPr>
          <a:xfrm>
            <a:off x="777240" y="1371600"/>
            <a:ext cx="10634472" cy="4572000"/>
          </a:xfrm>
          <a:prstGeom prst="rect">
            <a:avLst/>
          </a:prstGeom>
        </p:spPr>
        <p:txBody>
          <a:bodyPr/>
          <a:lstStyle>
            <a:lvl1pPr marL="0" indent="0">
              <a:lnSpc>
                <a:spcPct val="100000"/>
              </a:lnSpc>
              <a:spcBef>
                <a:spcPts val="600"/>
              </a:spcBef>
              <a:buNone/>
              <a:defRPr sz="1800">
                <a:solidFill>
                  <a:schemeClr val="bg1">
                    <a:lumMod val="50000"/>
                  </a:schemeClr>
                </a:solidFill>
                <a:latin typeface="Roboto" pitchFamily="2" charset="0"/>
                <a:ea typeface="Roboto" pitchFamily="2" charset="0"/>
              </a:defRPr>
            </a:lvl1pPr>
            <a:lvl2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2pPr>
            <a:lvl3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3pPr>
            <a:lvl4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4pPr>
            <a:lvl5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289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xFource Grey Footer - 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046786"/>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xFource Grey Footer - Titl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777239"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rgbClr val="58585B"/>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Tree>
    <p:extLst>
      <p:ext uri="{BB962C8B-B14F-4D97-AF65-F5344CB8AC3E}">
        <p14:creationId xmlns:p14="http://schemas.microsoft.com/office/powerpoint/2010/main" val="361144574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xFource Grey Footer - Title &amp; Content">
    <p:bg>
      <p:bgRef idx="1001">
        <a:schemeClr val="bg1"/>
      </p:bgRef>
    </p:bg>
    <p:spTree>
      <p:nvGrpSpPr>
        <p:cNvPr id="1" name=""/>
        <p:cNvGrpSpPr/>
        <p:nvPr/>
      </p:nvGrpSpPr>
      <p:grpSpPr>
        <a:xfrm>
          <a:off x="0" y="0"/>
          <a:ext cx="0" cy="0"/>
          <a:chOff x="0" y="0"/>
          <a:chExt cx="0" cy="0"/>
        </a:xfrm>
      </p:grpSpPr>
      <p:sp>
        <p:nvSpPr>
          <p:cNvPr id="6" name="Content Placeholder 4"/>
          <p:cNvSpPr>
            <a:spLocks noGrp="1"/>
          </p:cNvSpPr>
          <p:nvPr>
            <p:ph sz="quarter" idx="13" hasCustomPrompt="1"/>
          </p:nvPr>
        </p:nvSpPr>
        <p:spPr>
          <a:xfrm>
            <a:off x="777240" y="1004552"/>
            <a:ext cx="10634472" cy="4939048"/>
          </a:xfrm>
          <a:prstGeom prst="rect">
            <a:avLst/>
          </a:prstGeom>
        </p:spPr>
        <p:txBody>
          <a:bodyPr/>
          <a:lstStyle>
            <a:lvl1pPr marL="0" indent="0">
              <a:spcBef>
                <a:spcPts val="600"/>
              </a:spcBef>
              <a:buNone/>
              <a:defRPr sz="1800">
                <a:solidFill>
                  <a:schemeClr val="bg1">
                    <a:lumMod val="50000"/>
                  </a:schemeClr>
                </a:solidFill>
                <a:latin typeface="Roboto" pitchFamily="2" charset="0"/>
                <a:ea typeface="Roboto" pitchFamily="2" charset="0"/>
              </a:defRPr>
            </a:lvl1pPr>
            <a:lvl2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2pPr>
            <a:lvl3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3pPr>
            <a:lvl4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4pPr>
            <a:lvl5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p:cNvSpPr>
            <a:spLocks noGrp="1"/>
          </p:cNvSpPr>
          <p:nvPr>
            <p:ph type="title" hasCustomPrompt="1"/>
          </p:nvPr>
        </p:nvSpPr>
        <p:spPr>
          <a:xfrm>
            <a:off x="777240"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chemeClr val="tx1"/>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Tree>
    <p:extLst>
      <p:ext uri="{BB962C8B-B14F-4D97-AF65-F5344CB8AC3E}">
        <p14:creationId xmlns:p14="http://schemas.microsoft.com/office/powerpoint/2010/main" val="208966430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xFource Grey Footer - Double Title &amp; Content">
    <p:spTree>
      <p:nvGrpSpPr>
        <p:cNvPr id="1" name=""/>
        <p:cNvGrpSpPr/>
        <p:nvPr/>
      </p:nvGrpSpPr>
      <p:grpSpPr>
        <a:xfrm>
          <a:off x="0" y="0"/>
          <a:ext cx="0" cy="0"/>
          <a:chOff x="0" y="0"/>
          <a:chExt cx="0" cy="0"/>
        </a:xfrm>
      </p:grpSpPr>
      <p:sp>
        <p:nvSpPr>
          <p:cNvPr id="7" name="Text Placeholder 3"/>
          <p:cNvSpPr>
            <a:spLocks noGrp="1"/>
          </p:cNvSpPr>
          <p:nvPr>
            <p:ph type="body" sz="quarter" idx="14" hasCustomPrompt="1"/>
          </p:nvPr>
        </p:nvSpPr>
        <p:spPr>
          <a:xfrm>
            <a:off x="777240" y="742950"/>
            <a:ext cx="10634472" cy="400050"/>
          </a:xfrm>
          <a:prstGeom prst="rect">
            <a:avLst/>
          </a:prstGeom>
        </p:spPr>
        <p:txBody>
          <a:bodyPr tIns="0" bIns="0"/>
          <a:lstStyle>
            <a:lvl1pPr marL="0" indent="0">
              <a:buNone/>
              <a:defRPr lang="en-US" sz="1800" b="0" kern="1200" dirty="0">
                <a:solidFill>
                  <a:schemeClr val="bg1">
                    <a:lumMod val="50000"/>
                  </a:schemeClr>
                </a:solidFill>
                <a:latin typeface="Roboto" pitchFamily="2" charset="0"/>
                <a:ea typeface="Roboto" pitchFamily="2" charset="0"/>
                <a:cs typeface="+mj-cs"/>
              </a:defRPr>
            </a:lvl1pPr>
            <a:lvl2pPr marL="457200" indent="0">
              <a:buNone/>
              <a:defRPr lang="en-US" sz="2800" kern="1200" dirty="0" smtClean="0">
                <a:solidFill>
                  <a:schemeClr val="bg1"/>
                </a:solidFill>
                <a:latin typeface="+mj-lt"/>
                <a:ea typeface="+mj-ea"/>
                <a:cs typeface="+mj-cs"/>
              </a:defRPr>
            </a:lvl2pPr>
            <a:lvl3pPr marL="914400" indent="0">
              <a:buNone/>
              <a:defRPr lang="en-US" sz="2800" kern="1200" dirty="0" smtClean="0">
                <a:solidFill>
                  <a:schemeClr val="bg1"/>
                </a:solidFill>
                <a:latin typeface="+mj-lt"/>
                <a:ea typeface="+mj-ea"/>
                <a:cs typeface="+mj-cs"/>
              </a:defRPr>
            </a:lvl3pPr>
            <a:lvl4pPr marL="1371600" indent="0">
              <a:buNone/>
              <a:defRPr lang="en-US" sz="2800" kern="1200" dirty="0" smtClean="0">
                <a:solidFill>
                  <a:schemeClr val="bg1"/>
                </a:solidFill>
                <a:latin typeface="+mj-lt"/>
                <a:ea typeface="+mj-ea"/>
                <a:cs typeface="+mj-cs"/>
              </a:defRPr>
            </a:lvl4pPr>
            <a:lvl5pPr marL="1828800" indent="0">
              <a:buNone/>
              <a:defRPr lang="en-US" sz="2800" kern="1200" dirty="0">
                <a:solidFill>
                  <a:schemeClr val="bg1"/>
                </a:solidFill>
                <a:latin typeface="+mj-lt"/>
                <a:ea typeface="+mj-ea"/>
                <a:cs typeface="+mj-cs"/>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11" name="Title 1"/>
          <p:cNvSpPr>
            <a:spLocks noGrp="1"/>
          </p:cNvSpPr>
          <p:nvPr>
            <p:ph type="title" hasCustomPrompt="1"/>
          </p:nvPr>
        </p:nvSpPr>
        <p:spPr>
          <a:xfrm>
            <a:off x="777240"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rgbClr val="58585B"/>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
        <p:nvSpPr>
          <p:cNvPr id="6" name="Content Placeholder 4">
            <a:extLst>
              <a:ext uri="{FF2B5EF4-FFF2-40B4-BE49-F238E27FC236}">
                <a16:creationId xmlns:a16="http://schemas.microsoft.com/office/drawing/2014/main" id="{09CD35EE-8650-CD42-987D-82F3BBFDF7BE}"/>
              </a:ext>
            </a:extLst>
          </p:cNvPr>
          <p:cNvSpPr>
            <a:spLocks noGrp="1"/>
          </p:cNvSpPr>
          <p:nvPr>
            <p:ph sz="quarter" idx="13" hasCustomPrompt="1"/>
          </p:nvPr>
        </p:nvSpPr>
        <p:spPr>
          <a:xfrm>
            <a:off x="777240" y="1371600"/>
            <a:ext cx="10634472" cy="4572000"/>
          </a:xfrm>
          <a:prstGeom prst="rect">
            <a:avLst/>
          </a:prstGeom>
        </p:spPr>
        <p:txBody>
          <a:bodyPr/>
          <a:lstStyle>
            <a:lvl1pPr marL="0" indent="0">
              <a:lnSpc>
                <a:spcPct val="100000"/>
              </a:lnSpc>
              <a:spcBef>
                <a:spcPts val="600"/>
              </a:spcBef>
              <a:buNone/>
              <a:defRPr sz="1800">
                <a:solidFill>
                  <a:schemeClr val="bg1">
                    <a:lumMod val="50000"/>
                  </a:schemeClr>
                </a:solidFill>
                <a:latin typeface="Roboto" pitchFamily="2" charset="0"/>
                <a:ea typeface="Roboto" pitchFamily="2" charset="0"/>
              </a:defRPr>
            </a:lvl1pPr>
            <a:lvl2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2pPr>
            <a:lvl3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3pPr>
            <a:lvl4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4pPr>
            <a:lvl5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99261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x White Footer - 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0385073"/>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x White Footer - Titl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777239"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chemeClr val="tx1"/>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Tree>
    <p:extLst>
      <p:ext uri="{BB962C8B-B14F-4D97-AF65-F5344CB8AC3E}">
        <p14:creationId xmlns:p14="http://schemas.microsoft.com/office/powerpoint/2010/main" val="366697604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x White Footer - Title &amp; Content">
    <p:bg>
      <p:bgRef idx="1001">
        <a:schemeClr val="bg1"/>
      </p:bgRef>
    </p:bg>
    <p:spTree>
      <p:nvGrpSpPr>
        <p:cNvPr id="1" name=""/>
        <p:cNvGrpSpPr/>
        <p:nvPr/>
      </p:nvGrpSpPr>
      <p:grpSpPr>
        <a:xfrm>
          <a:off x="0" y="0"/>
          <a:ext cx="0" cy="0"/>
          <a:chOff x="0" y="0"/>
          <a:chExt cx="0" cy="0"/>
        </a:xfrm>
      </p:grpSpPr>
      <p:sp>
        <p:nvSpPr>
          <p:cNvPr id="6" name="Content Placeholder 4"/>
          <p:cNvSpPr>
            <a:spLocks noGrp="1"/>
          </p:cNvSpPr>
          <p:nvPr>
            <p:ph sz="quarter" idx="13" hasCustomPrompt="1"/>
          </p:nvPr>
        </p:nvSpPr>
        <p:spPr>
          <a:xfrm>
            <a:off x="777240" y="1004552"/>
            <a:ext cx="10634472" cy="4939048"/>
          </a:xfrm>
          <a:prstGeom prst="rect">
            <a:avLst/>
          </a:prstGeom>
        </p:spPr>
        <p:txBody>
          <a:bodyPr/>
          <a:lstStyle>
            <a:lvl1pPr marL="0" indent="0">
              <a:spcBef>
                <a:spcPts val="600"/>
              </a:spcBef>
              <a:buNone/>
              <a:defRPr sz="1800">
                <a:solidFill>
                  <a:schemeClr val="bg1">
                    <a:lumMod val="50000"/>
                  </a:schemeClr>
                </a:solidFill>
                <a:latin typeface="Roboto" pitchFamily="2" charset="0"/>
                <a:ea typeface="Roboto" pitchFamily="2" charset="0"/>
              </a:defRPr>
            </a:lvl1pPr>
            <a:lvl2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2pPr>
            <a:lvl3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3pPr>
            <a:lvl4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4pPr>
            <a:lvl5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p:cNvSpPr>
            <a:spLocks noGrp="1"/>
          </p:cNvSpPr>
          <p:nvPr>
            <p:ph type="title" hasCustomPrompt="1"/>
          </p:nvPr>
        </p:nvSpPr>
        <p:spPr>
          <a:xfrm>
            <a:off x="777240"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chemeClr val="tx1"/>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Tree>
    <p:extLst>
      <p:ext uri="{BB962C8B-B14F-4D97-AF65-F5344CB8AC3E}">
        <p14:creationId xmlns:p14="http://schemas.microsoft.com/office/powerpoint/2010/main" val="231439627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x White Footer - Double Title &amp; Content">
    <p:spTree>
      <p:nvGrpSpPr>
        <p:cNvPr id="1" name=""/>
        <p:cNvGrpSpPr/>
        <p:nvPr/>
      </p:nvGrpSpPr>
      <p:grpSpPr>
        <a:xfrm>
          <a:off x="0" y="0"/>
          <a:ext cx="0" cy="0"/>
          <a:chOff x="0" y="0"/>
          <a:chExt cx="0" cy="0"/>
        </a:xfrm>
      </p:grpSpPr>
      <p:sp>
        <p:nvSpPr>
          <p:cNvPr id="5" name="Content Placeholder 4"/>
          <p:cNvSpPr>
            <a:spLocks noGrp="1"/>
          </p:cNvSpPr>
          <p:nvPr>
            <p:ph sz="quarter" idx="13" hasCustomPrompt="1"/>
          </p:nvPr>
        </p:nvSpPr>
        <p:spPr>
          <a:xfrm>
            <a:off x="777240" y="1371600"/>
            <a:ext cx="10634472" cy="4572000"/>
          </a:xfrm>
          <a:prstGeom prst="rect">
            <a:avLst/>
          </a:prstGeom>
        </p:spPr>
        <p:txBody>
          <a:bodyPr/>
          <a:lstStyle>
            <a:lvl1pPr marL="0" indent="0">
              <a:lnSpc>
                <a:spcPct val="100000"/>
              </a:lnSpc>
              <a:spcBef>
                <a:spcPts val="600"/>
              </a:spcBef>
              <a:buNone/>
              <a:defRPr sz="1800">
                <a:solidFill>
                  <a:schemeClr val="bg1">
                    <a:lumMod val="50000"/>
                  </a:schemeClr>
                </a:solidFill>
                <a:latin typeface="Roboto" pitchFamily="2" charset="0"/>
                <a:ea typeface="Roboto" pitchFamily="2" charset="0"/>
              </a:defRPr>
            </a:lvl1pPr>
            <a:lvl2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2pPr>
            <a:lvl3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3pPr>
            <a:lvl4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4pPr>
            <a:lvl5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4" hasCustomPrompt="1"/>
          </p:nvPr>
        </p:nvSpPr>
        <p:spPr>
          <a:xfrm>
            <a:off x="777240" y="742950"/>
            <a:ext cx="10634472" cy="400050"/>
          </a:xfrm>
          <a:prstGeom prst="rect">
            <a:avLst/>
          </a:prstGeom>
        </p:spPr>
        <p:txBody>
          <a:bodyPr tIns="0" bIns="0"/>
          <a:lstStyle>
            <a:lvl1pPr marL="0" indent="0">
              <a:buNone/>
              <a:defRPr lang="en-US" sz="1800" b="0" kern="1200" dirty="0">
                <a:solidFill>
                  <a:schemeClr val="bg1">
                    <a:lumMod val="50000"/>
                  </a:schemeClr>
                </a:solidFill>
                <a:latin typeface="Roboto" pitchFamily="2" charset="0"/>
                <a:ea typeface="Roboto" pitchFamily="2" charset="0"/>
                <a:cs typeface="+mj-cs"/>
              </a:defRPr>
            </a:lvl1pPr>
            <a:lvl2pPr marL="457200" indent="0">
              <a:buNone/>
              <a:defRPr lang="en-US" sz="2800" kern="1200" dirty="0" smtClean="0">
                <a:solidFill>
                  <a:schemeClr val="bg1"/>
                </a:solidFill>
                <a:latin typeface="+mj-lt"/>
                <a:ea typeface="+mj-ea"/>
                <a:cs typeface="+mj-cs"/>
              </a:defRPr>
            </a:lvl2pPr>
            <a:lvl3pPr marL="914400" indent="0">
              <a:buNone/>
              <a:defRPr lang="en-US" sz="2800" kern="1200" dirty="0" smtClean="0">
                <a:solidFill>
                  <a:schemeClr val="bg1"/>
                </a:solidFill>
                <a:latin typeface="+mj-lt"/>
                <a:ea typeface="+mj-ea"/>
                <a:cs typeface="+mj-cs"/>
              </a:defRPr>
            </a:lvl3pPr>
            <a:lvl4pPr marL="1371600" indent="0">
              <a:buNone/>
              <a:defRPr lang="en-US" sz="2800" kern="1200" dirty="0" smtClean="0">
                <a:solidFill>
                  <a:schemeClr val="bg1"/>
                </a:solidFill>
                <a:latin typeface="+mj-lt"/>
                <a:ea typeface="+mj-ea"/>
                <a:cs typeface="+mj-cs"/>
              </a:defRPr>
            </a:lvl4pPr>
            <a:lvl5pPr marL="1828800" indent="0">
              <a:buNone/>
              <a:defRPr lang="en-US" sz="2800" kern="1200" dirty="0">
                <a:solidFill>
                  <a:schemeClr val="bg1"/>
                </a:solidFill>
                <a:latin typeface="+mj-lt"/>
                <a:ea typeface="+mj-ea"/>
                <a:cs typeface="+mj-cs"/>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11" name="Title 1"/>
          <p:cNvSpPr>
            <a:spLocks noGrp="1"/>
          </p:cNvSpPr>
          <p:nvPr>
            <p:ph type="title" hasCustomPrompt="1"/>
          </p:nvPr>
        </p:nvSpPr>
        <p:spPr>
          <a:xfrm>
            <a:off x="777240"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rgbClr val="58585B"/>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Tree>
    <p:extLst>
      <p:ext uri="{BB962C8B-B14F-4D97-AF65-F5344CB8AC3E}">
        <p14:creationId xmlns:p14="http://schemas.microsoft.com/office/powerpoint/2010/main" val="665839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xFource White Footer - 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167060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xFource White Footer - Titl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777239"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rgbClr val="58585B"/>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Tree>
    <p:extLst>
      <p:ext uri="{BB962C8B-B14F-4D97-AF65-F5344CB8AC3E}">
        <p14:creationId xmlns:p14="http://schemas.microsoft.com/office/powerpoint/2010/main" val="10429243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xFource White Footer - Title &amp; Content">
    <p:bg>
      <p:bgRef idx="1001">
        <a:schemeClr val="bg1"/>
      </p:bgRef>
    </p:bg>
    <p:spTree>
      <p:nvGrpSpPr>
        <p:cNvPr id="1" name=""/>
        <p:cNvGrpSpPr/>
        <p:nvPr/>
      </p:nvGrpSpPr>
      <p:grpSpPr>
        <a:xfrm>
          <a:off x="0" y="0"/>
          <a:ext cx="0" cy="0"/>
          <a:chOff x="0" y="0"/>
          <a:chExt cx="0" cy="0"/>
        </a:xfrm>
      </p:grpSpPr>
      <p:sp>
        <p:nvSpPr>
          <p:cNvPr id="6" name="Content Placeholder 4"/>
          <p:cNvSpPr>
            <a:spLocks noGrp="1"/>
          </p:cNvSpPr>
          <p:nvPr>
            <p:ph sz="quarter" idx="13" hasCustomPrompt="1"/>
          </p:nvPr>
        </p:nvSpPr>
        <p:spPr>
          <a:xfrm>
            <a:off x="777240" y="1004552"/>
            <a:ext cx="10634472" cy="4939048"/>
          </a:xfrm>
          <a:prstGeom prst="rect">
            <a:avLst/>
          </a:prstGeom>
        </p:spPr>
        <p:txBody>
          <a:bodyPr/>
          <a:lstStyle>
            <a:lvl1pPr marL="0" indent="0">
              <a:spcBef>
                <a:spcPts val="600"/>
              </a:spcBef>
              <a:buNone/>
              <a:defRPr sz="1800">
                <a:solidFill>
                  <a:schemeClr val="bg1">
                    <a:lumMod val="50000"/>
                  </a:schemeClr>
                </a:solidFill>
                <a:latin typeface="Roboto" pitchFamily="2" charset="0"/>
                <a:ea typeface="Roboto" pitchFamily="2" charset="0"/>
              </a:defRPr>
            </a:lvl1pPr>
            <a:lvl2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2pPr>
            <a:lvl3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3pPr>
            <a:lvl4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4pPr>
            <a:lvl5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p:cNvSpPr>
            <a:spLocks noGrp="1"/>
          </p:cNvSpPr>
          <p:nvPr>
            <p:ph type="title" hasCustomPrompt="1"/>
          </p:nvPr>
        </p:nvSpPr>
        <p:spPr>
          <a:xfrm>
            <a:off x="777240"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chemeClr val="tx1"/>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Tree>
    <p:extLst>
      <p:ext uri="{BB962C8B-B14F-4D97-AF65-F5344CB8AC3E}">
        <p14:creationId xmlns:p14="http://schemas.microsoft.com/office/powerpoint/2010/main" val="3781212261"/>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xFource White Footer - Double Title &amp; Content">
    <p:spTree>
      <p:nvGrpSpPr>
        <p:cNvPr id="1" name=""/>
        <p:cNvGrpSpPr/>
        <p:nvPr/>
      </p:nvGrpSpPr>
      <p:grpSpPr>
        <a:xfrm>
          <a:off x="0" y="0"/>
          <a:ext cx="0" cy="0"/>
          <a:chOff x="0" y="0"/>
          <a:chExt cx="0" cy="0"/>
        </a:xfrm>
      </p:grpSpPr>
      <p:sp>
        <p:nvSpPr>
          <p:cNvPr id="5" name="Content Placeholder 4"/>
          <p:cNvSpPr>
            <a:spLocks noGrp="1"/>
          </p:cNvSpPr>
          <p:nvPr>
            <p:ph sz="quarter" idx="13" hasCustomPrompt="1"/>
          </p:nvPr>
        </p:nvSpPr>
        <p:spPr>
          <a:xfrm>
            <a:off x="777240" y="1371600"/>
            <a:ext cx="10634472" cy="4572000"/>
          </a:xfrm>
          <a:prstGeom prst="rect">
            <a:avLst/>
          </a:prstGeom>
        </p:spPr>
        <p:txBody>
          <a:bodyPr/>
          <a:lstStyle>
            <a:lvl1pPr marL="0" indent="0">
              <a:lnSpc>
                <a:spcPct val="100000"/>
              </a:lnSpc>
              <a:spcBef>
                <a:spcPts val="600"/>
              </a:spcBef>
              <a:buNone/>
              <a:defRPr sz="1800">
                <a:solidFill>
                  <a:schemeClr val="bg1">
                    <a:lumMod val="50000"/>
                  </a:schemeClr>
                </a:solidFill>
                <a:latin typeface="Roboto" pitchFamily="2" charset="0"/>
                <a:ea typeface="Roboto" pitchFamily="2" charset="0"/>
              </a:defRPr>
            </a:lvl1pPr>
            <a:lvl2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2pPr>
            <a:lvl3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3pPr>
            <a:lvl4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4pPr>
            <a:lvl5pPr marL="457200" indent="-182880" algn="l" defTabSz="914400" rtl="0" eaLnBrk="1" latinLnBrk="0" hangingPunct="1">
              <a:lnSpc>
                <a:spcPct val="100000"/>
              </a:lnSpc>
              <a:spcBef>
                <a:spcPts val="0"/>
              </a:spcBef>
              <a:spcAft>
                <a:spcPts val="400"/>
              </a:spcAft>
              <a:buFont typeface="Arial" panose="020B0604020202020204" pitchFamily="34" charset="0"/>
              <a:buChar char="•"/>
              <a:defRPr lang="en-US" sz="1800" kern="1200" dirty="0">
                <a:solidFill>
                  <a:schemeClr val="bg1">
                    <a:lumMod val="50000"/>
                  </a:schemeClr>
                </a:solidFill>
                <a:latin typeface="Roboto" pitchFamily="2" charset="0"/>
                <a:ea typeface="Roboto" pitchFamily="2" charset="0"/>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4" hasCustomPrompt="1"/>
          </p:nvPr>
        </p:nvSpPr>
        <p:spPr>
          <a:xfrm>
            <a:off x="777240" y="742950"/>
            <a:ext cx="10634472" cy="400050"/>
          </a:xfrm>
          <a:prstGeom prst="rect">
            <a:avLst/>
          </a:prstGeom>
        </p:spPr>
        <p:txBody>
          <a:bodyPr tIns="0" bIns="0"/>
          <a:lstStyle>
            <a:lvl1pPr marL="0" indent="0">
              <a:buNone/>
              <a:defRPr lang="en-US" sz="1800" b="0" kern="1200" dirty="0">
                <a:solidFill>
                  <a:schemeClr val="bg1">
                    <a:lumMod val="50000"/>
                  </a:schemeClr>
                </a:solidFill>
                <a:latin typeface="Roboto" pitchFamily="2" charset="0"/>
                <a:ea typeface="Roboto" pitchFamily="2" charset="0"/>
                <a:cs typeface="+mj-cs"/>
              </a:defRPr>
            </a:lvl1pPr>
            <a:lvl2pPr marL="457200" indent="0">
              <a:buNone/>
              <a:defRPr lang="en-US" sz="2800" kern="1200" dirty="0" smtClean="0">
                <a:solidFill>
                  <a:schemeClr val="bg1"/>
                </a:solidFill>
                <a:latin typeface="+mj-lt"/>
                <a:ea typeface="+mj-ea"/>
                <a:cs typeface="+mj-cs"/>
              </a:defRPr>
            </a:lvl2pPr>
            <a:lvl3pPr marL="914400" indent="0">
              <a:buNone/>
              <a:defRPr lang="en-US" sz="2800" kern="1200" dirty="0" smtClean="0">
                <a:solidFill>
                  <a:schemeClr val="bg1"/>
                </a:solidFill>
                <a:latin typeface="+mj-lt"/>
                <a:ea typeface="+mj-ea"/>
                <a:cs typeface="+mj-cs"/>
              </a:defRPr>
            </a:lvl3pPr>
            <a:lvl4pPr marL="1371600" indent="0">
              <a:buNone/>
              <a:defRPr lang="en-US" sz="2800" kern="1200" dirty="0" smtClean="0">
                <a:solidFill>
                  <a:schemeClr val="bg1"/>
                </a:solidFill>
                <a:latin typeface="+mj-lt"/>
                <a:ea typeface="+mj-ea"/>
                <a:cs typeface="+mj-cs"/>
              </a:defRPr>
            </a:lvl4pPr>
            <a:lvl5pPr marL="1828800" indent="0">
              <a:buNone/>
              <a:defRPr lang="en-US" sz="2800" kern="1200" dirty="0">
                <a:solidFill>
                  <a:schemeClr val="bg1"/>
                </a:solidFill>
                <a:latin typeface="+mj-lt"/>
                <a:ea typeface="+mj-ea"/>
                <a:cs typeface="+mj-cs"/>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11" name="Title 1"/>
          <p:cNvSpPr>
            <a:spLocks noGrp="1"/>
          </p:cNvSpPr>
          <p:nvPr>
            <p:ph type="title" hasCustomPrompt="1"/>
          </p:nvPr>
        </p:nvSpPr>
        <p:spPr>
          <a:xfrm>
            <a:off x="777240" y="274638"/>
            <a:ext cx="10634472" cy="46831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rgbClr val="58585B"/>
                </a:solidFill>
                <a:latin typeface="Roboto" pitchFamily="2" charset="0"/>
                <a:ea typeface="Roboto" pitchFamily="2" charset="0"/>
                <a:cs typeface="+mj-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Click to Edit Master Title Style</a:t>
            </a:r>
          </a:p>
        </p:txBody>
      </p:sp>
    </p:spTree>
    <p:extLst>
      <p:ext uri="{BB962C8B-B14F-4D97-AF65-F5344CB8AC3E}">
        <p14:creationId xmlns:p14="http://schemas.microsoft.com/office/powerpoint/2010/main" val="16175696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image" Target="../media/image5.emf"/><Relationship Id="rId5" Type="http://schemas.openxmlformats.org/officeDocument/2006/relationships/theme" Target="../theme/theme3.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6.emf"/><Relationship Id="rId5" Type="http://schemas.openxmlformats.org/officeDocument/2006/relationships/theme" Target="../theme/theme4.xml"/><Relationship Id="rId4" Type="http://schemas.openxmlformats.org/officeDocument/2006/relationships/slideLayout" Target="../slideLayouts/slideLayout15.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7.emf"/><Relationship Id="rId5" Type="http://schemas.openxmlformats.org/officeDocument/2006/relationships/theme" Target="../theme/theme5.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8982195"/>
      </p:ext>
    </p:extLst>
  </p:cSld>
  <p:clrMap bg1="lt1" tx1="dk1" bg2="lt2" tx2="dk2" accent1="accent1" accent2="accent2" accent3="accent3" accent4="accent4" accent5="accent5" accent6="accent6" hlink="hlink" folHlink="folHlink"/>
  <p:sldLayoutIdLst>
    <p:sldLayoutId id="2147484010" r:id="rId1"/>
    <p:sldLayoutId id="2147484127" r:id="rId2"/>
    <p:sldLayoutId id="2147484111" r:id="rId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30681E-4B72-924F-B3C9-80F735A88B4D}"/>
              </a:ext>
            </a:extLst>
          </p:cNvPr>
          <p:cNvSpPr/>
          <p:nvPr userDrawn="1"/>
        </p:nvSpPr>
        <p:spPr>
          <a:xfrm>
            <a:off x="0" y="6580094"/>
            <a:ext cx="12192000" cy="277906"/>
          </a:xfrm>
          <a:prstGeom prst="rect">
            <a:avLst/>
          </a:prstGeom>
          <a:solidFill>
            <a:srgbClr val="9193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4">
            <a:extLst>
              <a:ext uri="{FF2B5EF4-FFF2-40B4-BE49-F238E27FC236}">
                <a16:creationId xmlns:a16="http://schemas.microsoft.com/office/drawing/2014/main" id="{6ED46DCC-F362-EC40-BD32-2932C0431D49}"/>
              </a:ext>
            </a:extLst>
          </p:cNvPr>
          <p:cNvSpPr txBox="1">
            <a:spLocks/>
          </p:cNvSpPr>
          <p:nvPr userDrawn="1"/>
        </p:nvSpPr>
        <p:spPr>
          <a:xfrm>
            <a:off x="6781441" y="6580094"/>
            <a:ext cx="5046106" cy="277907"/>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lumMod val="50000"/>
                  </a:schemeClr>
                </a:solidFill>
                <a:latin typeface="Century Gothic"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b="0" i="0" dirty="0">
                <a:solidFill>
                  <a:schemeClr val="bg1"/>
                </a:solidFill>
                <a:latin typeface="Roboto Light" pitchFamily="2" charset="0"/>
                <a:ea typeface="Roboto Light" pitchFamily="2" charset="0"/>
                <a:cs typeface="Roboto" charset="0"/>
              </a:rPr>
              <a:t>© 2021 </a:t>
            </a:r>
            <a:r>
              <a:rPr lang="en-US" sz="900" b="0" i="0" dirty="0" err="1">
                <a:solidFill>
                  <a:schemeClr val="bg1"/>
                </a:solidFill>
                <a:latin typeface="Roboto Light" pitchFamily="2" charset="0"/>
                <a:ea typeface="Roboto Light" pitchFamily="2" charset="0"/>
                <a:cs typeface="Roboto" charset="0"/>
              </a:rPr>
              <a:t>GalaxE.Solutions</a:t>
            </a:r>
            <a:r>
              <a:rPr lang="en-US" sz="900" b="0" i="0" dirty="0">
                <a:solidFill>
                  <a:schemeClr val="bg1"/>
                </a:solidFill>
                <a:latin typeface="Roboto Light" pitchFamily="2" charset="0"/>
                <a:ea typeface="Roboto Light" pitchFamily="2" charset="0"/>
                <a:cs typeface="Roboto" charset="0"/>
              </a:rPr>
              <a:t> Strictly Private, Proprietary &amp; Confidential – Page </a:t>
            </a:r>
            <a:fld id="{42B0FE77-C341-8E4A-9001-DEE2BA56B40C}" type="slidenum">
              <a:rPr lang="en-US" sz="900" b="0" i="0" smtClean="0">
                <a:solidFill>
                  <a:schemeClr val="bg1"/>
                </a:solidFill>
                <a:latin typeface="Roboto Light" pitchFamily="2" charset="0"/>
                <a:ea typeface="Roboto Light" pitchFamily="2" charset="0"/>
                <a:cs typeface="Roboto" charset="0"/>
              </a:rPr>
              <a:pPr algn="r"/>
              <a:t>‹#›</a:t>
            </a:fld>
            <a:endParaRPr lang="en-US" sz="900" b="0" i="0" dirty="0">
              <a:solidFill>
                <a:schemeClr val="bg1"/>
              </a:solidFill>
              <a:latin typeface="Roboto Light" pitchFamily="2" charset="0"/>
              <a:ea typeface="Roboto Light" pitchFamily="2" charset="0"/>
              <a:cs typeface="Roboto" charset="0"/>
            </a:endParaRPr>
          </a:p>
        </p:txBody>
      </p:sp>
      <p:pic>
        <p:nvPicPr>
          <p:cNvPr id="4" name="Picture 3">
            <a:extLst>
              <a:ext uri="{FF2B5EF4-FFF2-40B4-BE49-F238E27FC236}">
                <a16:creationId xmlns:a16="http://schemas.microsoft.com/office/drawing/2014/main" id="{C19FBFF5-06A2-D447-922D-5CB5B8232400}"/>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1911214" y="6620584"/>
            <a:ext cx="197119" cy="196924"/>
          </a:xfrm>
          <a:prstGeom prst="rect">
            <a:avLst/>
          </a:prstGeom>
        </p:spPr>
      </p:pic>
    </p:spTree>
    <p:extLst>
      <p:ext uri="{BB962C8B-B14F-4D97-AF65-F5344CB8AC3E}">
        <p14:creationId xmlns:p14="http://schemas.microsoft.com/office/powerpoint/2010/main" val="2610460914"/>
      </p:ext>
    </p:extLst>
  </p:cSld>
  <p:clrMap bg1="lt1" tx1="dk1" bg2="lt2" tx2="dk2" accent1="accent1" accent2="accent2" accent3="accent3" accent4="accent4" accent5="accent5" accent6="accent6" hlink="hlink" folHlink="folHlink"/>
  <p:sldLayoutIdLst>
    <p:sldLayoutId id="2147483988" r:id="rId1"/>
    <p:sldLayoutId id="2147483989" r:id="rId2"/>
    <p:sldLayoutId id="2147483990" r:id="rId3"/>
    <p:sldLayoutId id="2147483991" r:id="rId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30681E-4B72-924F-B3C9-80F735A88B4D}"/>
              </a:ext>
            </a:extLst>
          </p:cNvPr>
          <p:cNvSpPr/>
          <p:nvPr userDrawn="1"/>
        </p:nvSpPr>
        <p:spPr>
          <a:xfrm>
            <a:off x="0" y="6580094"/>
            <a:ext cx="12192000" cy="277906"/>
          </a:xfrm>
          <a:prstGeom prst="rect">
            <a:avLst/>
          </a:prstGeom>
          <a:solidFill>
            <a:srgbClr val="9193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4">
            <a:extLst>
              <a:ext uri="{FF2B5EF4-FFF2-40B4-BE49-F238E27FC236}">
                <a16:creationId xmlns:a16="http://schemas.microsoft.com/office/drawing/2014/main" id="{6ED46DCC-F362-EC40-BD32-2932C0431D49}"/>
              </a:ext>
            </a:extLst>
          </p:cNvPr>
          <p:cNvSpPr txBox="1">
            <a:spLocks/>
          </p:cNvSpPr>
          <p:nvPr userDrawn="1"/>
        </p:nvSpPr>
        <p:spPr>
          <a:xfrm>
            <a:off x="6476761" y="6580094"/>
            <a:ext cx="5046106" cy="277907"/>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lumMod val="50000"/>
                  </a:schemeClr>
                </a:solidFill>
                <a:latin typeface="Century Gothic"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b="0" i="0" dirty="0">
                <a:solidFill>
                  <a:schemeClr val="bg1"/>
                </a:solidFill>
                <a:latin typeface="Roboto Light" pitchFamily="2" charset="0"/>
                <a:ea typeface="Roboto Light" pitchFamily="2" charset="0"/>
                <a:cs typeface="Roboto" charset="0"/>
              </a:rPr>
              <a:t>© 2021 GalaxE.Solutions Strictly Private, Proprietary &amp; Confidential – Page </a:t>
            </a:r>
            <a:fld id="{42B0FE77-C341-8E4A-9001-DEE2BA56B40C}" type="slidenum">
              <a:rPr lang="en-US" sz="900" b="0" i="0" smtClean="0">
                <a:solidFill>
                  <a:schemeClr val="bg1"/>
                </a:solidFill>
                <a:latin typeface="Roboto Light" pitchFamily="2" charset="0"/>
                <a:ea typeface="Roboto Light" pitchFamily="2" charset="0"/>
                <a:cs typeface="Roboto" charset="0"/>
              </a:rPr>
              <a:pPr algn="r"/>
              <a:t>‹#›</a:t>
            </a:fld>
            <a:endParaRPr lang="en-US" sz="900" b="0" i="0" dirty="0">
              <a:solidFill>
                <a:schemeClr val="bg1"/>
              </a:solidFill>
              <a:latin typeface="Roboto Light" pitchFamily="2" charset="0"/>
              <a:ea typeface="Roboto Light" pitchFamily="2" charset="0"/>
              <a:cs typeface="Roboto" charset="0"/>
            </a:endParaRPr>
          </a:p>
        </p:txBody>
      </p:sp>
      <p:pic>
        <p:nvPicPr>
          <p:cNvPr id="5" name="Picture 4">
            <a:extLst>
              <a:ext uri="{FF2B5EF4-FFF2-40B4-BE49-F238E27FC236}">
                <a16:creationId xmlns:a16="http://schemas.microsoft.com/office/drawing/2014/main" id="{7D86E09C-50CC-C147-A557-3A07A615A4E0}"/>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1522868" y="6638773"/>
            <a:ext cx="574301" cy="201168"/>
          </a:xfrm>
          <a:prstGeom prst="rect">
            <a:avLst/>
          </a:prstGeom>
        </p:spPr>
      </p:pic>
    </p:spTree>
    <p:extLst>
      <p:ext uri="{BB962C8B-B14F-4D97-AF65-F5344CB8AC3E}">
        <p14:creationId xmlns:p14="http://schemas.microsoft.com/office/powerpoint/2010/main" val="83289163"/>
      </p:ext>
    </p:extLst>
  </p:cSld>
  <p:clrMap bg1="lt1" tx1="dk1" bg2="lt2" tx2="dk2" accent1="accent1" accent2="accent2" accent3="accent3" accent4="accent4" accent5="accent5" accent6="accent6" hlink="hlink" folHlink="folHlink"/>
  <p:sldLayoutIdLst>
    <p:sldLayoutId id="2147484000" r:id="rId1"/>
    <p:sldLayoutId id="2147484001" r:id="rId2"/>
    <p:sldLayoutId id="2147484002" r:id="rId3"/>
    <p:sldLayoutId id="2147484003" r:id="rId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4A582A-1A08-A643-9A67-0EDC94C62753}"/>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1907165" y="6616340"/>
            <a:ext cx="201168" cy="201168"/>
          </a:xfrm>
          <a:prstGeom prst="rect">
            <a:avLst/>
          </a:prstGeom>
        </p:spPr>
      </p:pic>
      <p:sp>
        <p:nvSpPr>
          <p:cNvPr id="9" name="Footer Placeholder 4">
            <a:extLst>
              <a:ext uri="{FF2B5EF4-FFF2-40B4-BE49-F238E27FC236}">
                <a16:creationId xmlns:a16="http://schemas.microsoft.com/office/drawing/2014/main" id="{4DCEBF96-9541-524D-9511-68DA226F74F0}"/>
              </a:ext>
            </a:extLst>
          </p:cNvPr>
          <p:cNvSpPr txBox="1">
            <a:spLocks/>
          </p:cNvSpPr>
          <p:nvPr userDrawn="1"/>
        </p:nvSpPr>
        <p:spPr>
          <a:xfrm>
            <a:off x="6781441" y="6580094"/>
            <a:ext cx="5046106" cy="277907"/>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lumMod val="50000"/>
                  </a:schemeClr>
                </a:solidFill>
                <a:latin typeface="Century Gothic"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b="0" i="0" dirty="0">
                <a:solidFill>
                  <a:schemeClr val="tx1"/>
                </a:solidFill>
                <a:latin typeface="Roboto Light" pitchFamily="2" charset="0"/>
                <a:ea typeface="Roboto Light" pitchFamily="2" charset="0"/>
                <a:cs typeface="Roboto" charset="0"/>
              </a:rPr>
              <a:t>© 2023 GalaxE.Solutions Strictly Private, Proprietary &amp; Confidential – Page </a:t>
            </a:r>
            <a:fld id="{42B0FE77-C341-8E4A-9001-DEE2BA56B40C}" type="slidenum">
              <a:rPr lang="en-US" sz="900" b="0" i="0" smtClean="0">
                <a:solidFill>
                  <a:schemeClr val="tx1"/>
                </a:solidFill>
                <a:latin typeface="Roboto Light" pitchFamily="2" charset="0"/>
                <a:ea typeface="Roboto Light" pitchFamily="2" charset="0"/>
                <a:cs typeface="Roboto" charset="0"/>
              </a:rPr>
              <a:pPr algn="r"/>
              <a:t>‹#›</a:t>
            </a:fld>
            <a:endParaRPr lang="en-US" sz="900" b="0" i="0" dirty="0">
              <a:solidFill>
                <a:schemeClr val="tx1"/>
              </a:solidFill>
              <a:latin typeface="Roboto Light" pitchFamily="2" charset="0"/>
              <a:ea typeface="Roboto Light" pitchFamily="2" charset="0"/>
              <a:cs typeface="Roboto" charset="0"/>
            </a:endParaRPr>
          </a:p>
        </p:txBody>
      </p:sp>
    </p:spTree>
    <p:extLst>
      <p:ext uri="{BB962C8B-B14F-4D97-AF65-F5344CB8AC3E}">
        <p14:creationId xmlns:p14="http://schemas.microsoft.com/office/powerpoint/2010/main" val="613625797"/>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4DCEBF96-9541-524D-9511-68DA226F74F0}"/>
              </a:ext>
            </a:extLst>
          </p:cNvPr>
          <p:cNvSpPr txBox="1">
            <a:spLocks/>
          </p:cNvSpPr>
          <p:nvPr userDrawn="1"/>
        </p:nvSpPr>
        <p:spPr>
          <a:xfrm>
            <a:off x="6476760" y="6580094"/>
            <a:ext cx="5046106" cy="277907"/>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lumMod val="50000"/>
                  </a:schemeClr>
                </a:solidFill>
                <a:latin typeface="Century Gothic"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b="0" i="0" dirty="0">
                <a:solidFill>
                  <a:schemeClr val="tx1"/>
                </a:solidFill>
                <a:latin typeface="Roboto Light" pitchFamily="2" charset="0"/>
                <a:ea typeface="Roboto Light" pitchFamily="2" charset="0"/>
                <a:cs typeface="Roboto" charset="0"/>
              </a:rPr>
              <a:t>© 2023 GalaxE.Solutions Strictly Private, Proprietary &amp; Confidential – Page </a:t>
            </a:r>
            <a:fld id="{42B0FE77-C341-8E4A-9001-DEE2BA56B40C}" type="slidenum">
              <a:rPr lang="en-US" sz="900" b="0" i="0" smtClean="0">
                <a:solidFill>
                  <a:schemeClr val="tx1"/>
                </a:solidFill>
                <a:latin typeface="Roboto Light" pitchFamily="2" charset="0"/>
                <a:ea typeface="Roboto Light" pitchFamily="2" charset="0"/>
                <a:cs typeface="Roboto" charset="0"/>
              </a:rPr>
              <a:pPr algn="r"/>
              <a:t>‹#›</a:t>
            </a:fld>
            <a:endParaRPr lang="en-US" sz="900" b="0" i="0" dirty="0">
              <a:solidFill>
                <a:schemeClr val="tx1"/>
              </a:solidFill>
              <a:latin typeface="Roboto Light" pitchFamily="2" charset="0"/>
              <a:ea typeface="Roboto Light" pitchFamily="2" charset="0"/>
              <a:cs typeface="Roboto" charset="0"/>
            </a:endParaRPr>
          </a:p>
        </p:txBody>
      </p:sp>
      <p:pic>
        <p:nvPicPr>
          <p:cNvPr id="2" name="Picture 1">
            <a:extLst>
              <a:ext uri="{FF2B5EF4-FFF2-40B4-BE49-F238E27FC236}">
                <a16:creationId xmlns:a16="http://schemas.microsoft.com/office/drawing/2014/main" id="{12DA9F9C-0DBC-E940-A1FE-6FF8883D7415}"/>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1522868" y="6638773"/>
            <a:ext cx="574302" cy="201168"/>
          </a:xfrm>
          <a:prstGeom prst="rect">
            <a:avLst/>
          </a:prstGeom>
        </p:spPr>
      </p:pic>
    </p:spTree>
    <p:extLst>
      <p:ext uri="{BB962C8B-B14F-4D97-AF65-F5344CB8AC3E}">
        <p14:creationId xmlns:p14="http://schemas.microsoft.com/office/powerpoint/2010/main" val="4170681065"/>
      </p:ext>
    </p:extLst>
  </p:cSld>
  <p:clrMap bg1="lt1" tx1="dk1" bg2="lt2" tx2="dk2" accent1="accent1" accent2="accent2" accent3="accent3" accent4="accent4" accent5="accent5" accent6="accent6" hlink="hlink" folHlink="folHlink"/>
  <p:sldLayoutIdLst>
    <p:sldLayoutId id="2147483994" r:id="rId1"/>
    <p:sldLayoutId id="2147483995" r:id="rId2"/>
    <p:sldLayoutId id="2147483996" r:id="rId3"/>
    <p:sldLayoutId id="2147483997" r:id="rId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amazon-ec2-creating-an-elastic-cloud-compute-instance/" TargetMode="Externa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hyperlink" Target="https://git.express-scripts.com/ExpressScripts/aws-static-content-terraform-template" TargetMode="Externa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E310ECC-035D-1D42-8F88-AC5946AFA0FA}"/>
              </a:ext>
            </a:extLst>
          </p:cNvPr>
          <p:cNvGrpSpPr/>
          <p:nvPr/>
        </p:nvGrpSpPr>
        <p:grpSpPr>
          <a:xfrm flipV="1">
            <a:off x="3976125" y="2497732"/>
            <a:ext cx="6790770" cy="27432"/>
            <a:chOff x="563174" y="1011290"/>
            <a:chExt cx="6499963" cy="169705"/>
          </a:xfrm>
        </p:grpSpPr>
        <p:sp>
          <p:nvSpPr>
            <p:cNvPr id="8" name="Rectangle 7">
              <a:extLst>
                <a:ext uri="{FF2B5EF4-FFF2-40B4-BE49-F238E27FC236}">
                  <a16:creationId xmlns:a16="http://schemas.microsoft.com/office/drawing/2014/main" id="{498C4A4B-91E9-0643-85FF-AB93715EBA03}"/>
                </a:ext>
              </a:extLst>
            </p:cNvPr>
            <p:cNvSpPr/>
            <p:nvPr/>
          </p:nvSpPr>
          <p:spPr>
            <a:xfrm>
              <a:off x="563174" y="1011290"/>
              <a:ext cx="557117" cy="1697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B89F4B5-865C-6D40-89C7-37CFDB9A8FE0}"/>
                </a:ext>
              </a:extLst>
            </p:cNvPr>
            <p:cNvSpPr/>
            <p:nvPr/>
          </p:nvSpPr>
          <p:spPr>
            <a:xfrm>
              <a:off x="1103433" y="1011290"/>
              <a:ext cx="557117" cy="169705"/>
            </a:xfrm>
            <a:prstGeom prst="rect">
              <a:avLst/>
            </a:prstGeom>
            <a:solidFill>
              <a:srgbClr val="662C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05CDFF6-046F-A740-8C44-98F0BD09861A}"/>
                </a:ext>
              </a:extLst>
            </p:cNvPr>
            <p:cNvSpPr/>
            <p:nvPr/>
          </p:nvSpPr>
          <p:spPr>
            <a:xfrm>
              <a:off x="3264469" y="1011290"/>
              <a:ext cx="557117" cy="169705"/>
            </a:xfrm>
            <a:prstGeom prst="rect">
              <a:avLst/>
            </a:prstGeom>
            <a:solidFill>
              <a:srgbClr val="F79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207BEDB-C763-B94A-B961-2F2EC68ED891}"/>
                </a:ext>
              </a:extLst>
            </p:cNvPr>
            <p:cNvSpPr/>
            <p:nvPr/>
          </p:nvSpPr>
          <p:spPr>
            <a:xfrm>
              <a:off x="5425505" y="1011290"/>
              <a:ext cx="557117" cy="1697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738D99F-8C5C-6248-A6ED-2D942F718F6A}"/>
                </a:ext>
              </a:extLst>
            </p:cNvPr>
            <p:cNvSpPr/>
            <p:nvPr/>
          </p:nvSpPr>
          <p:spPr>
            <a:xfrm>
              <a:off x="5965764" y="1011290"/>
              <a:ext cx="557117" cy="16970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F2E9170-9083-484C-9F96-53501105948F}"/>
                </a:ext>
              </a:extLst>
            </p:cNvPr>
            <p:cNvSpPr/>
            <p:nvPr/>
          </p:nvSpPr>
          <p:spPr>
            <a:xfrm>
              <a:off x="1643692" y="1011290"/>
              <a:ext cx="557117" cy="1697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0775807-4F2A-DB4E-9E42-7B85442B46E0}"/>
                </a:ext>
              </a:extLst>
            </p:cNvPr>
            <p:cNvSpPr/>
            <p:nvPr/>
          </p:nvSpPr>
          <p:spPr>
            <a:xfrm>
              <a:off x="2183951" y="1011290"/>
              <a:ext cx="557117" cy="1697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B6AD812-B622-5D4E-BBA3-222F76ABB6C2}"/>
                </a:ext>
              </a:extLst>
            </p:cNvPr>
            <p:cNvSpPr/>
            <p:nvPr/>
          </p:nvSpPr>
          <p:spPr>
            <a:xfrm>
              <a:off x="2724210" y="1011290"/>
              <a:ext cx="557117" cy="169705"/>
            </a:xfrm>
            <a:prstGeom prst="rect">
              <a:avLst/>
            </a:prstGeom>
            <a:solidFill>
              <a:srgbClr val="E5C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854CAE4D-FE1E-9D41-B01D-B0600984ED25}"/>
                </a:ext>
              </a:extLst>
            </p:cNvPr>
            <p:cNvSpPr/>
            <p:nvPr/>
          </p:nvSpPr>
          <p:spPr>
            <a:xfrm>
              <a:off x="3804728" y="1011290"/>
              <a:ext cx="557117" cy="169705"/>
            </a:xfrm>
            <a:prstGeom prst="rect">
              <a:avLst/>
            </a:pr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13EBA675-95F8-6649-991D-7CD411D833FE}"/>
                </a:ext>
              </a:extLst>
            </p:cNvPr>
            <p:cNvSpPr/>
            <p:nvPr/>
          </p:nvSpPr>
          <p:spPr>
            <a:xfrm>
              <a:off x="4344987" y="1011290"/>
              <a:ext cx="557117" cy="169705"/>
            </a:xfrm>
            <a:prstGeom prst="rect">
              <a:avLst/>
            </a:prstGeom>
            <a:solidFill>
              <a:srgbClr val="9E1F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CDEC2CA-EC28-9447-8B99-D4F336B65E0D}"/>
                </a:ext>
              </a:extLst>
            </p:cNvPr>
            <p:cNvSpPr/>
            <p:nvPr/>
          </p:nvSpPr>
          <p:spPr>
            <a:xfrm>
              <a:off x="4885246" y="1011290"/>
              <a:ext cx="557117" cy="169705"/>
            </a:xfrm>
            <a:prstGeom prst="rect">
              <a:avLst/>
            </a:prstGeom>
            <a:solidFill>
              <a:srgbClr val="360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B30AB0F2-3F87-734B-84AA-DE1FB2FF51CA}"/>
                </a:ext>
              </a:extLst>
            </p:cNvPr>
            <p:cNvSpPr/>
            <p:nvPr/>
          </p:nvSpPr>
          <p:spPr>
            <a:xfrm>
              <a:off x="6506020" y="1011290"/>
              <a:ext cx="557117" cy="1697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Text Placeholder 2">
            <a:extLst>
              <a:ext uri="{FF2B5EF4-FFF2-40B4-BE49-F238E27FC236}">
                <a16:creationId xmlns:a16="http://schemas.microsoft.com/office/drawing/2014/main" id="{EBD85AC3-AB31-C644-A4FE-A86930296A7B}"/>
              </a:ext>
            </a:extLst>
          </p:cNvPr>
          <p:cNvSpPr>
            <a:spLocks noGrp="1"/>
          </p:cNvSpPr>
          <p:nvPr>
            <p:ph type="body" sz="quarter" idx="11"/>
          </p:nvPr>
        </p:nvSpPr>
        <p:spPr>
          <a:xfrm>
            <a:off x="3886851" y="2722330"/>
            <a:ext cx="8123179" cy="1030804"/>
          </a:xfrm>
        </p:spPr>
        <p:txBody>
          <a:bodyPr/>
          <a:lstStyle/>
          <a:p>
            <a:r>
              <a:rPr lang="en-US" dirty="0">
                <a:solidFill>
                  <a:srgbClr val="595959"/>
                </a:solidFill>
              </a:rPr>
              <a:t>Knowledge Sharing Sessio</a:t>
            </a:r>
            <a:r>
              <a:rPr lang="en-US" sz="4000" dirty="0">
                <a:solidFill>
                  <a:srgbClr val="595959"/>
                </a:solidFill>
              </a:rPr>
              <a:t>n</a:t>
            </a:r>
          </a:p>
          <a:p>
            <a:endParaRPr lang="en-US" sz="2800" dirty="0">
              <a:solidFill>
                <a:srgbClr val="595959"/>
              </a:solidFill>
            </a:endParaRPr>
          </a:p>
        </p:txBody>
      </p:sp>
      <p:sp>
        <p:nvSpPr>
          <p:cNvPr id="20" name="TextBox 19">
            <a:extLst>
              <a:ext uri="{FF2B5EF4-FFF2-40B4-BE49-F238E27FC236}">
                <a16:creationId xmlns:a16="http://schemas.microsoft.com/office/drawing/2014/main" id="{8E219E89-4C15-2FE3-88D8-1400CADF4874}"/>
              </a:ext>
            </a:extLst>
          </p:cNvPr>
          <p:cNvSpPr txBox="1"/>
          <p:nvPr/>
        </p:nvSpPr>
        <p:spPr>
          <a:xfrm>
            <a:off x="4216400" y="4021574"/>
            <a:ext cx="6187440"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AWS Static Content Migration </a:t>
            </a:r>
          </a:p>
        </p:txBody>
      </p:sp>
    </p:spTree>
    <p:extLst>
      <p:ext uri="{BB962C8B-B14F-4D97-AF65-F5344CB8AC3E}">
        <p14:creationId xmlns:p14="http://schemas.microsoft.com/office/powerpoint/2010/main" val="1290346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p:cNvSpPr txBox="1">
            <a:spLocks/>
          </p:cNvSpPr>
          <p:nvPr/>
        </p:nvSpPr>
        <p:spPr>
          <a:xfrm>
            <a:off x="254000" y="122238"/>
            <a:ext cx="10785546" cy="782002"/>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lang="en-US" sz="2800" b="1" kern="1200" cap="none" baseline="0" dirty="0">
                <a:solidFill>
                  <a:srgbClr val="58585B"/>
                </a:solidFill>
                <a:latin typeface="Roboto" pitchFamily="2" charset="0"/>
                <a:ea typeface="Roboto" pitchFamily="2" charset="0"/>
                <a:cs typeface="+mj-cs"/>
              </a:defRPr>
            </a:lvl1pPr>
          </a:lstStyle>
          <a:p>
            <a:r>
              <a:rPr lang="en-US" sz="5000" dirty="0">
                <a:solidFill>
                  <a:schemeClr val="accent2">
                    <a:lumMod val="75000"/>
                  </a:schemeClr>
                </a:solidFill>
                <a:latin typeface="Times New Roman" panose="02020603050405020304" pitchFamily="18" charset="0"/>
                <a:cs typeface="Times New Roman" panose="02020603050405020304" pitchFamily="18" charset="0"/>
              </a:rPr>
              <a:t>Contents</a:t>
            </a:r>
          </a:p>
        </p:txBody>
      </p:sp>
      <p:sp>
        <p:nvSpPr>
          <p:cNvPr id="2" name="TextBox 1">
            <a:extLst>
              <a:ext uri="{FF2B5EF4-FFF2-40B4-BE49-F238E27FC236}">
                <a16:creationId xmlns:a16="http://schemas.microsoft.com/office/drawing/2014/main" id="{CF657867-3879-50F4-1165-600E5AAE2EAC}"/>
              </a:ext>
            </a:extLst>
          </p:cNvPr>
          <p:cNvSpPr txBox="1"/>
          <p:nvPr/>
        </p:nvSpPr>
        <p:spPr>
          <a:xfrm>
            <a:off x="115388" y="751344"/>
            <a:ext cx="12006943" cy="2862322"/>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endParaRPr lang="en-US" sz="2000" dirty="0">
              <a:solidFill>
                <a:schemeClr val="accent2">
                  <a:lumMod val="75000"/>
                </a:schemeClr>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Introduction To AWS</a:t>
            </a:r>
          </a:p>
          <a:p>
            <a:pPr marL="285750" indent="-285750" algn="just">
              <a:lnSpc>
                <a:spcPct val="150000"/>
              </a:lnSpc>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Why AWS</a:t>
            </a:r>
          </a:p>
          <a:p>
            <a:pPr marL="285750" indent="-285750" algn="just">
              <a:lnSpc>
                <a:spcPct val="150000"/>
              </a:lnSpc>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What services are provided by AWS</a:t>
            </a:r>
          </a:p>
          <a:p>
            <a:pPr marL="285750" indent="-285750" algn="just">
              <a:lnSpc>
                <a:spcPct val="150000"/>
              </a:lnSpc>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AWS Migration Approach.</a:t>
            </a:r>
          </a:p>
          <a:p>
            <a:pPr marL="285750" indent="-285750" algn="just">
              <a:buFont typeface="Arial" panose="020B0604020202020204" pitchFamily="34" charset="0"/>
              <a:buChar char="•"/>
            </a:pPr>
            <a:endParaRPr lang="en-US" sz="1500" dirty="0">
              <a:solidFill>
                <a:srgbClr val="595959"/>
              </a:solidFill>
              <a:latin typeface="+mj-lt"/>
            </a:endParaRPr>
          </a:p>
          <a:p>
            <a:pPr marL="285750" indent="-285750" algn="just">
              <a:buFont typeface="Wingdings" panose="05000000000000000000" pitchFamily="2" charset="2"/>
              <a:buChar char="v"/>
            </a:pPr>
            <a:endParaRPr lang="en-US" sz="1500" dirty="0">
              <a:solidFill>
                <a:srgbClr val="595959"/>
              </a:solidFill>
              <a:latin typeface="+mj-lt"/>
            </a:endParaRPr>
          </a:p>
        </p:txBody>
      </p:sp>
    </p:spTree>
    <p:extLst>
      <p:ext uri="{BB962C8B-B14F-4D97-AF65-F5344CB8AC3E}">
        <p14:creationId xmlns:p14="http://schemas.microsoft.com/office/powerpoint/2010/main" val="2459220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FFAAC9-B648-83AD-5819-0531C367FD16}"/>
              </a:ext>
            </a:extLst>
          </p:cNvPr>
          <p:cNvSpPr>
            <a:spLocks noGrp="1"/>
          </p:cNvSpPr>
          <p:nvPr>
            <p:ph sz="quarter" idx="13"/>
          </p:nvPr>
        </p:nvSpPr>
        <p:spPr/>
        <p:txBody>
          <a:bodyPr/>
          <a:lstStyle/>
          <a:p>
            <a:pPr>
              <a:lnSpc>
                <a:spcPct val="150000"/>
              </a:lnSpc>
            </a:pP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AWS is basically Global cloud platform which host and manages services over Internet.</a:t>
            </a:r>
            <a:endParaRPr lang="en-US" sz="2000" b="1" i="0" dirty="0">
              <a:solidFill>
                <a:schemeClr val="accent2">
                  <a:lumMod val="75000"/>
                </a:schemeClr>
              </a:solidFill>
              <a:effectLst/>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b="1" i="0" dirty="0">
                <a:solidFill>
                  <a:schemeClr val="accent2">
                    <a:lumMod val="75000"/>
                  </a:schemeClr>
                </a:solidFill>
                <a:effectLst/>
                <a:latin typeface="Times New Roman" panose="02020603050405020304" pitchFamily="18" charset="0"/>
                <a:cs typeface="Times New Roman" panose="02020603050405020304" pitchFamily="18" charset="0"/>
              </a:rPr>
              <a:t>Advantages of Amazon Web Services</a:t>
            </a:r>
          </a:p>
          <a:p>
            <a:pPr marL="342900" indent="-342900">
              <a:lnSpc>
                <a:spcPct val="150000"/>
              </a:lnSpc>
              <a:buFont typeface="Wingdings" panose="05000000000000000000" pitchFamily="2" charset="2"/>
              <a:buChar char="à"/>
            </a:pPr>
            <a:r>
              <a:rPr lang="en-US" sz="2000" dirty="0">
                <a:solidFill>
                  <a:schemeClr val="accent2">
                    <a:lumMod val="75000"/>
                  </a:schemeClr>
                </a:solidFill>
                <a:latin typeface="Times New Roman" panose="02020603050405020304" pitchFamily="18" charset="0"/>
                <a:cs typeface="Times New Roman" panose="02020603050405020304" pitchFamily="18" charset="0"/>
                <a:sym typeface="Wingdings" panose="05000000000000000000" pitchFamily="2" charset="2"/>
              </a:rPr>
              <a:t>Scalability.</a:t>
            </a:r>
          </a:p>
          <a:p>
            <a:pPr marL="342900" indent="-342900">
              <a:lnSpc>
                <a:spcPct val="150000"/>
              </a:lnSpc>
              <a:buFont typeface="Wingdings" panose="05000000000000000000" pitchFamily="2" charset="2"/>
              <a:buChar char="à"/>
            </a:pPr>
            <a:r>
              <a:rPr lang="en-US" sz="2000" dirty="0">
                <a:solidFill>
                  <a:schemeClr val="accent2">
                    <a:lumMod val="75000"/>
                  </a:schemeClr>
                </a:solidFill>
                <a:latin typeface="Times New Roman" panose="02020603050405020304" pitchFamily="18" charset="0"/>
                <a:cs typeface="Times New Roman" panose="02020603050405020304" pitchFamily="18" charset="0"/>
              </a:rPr>
              <a:t>R</a:t>
            </a: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eliable and secure infrastructure.</a:t>
            </a:r>
          </a:p>
          <a:p>
            <a:pPr marL="342900" indent="-342900">
              <a:lnSpc>
                <a:spcPct val="150000"/>
              </a:lnSpc>
              <a:buFont typeface="Wingdings" panose="05000000000000000000" pitchFamily="2" charset="2"/>
              <a:buChar char="à"/>
            </a:pPr>
            <a:r>
              <a:rPr lang="en-US" sz="2000" dirty="0">
                <a:solidFill>
                  <a:schemeClr val="accent2">
                    <a:lumMod val="75000"/>
                  </a:schemeClr>
                </a:solidFill>
                <a:latin typeface="Times New Roman" panose="02020603050405020304" pitchFamily="18" charset="0"/>
                <a:cs typeface="Times New Roman" panose="02020603050405020304" pitchFamily="18" charset="0"/>
              </a:rPr>
              <a:t>Provide w</a:t>
            </a: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ide range of services and tools.</a:t>
            </a:r>
          </a:p>
          <a:p>
            <a:pPr marL="342900" indent="-342900">
              <a:lnSpc>
                <a:spcPct val="150000"/>
              </a:lnSpc>
              <a:buFont typeface="Wingdings" panose="05000000000000000000" pitchFamily="2" charset="2"/>
              <a:buChar char="à"/>
            </a:pP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offers a pay-as-you-go pricing mode</a:t>
            </a:r>
            <a:r>
              <a:rPr lang="en-US" sz="2000" dirty="0">
                <a:solidFill>
                  <a:schemeClr val="accent2">
                    <a:lumMod val="75000"/>
                  </a:schemeClr>
                </a:solidFill>
                <a:latin typeface="Times New Roman" panose="02020603050405020304" pitchFamily="18" charset="0"/>
                <a:cs typeface="Times New Roman" panose="02020603050405020304" pitchFamily="18" charset="0"/>
              </a:rPr>
              <a:t>l.</a:t>
            </a:r>
            <a:endParaRPr lang="en-US" sz="2000" b="0" i="0" dirty="0">
              <a:solidFill>
                <a:schemeClr val="accent2">
                  <a:lumMod val="75000"/>
                </a:schemeClr>
              </a:solidFill>
              <a:effectLst/>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AB6F505-A448-5A52-A4EA-52AA1F50CE8A}"/>
              </a:ext>
            </a:extLst>
          </p:cNvPr>
          <p:cNvSpPr>
            <a:spLocks noGrp="1"/>
          </p:cNvSpPr>
          <p:nvPr>
            <p:ph type="body" sz="quarter" idx="14"/>
          </p:nvPr>
        </p:nvSpPr>
        <p:spPr/>
        <p:txBody>
          <a:bodyPr/>
          <a:lstStyle/>
          <a:p>
            <a:r>
              <a:rPr lang="en-US" sz="3000" b="1" dirty="0">
                <a:solidFill>
                  <a:schemeClr val="accent2">
                    <a:lumMod val="75000"/>
                  </a:schemeClr>
                </a:solidFill>
                <a:latin typeface="Times New Roman" panose="02020603050405020304" pitchFamily="18" charset="0"/>
                <a:cs typeface="Times New Roman" panose="02020603050405020304" pitchFamily="18" charset="0"/>
              </a:rPr>
              <a:t>Introduction To AWS</a:t>
            </a:r>
          </a:p>
        </p:txBody>
      </p:sp>
    </p:spTree>
    <p:extLst>
      <p:ext uri="{BB962C8B-B14F-4D97-AF65-F5344CB8AC3E}">
        <p14:creationId xmlns:p14="http://schemas.microsoft.com/office/powerpoint/2010/main" val="2322881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486768-119D-106B-BBBF-962FE0B6202A}"/>
              </a:ext>
            </a:extLst>
          </p:cNvPr>
          <p:cNvSpPr>
            <a:spLocks noGrp="1"/>
          </p:cNvSpPr>
          <p:nvPr>
            <p:ph sz="quarter" idx="13"/>
          </p:nvPr>
        </p:nvSpPr>
        <p:spPr>
          <a:xfrm>
            <a:off x="777240" y="1005840"/>
            <a:ext cx="10634472" cy="4937760"/>
          </a:xfrm>
        </p:spPr>
        <p:txBody>
          <a:bodyPr/>
          <a:lstStyle/>
          <a:p>
            <a:pPr>
              <a:lnSpc>
                <a:spcPct val="150000"/>
              </a:lnSpc>
            </a:pPr>
            <a:r>
              <a:rPr lang="en-US" sz="2000" b="1" i="0" dirty="0">
                <a:solidFill>
                  <a:schemeClr val="accent2">
                    <a:lumMod val="75000"/>
                  </a:schemeClr>
                </a:solidFill>
                <a:effectLst/>
                <a:latin typeface="Cambria" panose="02040503050406030204" pitchFamily="18" charset="0"/>
              </a:rPr>
              <a:t>7 reasons Why we need to choose AWS as your cloud platform</a:t>
            </a:r>
          </a:p>
          <a:p>
            <a:pPr marL="457200" indent="-457200">
              <a:lnSpc>
                <a:spcPct val="150000"/>
              </a:lnSpc>
              <a:buFont typeface="+mj-lt"/>
              <a:buAutoNum type="arabicPeriod"/>
            </a:pPr>
            <a:r>
              <a:rPr lang="en-US" sz="2000" i="0" dirty="0">
                <a:solidFill>
                  <a:schemeClr val="accent2">
                    <a:lumMod val="75000"/>
                  </a:schemeClr>
                </a:solidFill>
                <a:effectLst/>
                <a:latin typeface="Helvetica Neue"/>
              </a:rPr>
              <a:t>Location</a:t>
            </a:r>
          </a:p>
          <a:p>
            <a:pPr marL="457200" indent="-457200">
              <a:lnSpc>
                <a:spcPct val="150000"/>
              </a:lnSpc>
              <a:buFont typeface="+mj-lt"/>
              <a:buAutoNum type="arabicPeriod"/>
            </a:pPr>
            <a:r>
              <a:rPr lang="en-US" sz="2000" i="0" dirty="0">
                <a:solidFill>
                  <a:schemeClr val="accent2">
                    <a:lumMod val="75000"/>
                  </a:schemeClr>
                </a:solidFill>
                <a:effectLst/>
                <a:latin typeface="Helvetica Neue"/>
              </a:rPr>
              <a:t>Recovery System</a:t>
            </a:r>
          </a:p>
          <a:p>
            <a:pPr marL="457200" indent="-457200">
              <a:lnSpc>
                <a:spcPct val="150000"/>
              </a:lnSpc>
              <a:buFont typeface="+mj-lt"/>
              <a:buAutoNum type="arabicPeriod"/>
            </a:pPr>
            <a:r>
              <a:rPr lang="en-US" sz="2000" i="0" dirty="0">
                <a:solidFill>
                  <a:schemeClr val="accent2">
                    <a:lumMod val="75000"/>
                  </a:schemeClr>
                </a:solidFill>
                <a:effectLst/>
                <a:latin typeface="Helvetica Neue"/>
              </a:rPr>
              <a:t>Better Security</a:t>
            </a:r>
          </a:p>
          <a:p>
            <a:pPr marL="457200" indent="-457200">
              <a:lnSpc>
                <a:spcPct val="150000"/>
              </a:lnSpc>
              <a:buFont typeface="+mj-lt"/>
              <a:buAutoNum type="arabicPeriod"/>
            </a:pPr>
            <a:r>
              <a:rPr lang="en-US" sz="2000" i="0" dirty="0">
                <a:solidFill>
                  <a:schemeClr val="accent2">
                    <a:lumMod val="75000"/>
                  </a:schemeClr>
                </a:solidFill>
                <a:effectLst/>
                <a:latin typeface="Helvetica Neue"/>
              </a:rPr>
              <a:t>Multi-region Backups</a:t>
            </a:r>
          </a:p>
          <a:p>
            <a:pPr marL="457200" indent="-457200">
              <a:lnSpc>
                <a:spcPct val="150000"/>
              </a:lnSpc>
              <a:buFont typeface="+mj-lt"/>
              <a:buAutoNum type="arabicPeriod"/>
            </a:pPr>
            <a:r>
              <a:rPr lang="en-US" sz="2000" dirty="0" err="1">
                <a:solidFill>
                  <a:schemeClr val="accent2">
                    <a:lumMod val="75000"/>
                  </a:schemeClr>
                </a:solidFill>
                <a:latin typeface="Helvetica Neue"/>
              </a:rPr>
              <a:t>Scalabilty</a:t>
            </a:r>
            <a:r>
              <a:rPr lang="en-US" sz="2000" dirty="0">
                <a:solidFill>
                  <a:schemeClr val="accent2">
                    <a:lumMod val="75000"/>
                  </a:schemeClr>
                </a:solidFill>
                <a:latin typeface="Helvetica Neue"/>
              </a:rPr>
              <a:t> Factor</a:t>
            </a:r>
          </a:p>
          <a:p>
            <a:pPr marL="457200" indent="-457200">
              <a:lnSpc>
                <a:spcPct val="150000"/>
              </a:lnSpc>
              <a:buFont typeface="+mj-lt"/>
              <a:buAutoNum type="arabicPeriod"/>
            </a:pPr>
            <a:r>
              <a:rPr lang="en-US" sz="2000" i="0" dirty="0">
                <a:solidFill>
                  <a:schemeClr val="accent2">
                    <a:lumMod val="75000"/>
                  </a:schemeClr>
                </a:solidFill>
                <a:effectLst/>
                <a:latin typeface="Helvetica Neue"/>
              </a:rPr>
              <a:t>Pricing Model</a:t>
            </a:r>
          </a:p>
          <a:p>
            <a:pPr marL="457200" indent="-457200">
              <a:lnSpc>
                <a:spcPct val="150000"/>
              </a:lnSpc>
              <a:buFont typeface="+mj-lt"/>
              <a:buAutoNum type="arabicPeriod"/>
            </a:pPr>
            <a:r>
              <a:rPr lang="en-US" sz="2000" dirty="0" err="1">
                <a:solidFill>
                  <a:schemeClr val="accent2">
                    <a:lumMod val="75000"/>
                  </a:schemeClr>
                </a:solidFill>
                <a:latin typeface="Helvetica Neue"/>
              </a:rPr>
              <a:t>Flexibilty</a:t>
            </a:r>
            <a:endParaRPr lang="en-US" sz="2000" i="0" dirty="0">
              <a:solidFill>
                <a:schemeClr val="accent2">
                  <a:lumMod val="75000"/>
                </a:schemeClr>
              </a:solidFill>
              <a:effectLst/>
              <a:latin typeface="Helvetica Neue"/>
            </a:endParaRPr>
          </a:p>
          <a:p>
            <a:pPr algn="l"/>
            <a:r>
              <a:rPr lang="en-US" sz="2000" b="1" i="0" dirty="0">
                <a:solidFill>
                  <a:srgbClr val="222635"/>
                </a:solidFill>
                <a:effectLst/>
                <a:latin typeface="Helvetica Neue"/>
              </a:rPr>
              <a:t> </a:t>
            </a:r>
            <a:br>
              <a:rPr lang="en-US" sz="2000" dirty="0"/>
            </a:br>
            <a:endParaRPr lang="en-US" sz="2000" b="1" i="0" dirty="0">
              <a:solidFill>
                <a:srgbClr val="222635"/>
              </a:solidFill>
              <a:effectLst/>
              <a:latin typeface="Helvetica Neue"/>
            </a:endParaRPr>
          </a:p>
          <a:p>
            <a:br>
              <a:rPr lang="en-US" sz="2000" dirty="0"/>
            </a:br>
            <a:endParaRPr lang="en-US" sz="2000" b="1" i="0" dirty="0">
              <a:solidFill>
                <a:srgbClr val="222635"/>
              </a:solidFill>
              <a:effectLst/>
              <a:latin typeface="Helvetica Neue"/>
            </a:endParaRPr>
          </a:p>
          <a:p>
            <a:pPr>
              <a:lnSpc>
                <a:spcPct val="150000"/>
              </a:lnSpc>
            </a:pP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3239F471-7F12-C023-7C94-1FAAB2501906}"/>
              </a:ext>
            </a:extLst>
          </p:cNvPr>
          <p:cNvSpPr>
            <a:spLocks noGrp="1"/>
          </p:cNvSpPr>
          <p:nvPr>
            <p:ph type="title"/>
          </p:nvPr>
        </p:nvSpPr>
        <p:spPr>
          <a:xfrm>
            <a:off x="777240" y="274638"/>
            <a:ext cx="10634472" cy="842962"/>
          </a:xfrm>
        </p:spPr>
        <p:txBody>
          <a:bodyPr/>
          <a:lstStyle/>
          <a:p>
            <a:r>
              <a:rPr lang="en-US" dirty="0">
                <a:solidFill>
                  <a:schemeClr val="accent2">
                    <a:lumMod val="75000"/>
                  </a:schemeClr>
                </a:solidFill>
              </a:rPr>
              <a:t>Why AWS?</a:t>
            </a:r>
          </a:p>
        </p:txBody>
      </p:sp>
    </p:spTree>
    <p:extLst>
      <p:ext uri="{BB962C8B-B14F-4D97-AF65-F5344CB8AC3E}">
        <p14:creationId xmlns:p14="http://schemas.microsoft.com/office/powerpoint/2010/main" val="2205067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1A3EF5C-720D-92DC-EB36-2552F750A734}"/>
              </a:ext>
            </a:extLst>
          </p:cNvPr>
          <p:cNvPicPr>
            <a:picLocks noGrp="1" noChangeAspect="1"/>
          </p:cNvPicPr>
          <p:nvPr>
            <p:ph sz="quarter" idx="13"/>
          </p:nvPr>
        </p:nvPicPr>
        <p:blipFill>
          <a:blip r:embed="rId2"/>
          <a:stretch>
            <a:fillRect/>
          </a:stretch>
        </p:blipFill>
        <p:spPr>
          <a:xfrm>
            <a:off x="1097280" y="1036320"/>
            <a:ext cx="9966960" cy="5273040"/>
          </a:xfrm>
        </p:spPr>
      </p:pic>
      <p:sp>
        <p:nvSpPr>
          <p:cNvPr id="4" name="Title 3">
            <a:extLst>
              <a:ext uri="{FF2B5EF4-FFF2-40B4-BE49-F238E27FC236}">
                <a16:creationId xmlns:a16="http://schemas.microsoft.com/office/drawing/2014/main" id="{EEE7A3E7-7E21-9D1E-D46D-202351BCCA74}"/>
              </a:ext>
            </a:extLst>
          </p:cNvPr>
          <p:cNvSpPr>
            <a:spLocks noGrp="1"/>
          </p:cNvSpPr>
          <p:nvPr>
            <p:ph type="title"/>
          </p:nvPr>
        </p:nvSpPr>
        <p:spPr/>
        <p:txBody>
          <a:bodyPr/>
          <a:lstStyle/>
          <a:p>
            <a:r>
              <a:rPr lang="en-US" dirty="0"/>
              <a:t>Services Provided By AWS</a:t>
            </a:r>
          </a:p>
        </p:txBody>
      </p:sp>
    </p:spTree>
    <p:extLst>
      <p:ext uri="{BB962C8B-B14F-4D97-AF65-F5344CB8AC3E}">
        <p14:creationId xmlns:p14="http://schemas.microsoft.com/office/powerpoint/2010/main" val="3574601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526F2A-D68B-4AF4-586B-29565117CDC5}"/>
              </a:ext>
            </a:extLst>
          </p:cNvPr>
          <p:cNvSpPr>
            <a:spLocks noGrp="1"/>
          </p:cNvSpPr>
          <p:nvPr>
            <p:ph sz="quarter" idx="13"/>
          </p:nvPr>
        </p:nvSpPr>
        <p:spPr/>
        <p:txBody>
          <a:bodyPr/>
          <a:lstStyle/>
          <a:p>
            <a:pPr marL="342900" indent="-342900">
              <a:lnSpc>
                <a:spcPct val="150000"/>
              </a:lnSpc>
              <a:buAutoNum type="arabicPeriod"/>
            </a:pPr>
            <a:r>
              <a:rPr lang="en-US" sz="2000" b="1" i="0" dirty="0">
                <a:solidFill>
                  <a:schemeClr val="accent2">
                    <a:lumMod val="75000"/>
                  </a:schemeClr>
                </a:solidFill>
                <a:effectLst/>
                <a:latin typeface="Times New Roman" panose="02020603050405020304" pitchFamily="18" charset="0"/>
                <a:cs typeface="Times New Roman" panose="02020603050405020304" pitchFamily="18" charset="0"/>
              </a:rPr>
              <a:t>Amazon EC2 (Elastic Compute Cloud)</a:t>
            </a:r>
            <a:r>
              <a:rPr lang="en-US" sz="2000" b="1" dirty="0">
                <a:solidFill>
                  <a:schemeClr val="accent2">
                    <a:lumMod val="75000"/>
                  </a:schemeClr>
                </a:solidFill>
                <a:latin typeface="Times New Roman" panose="02020603050405020304" pitchFamily="18" charset="0"/>
                <a:cs typeface="Times New Roman" panose="02020603050405020304" pitchFamily="18" charset="0"/>
              </a:rPr>
              <a:t> : </a:t>
            </a:r>
            <a:r>
              <a:rPr lang="en-US" sz="2000" dirty="0">
                <a:solidFill>
                  <a:schemeClr val="accent2">
                    <a:lumMod val="75000"/>
                  </a:schemeClr>
                </a:solidFill>
                <a:latin typeface="Times New Roman" panose="02020603050405020304" pitchFamily="18" charset="0"/>
                <a:cs typeface="Times New Roman" panose="02020603050405020304" pitchFamily="18" charset="0"/>
              </a:rPr>
              <a:t>EC2 is a web service which aims to make life easier for developers by providing secure and resizable compute capacity in cloud.</a:t>
            </a:r>
            <a:endParaRPr lang="en-US" sz="2000" i="0" dirty="0">
              <a:solidFill>
                <a:schemeClr val="accent2">
                  <a:lumMod val="75000"/>
                </a:schemeClr>
              </a:solidFill>
              <a:effectLst/>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AutoNum type="arabicPeriod"/>
            </a:pPr>
            <a:r>
              <a:rPr lang="en-US" sz="2000" b="1" i="0" dirty="0">
                <a:solidFill>
                  <a:schemeClr val="accent2">
                    <a:lumMod val="75000"/>
                  </a:schemeClr>
                </a:solidFill>
                <a:effectLst/>
                <a:latin typeface="Times New Roman" panose="02020603050405020304" pitchFamily="18" charset="0"/>
                <a:cs typeface="Times New Roman" panose="02020603050405020304" pitchFamily="18" charset="0"/>
              </a:rPr>
              <a:t>Amazon S3 (Simple Storage Service) :</a:t>
            </a:r>
            <a:r>
              <a:rPr lang="en-US" sz="2000" i="0" dirty="0">
                <a:solidFill>
                  <a:schemeClr val="accent2">
                    <a:lumMod val="75000"/>
                  </a:schemeClr>
                </a:solidFill>
                <a:effectLst/>
                <a:latin typeface="Times New Roman" panose="02020603050405020304" pitchFamily="18" charset="0"/>
                <a:cs typeface="Times New Roman" panose="02020603050405020304" pitchFamily="18" charset="0"/>
              </a:rPr>
              <a:t> It is a Public Cloud Storage resource available in AWS S3 platform. </a:t>
            </a: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Amazon S3 buckets are similar to file folders and can be used to store, retrieve, back up and access objects.</a:t>
            </a:r>
            <a:endParaRPr lang="en-US" sz="2000" i="0" dirty="0">
              <a:solidFill>
                <a:schemeClr val="accent2">
                  <a:lumMod val="75000"/>
                </a:schemeClr>
              </a:solidFill>
              <a:effectLst/>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AutoNum type="arabicPeriod"/>
            </a:pPr>
            <a:r>
              <a:rPr lang="en-US" sz="2000" b="1" i="0" dirty="0">
                <a:solidFill>
                  <a:schemeClr val="accent2">
                    <a:lumMod val="75000"/>
                  </a:schemeClr>
                </a:solidFill>
                <a:effectLst/>
                <a:latin typeface="Times New Roman" panose="02020603050405020304" pitchFamily="18" charset="0"/>
                <a:cs typeface="Times New Roman" panose="02020603050405020304" pitchFamily="18" charset="0"/>
              </a:rPr>
              <a:t>Amazon Lambda : </a:t>
            </a:r>
            <a:r>
              <a:rPr lang="en-US" sz="2000" i="0" dirty="0">
                <a:solidFill>
                  <a:schemeClr val="accent2">
                    <a:lumMod val="75000"/>
                  </a:schemeClr>
                </a:solidFill>
                <a:effectLst/>
                <a:latin typeface="Times New Roman" panose="02020603050405020304" pitchFamily="18" charset="0"/>
                <a:cs typeface="Times New Roman" panose="02020603050405020304" pitchFamily="18" charset="0"/>
              </a:rPr>
              <a:t>AWS Lambda is an Amazon serverless computing system that runs code and automatically manages the underlying computing resources like </a:t>
            </a:r>
            <a:r>
              <a:rPr lang="en-US" sz="2000" i="0" u="sng" dirty="0">
                <a:solidFill>
                  <a:schemeClr val="accent2">
                    <a:lumMod val="75000"/>
                  </a:schemeClr>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(EC2)</a:t>
            </a:r>
            <a:r>
              <a:rPr lang="en-US" sz="2000" i="0" dirty="0">
                <a:solidFill>
                  <a:schemeClr val="accent2">
                    <a:lumMod val="75000"/>
                  </a:schemeClr>
                </a:solidFill>
                <a:effectLst/>
                <a:latin typeface="Times New Roman" panose="02020603050405020304" pitchFamily="18" charset="0"/>
                <a:cs typeface="Times New Roman" panose="02020603050405020304" pitchFamily="18" charset="0"/>
              </a:rPr>
              <a:t>.</a:t>
            </a:r>
          </a:p>
          <a:p>
            <a:pPr marL="342900" indent="-342900" algn="l" fontAlgn="base">
              <a:lnSpc>
                <a:spcPct val="150000"/>
              </a:lnSpc>
              <a:buAutoNum type="arabicPeriod" startAt="4"/>
            </a:pPr>
            <a:r>
              <a:rPr lang="en-US" sz="2000" b="1" dirty="0">
                <a:solidFill>
                  <a:schemeClr val="accent2">
                    <a:lumMod val="75000"/>
                  </a:schemeClr>
                </a:solidFill>
                <a:latin typeface="Times New Roman" panose="02020603050405020304" pitchFamily="18" charset="0"/>
                <a:cs typeface="Times New Roman" panose="02020603050405020304" pitchFamily="18" charset="0"/>
              </a:rPr>
              <a:t>Amazon IAM(Identity and Access Management) : </a:t>
            </a:r>
            <a:r>
              <a:rPr lang="en-US" sz="2000" dirty="0">
                <a:solidFill>
                  <a:schemeClr val="accent2">
                    <a:lumMod val="75000"/>
                  </a:schemeClr>
                </a:solidFill>
                <a:latin typeface="Times New Roman" panose="02020603050405020304" pitchFamily="18" charset="0"/>
                <a:cs typeface="Times New Roman" panose="02020603050405020304" pitchFamily="18" charset="0"/>
              </a:rPr>
              <a:t>A</a:t>
            </a: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 web service that helps you securely control access to AWS resources.</a:t>
            </a:r>
            <a:endParaRPr lang="en-US" sz="2000" b="1" dirty="0">
              <a:solidFill>
                <a:schemeClr val="accent2">
                  <a:lumMod val="75000"/>
                </a:schemeClr>
              </a:solidFill>
              <a:latin typeface="Times New Roman" panose="02020603050405020304" pitchFamily="18" charset="0"/>
              <a:cs typeface="Times New Roman" panose="02020603050405020304" pitchFamily="18" charset="0"/>
            </a:endParaRPr>
          </a:p>
          <a:p>
            <a:pPr marL="342900" indent="-342900" algn="l" fontAlgn="base">
              <a:lnSpc>
                <a:spcPct val="150000"/>
              </a:lnSpc>
              <a:buAutoNum type="arabicPeriod" startAt="4"/>
            </a:pPr>
            <a:endParaRPr lang="en-US" sz="2000" dirty="0">
              <a:solidFill>
                <a:srgbClr val="000000"/>
              </a:solidFill>
              <a:latin typeface="Times New Roman" panose="02020603050405020304" pitchFamily="18" charset="0"/>
              <a:cs typeface="Times New Roman" panose="02020603050405020304" pitchFamily="18" charset="0"/>
            </a:endParaRPr>
          </a:p>
          <a:p>
            <a:pPr algn="l" fontAlgn="base"/>
            <a:br>
              <a:rPr lang="en-US" b="0" i="0" dirty="0">
                <a:solidFill>
                  <a:srgbClr val="666666"/>
                </a:solidFill>
                <a:effectLst/>
                <a:latin typeface="Times New Roman" panose="02020603050405020304" pitchFamily="18" charset="0"/>
                <a:cs typeface="Times New Roman" panose="02020603050405020304" pitchFamily="18" charset="0"/>
              </a:rPr>
            </a:br>
            <a:endParaRPr lang="en-US" i="0" dirty="0">
              <a:solidFill>
                <a:srgbClr val="333333"/>
              </a:solidFill>
              <a:effectLst/>
              <a:latin typeface="Times New Roman" panose="02020603050405020304" pitchFamily="18" charset="0"/>
              <a:cs typeface="Times New Roman" panose="02020603050405020304" pitchFamily="18" charset="0"/>
            </a:endParaRPr>
          </a:p>
          <a:p>
            <a:pPr marL="342900" indent="-342900">
              <a:buAutoNum type="arabicPeriod"/>
            </a:pPr>
            <a:endParaRPr lang="en-US" i="0" dirty="0">
              <a:solidFill>
                <a:srgbClr val="333333"/>
              </a:solidFill>
              <a:effectLst/>
              <a:latin typeface="Open Sans" panose="020B0606030504020204" pitchFamily="34" charset="0"/>
            </a:endParaRPr>
          </a:p>
          <a:p>
            <a:endParaRPr lang="en-US" dirty="0"/>
          </a:p>
        </p:txBody>
      </p:sp>
      <p:sp>
        <p:nvSpPr>
          <p:cNvPr id="3" name="Text Placeholder 2">
            <a:extLst>
              <a:ext uri="{FF2B5EF4-FFF2-40B4-BE49-F238E27FC236}">
                <a16:creationId xmlns:a16="http://schemas.microsoft.com/office/drawing/2014/main" id="{A52FBBC0-DF60-E239-17F7-309AFDADF256}"/>
              </a:ext>
            </a:extLst>
          </p:cNvPr>
          <p:cNvSpPr>
            <a:spLocks noGrp="1"/>
          </p:cNvSpPr>
          <p:nvPr>
            <p:ph type="body" sz="quarter" idx="14"/>
          </p:nvPr>
        </p:nvSpPr>
        <p:spPr/>
        <p:txBody>
          <a:bodyPr/>
          <a:lstStyle/>
          <a:p>
            <a:r>
              <a:rPr lang="en-US" sz="2800" b="1" dirty="0">
                <a:solidFill>
                  <a:schemeClr val="accent2">
                    <a:lumMod val="75000"/>
                  </a:schemeClr>
                </a:solidFill>
                <a:latin typeface="Times New Roman" panose="02020603050405020304" pitchFamily="18" charset="0"/>
                <a:cs typeface="Times New Roman" panose="02020603050405020304" pitchFamily="18" charset="0"/>
              </a:rPr>
              <a:t>Services Provided by AWS</a:t>
            </a:r>
          </a:p>
        </p:txBody>
      </p:sp>
    </p:spTree>
    <p:extLst>
      <p:ext uri="{BB962C8B-B14F-4D97-AF65-F5344CB8AC3E}">
        <p14:creationId xmlns:p14="http://schemas.microsoft.com/office/powerpoint/2010/main" val="3187332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D34FF1-C780-FAD8-CD28-81ED39F69778}"/>
              </a:ext>
            </a:extLst>
          </p:cNvPr>
          <p:cNvSpPr>
            <a:spLocks noGrp="1"/>
          </p:cNvSpPr>
          <p:nvPr>
            <p:ph sz="quarter" idx="13"/>
          </p:nvPr>
        </p:nvSpPr>
        <p:spPr/>
        <p:txBody>
          <a:bodyPr/>
          <a:lstStyle/>
          <a:p>
            <a:pPr marL="342900" indent="-342900" algn="l" fontAlgn="base">
              <a:lnSpc>
                <a:spcPct val="150000"/>
              </a:lnSpc>
              <a:buAutoNum type="arabicPeriod" startAt="4"/>
            </a:pPr>
            <a:r>
              <a:rPr lang="en-US" sz="2000" b="1" i="0" dirty="0">
                <a:solidFill>
                  <a:schemeClr val="accent2">
                    <a:lumMod val="75000"/>
                  </a:schemeClr>
                </a:solidFill>
                <a:effectLst/>
                <a:latin typeface="Times New Roman" panose="02020603050405020304" pitchFamily="18" charset="0"/>
                <a:cs typeface="Times New Roman" panose="02020603050405020304" pitchFamily="18" charset="0"/>
              </a:rPr>
              <a:t>Dynamo DB : </a:t>
            </a:r>
            <a:r>
              <a:rPr lang="en-US" sz="2000" dirty="0">
                <a:solidFill>
                  <a:schemeClr val="accent2">
                    <a:lumMod val="75000"/>
                  </a:schemeClr>
                </a:solidFill>
                <a:latin typeface="Times New Roman" panose="02020603050405020304" pitchFamily="18" charset="0"/>
                <a:cs typeface="Times New Roman" panose="02020603050405020304" pitchFamily="18" charset="0"/>
              </a:rPr>
              <a:t>A</a:t>
            </a: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 hosted NoSQL database offered by AWS.</a:t>
            </a:r>
            <a:r>
              <a:rPr lang="en-US" sz="2000" b="1" i="0" dirty="0">
                <a:solidFill>
                  <a:schemeClr val="accent2">
                    <a:lumMod val="75000"/>
                  </a:schemeClr>
                </a:solidFill>
                <a:effectLst/>
                <a:latin typeface="Times New Roman" panose="02020603050405020304" pitchFamily="18" charset="0"/>
                <a:cs typeface="Times New Roman" panose="02020603050405020304" pitchFamily="18" charset="0"/>
              </a:rPr>
              <a:t> </a:t>
            </a:r>
          </a:p>
          <a:p>
            <a:pPr marL="342900" indent="-342900" fontAlgn="base">
              <a:lnSpc>
                <a:spcPct val="150000"/>
              </a:lnSpc>
              <a:buFont typeface="Arial" panose="020B0604020202020204" pitchFamily="34" charset="0"/>
              <a:buAutoNum type="arabicPeriod" startAt="4"/>
            </a:pPr>
            <a:r>
              <a:rPr lang="en-US" sz="2000" b="1" i="0" dirty="0">
                <a:solidFill>
                  <a:schemeClr val="accent2">
                    <a:lumMod val="75000"/>
                  </a:schemeClr>
                </a:solidFill>
                <a:effectLst/>
                <a:latin typeface="Times New Roman" panose="02020603050405020304" pitchFamily="18" charset="0"/>
                <a:cs typeface="Times New Roman" panose="02020603050405020304" pitchFamily="18" charset="0"/>
              </a:rPr>
              <a:t>Amazon CloudFront : </a:t>
            </a: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Amazon CloudFront is a web service that speeds up distribution of your static and dynamic web content, such as .html, .</a:t>
            </a:r>
            <a:r>
              <a:rPr lang="en-US" sz="2000" b="0" i="0" dirty="0" err="1">
                <a:solidFill>
                  <a:schemeClr val="accent2">
                    <a:lumMod val="75000"/>
                  </a:schemeClr>
                </a:solidFill>
                <a:effectLst/>
                <a:latin typeface="Times New Roman" panose="02020603050405020304" pitchFamily="18" charset="0"/>
                <a:cs typeface="Times New Roman" panose="02020603050405020304" pitchFamily="18" charset="0"/>
              </a:rPr>
              <a:t>css</a:t>
            </a: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 .</a:t>
            </a:r>
            <a:r>
              <a:rPr lang="en-US" sz="2000" b="0" i="0" dirty="0" err="1">
                <a:solidFill>
                  <a:schemeClr val="accent2">
                    <a:lumMod val="75000"/>
                  </a:schemeClr>
                </a:solidFill>
                <a:effectLst/>
                <a:latin typeface="Times New Roman" panose="02020603050405020304" pitchFamily="18" charset="0"/>
                <a:cs typeface="Times New Roman" panose="02020603050405020304" pitchFamily="18" charset="0"/>
              </a:rPr>
              <a:t>js</a:t>
            </a: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 and image files, to your users.</a:t>
            </a:r>
            <a:endParaRPr lang="en-US" sz="2000" b="1" i="0" dirty="0">
              <a:solidFill>
                <a:schemeClr val="accent2">
                  <a:lumMod val="75000"/>
                </a:schemeClr>
              </a:solidFill>
              <a:effectLst/>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AutoNum type="arabicPeriod" startAt="4"/>
            </a:pPr>
            <a:r>
              <a:rPr lang="en-US" sz="2000" b="1" i="0" dirty="0">
                <a:solidFill>
                  <a:schemeClr val="accent2">
                    <a:lumMod val="75000"/>
                  </a:schemeClr>
                </a:solidFill>
                <a:effectLst/>
                <a:latin typeface="Times New Roman" panose="02020603050405020304" pitchFamily="18" charset="0"/>
                <a:cs typeface="Times New Roman" panose="02020603050405020304" pitchFamily="18" charset="0"/>
              </a:rPr>
              <a:t>Amazon </a:t>
            </a:r>
            <a:r>
              <a:rPr lang="en-US" sz="2000" b="1" i="0" dirty="0" err="1">
                <a:solidFill>
                  <a:schemeClr val="accent2">
                    <a:lumMod val="75000"/>
                  </a:schemeClr>
                </a:solidFill>
                <a:effectLst/>
                <a:latin typeface="Times New Roman" panose="02020603050405020304" pitchFamily="18" charset="0"/>
                <a:cs typeface="Times New Roman" panose="02020603050405020304" pitchFamily="18" charset="0"/>
              </a:rPr>
              <a:t>Cloudwatch</a:t>
            </a:r>
            <a:r>
              <a:rPr lang="en-US" sz="2000" b="1" i="0" dirty="0">
                <a:solidFill>
                  <a:schemeClr val="accent2">
                    <a:lumMod val="75000"/>
                  </a:schemeClr>
                </a:solidFill>
                <a:effectLst/>
                <a:latin typeface="Times New Roman" panose="02020603050405020304" pitchFamily="18" charset="0"/>
                <a:cs typeface="Times New Roman" panose="02020603050405020304" pitchFamily="18" charset="0"/>
              </a:rPr>
              <a:t> : </a:t>
            </a: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Amazon CloudWatch monitors your AWS resources and the applications you run on AWS in real time. You can use CloudWatch to collect and track metrics, which are variables you can measure for your resources and applications</a:t>
            </a:r>
            <a:r>
              <a:rPr lang="en-US" sz="2000" b="0" i="0" dirty="0">
                <a:solidFill>
                  <a:srgbClr val="16191F"/>
                </a:solidFill>
                <a:effectLst/>
                <a:latin typeface="Times New Roman" panose="02020603050405020304" pitchFamily="18" charset="0"/>
                <a:cs typeface="Times New Roman" panose="02020603050405020304" pitchFamily="18" charset="0"/>
              </a:rPr>
              <a:t>.</a:t>
            </a:r>
            <a:endParaRPr lang="en-US" sz="2000" b="1" i="0" dirty="0">
              <a:solidFill>
                <a:srgbClr val="000000"/>
              </a:solidFill>
              <a:effectLst/>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60348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8DF9DF-50AF-56B9-CC63-8CF15D82453D}"/>
              </a:ext>
            </a:extLst>
          </p:cNvPr>
          <p:cNvSpPr>
            <a:spLocks noGrp="1"/>
          </p:cNvSpPr>
          <p:nvPr>
            <p:ph type="title"/>
          </p:nvPr>
        </p:nvSpPr>
        <p:spPr>
          <a:xfrm>
            <a:off x="411480" y="0"/>
            <a:ext cx="10541000" cy="868362"/>
          </a:xfrm>
        </p:spPr>
        <p:txBody>
          <a:bodyPr/>
          <a:lstStyle/>
          <a:p>
            <a:br>
              <a:rPr lang="en-US" dirty="0"/>
            </a:br>
            <a:r>
              <a:rPr lang="en-US" dirty="0"/>
              <a:t>AWS migration Approach</a:t>
            </a:r>
          </a:p>
        </p:txBody>
      </p:sp>
      <p:pic>
        <p:nvPicPr>
          <p:cNvPr id="19" name="Picture 18">
            <a:extLst>
              <a:ext uri="{FF2B5EF4-FFF2-40B4-BE49-F238E27FC236}">
                <a16:creationId xmlns:a16="http://schemas.microsoft.com/office/drawing/2014/main" id="{62275027-D1C9-7E5E-8001-ED2E43A7D8A9}"/>
              </a:ext>
            </a:extLst>
          </p:cNvPr>
          <p:cNvPicPr>
            <a:picLocks noChangeAspect="1"/>
          </p:cNvPicPr>
          <p:nvPr/>
        </p:nvPicPr>
        <p:blipFill>
          <a:blip r:embed="rId2"/>
          <a:stretch>
            <a:fillRect/>
          </a:stretch>
        </p:blipFill>
        <p:spPr>
          <a:xfrm>
            <a:off x="1239520" y="1371600"/>
            <a:ext cx="8980805" cy="5081587"/>
          </a:xfrm>
          <a:prstGeom prst="rect">
            <a:avLst/>
          </a:prstGeom>
        </p:spPr>
      </p:pic>
    </p:spTree>
    <p:extLst>
      <p:ext uri="{BB962C8B-B14F-4D97-AF65-F5344CB8AC3E}">
        <p14:creationId xmlns:p14="http://schemas.microsoft.com/office/powerpoint/2010/main" val="3433978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CE1A2A4-8213-0C94-8EC4-4705C8BFD2EB}"/>
              </a:ext>
            </a:extLst>
          </p:cNvPr>
          <p:cNvPicPr>
            <a:picLocks noChangeAspect="1"/>
          </p:cNvPicPr>
          <p:nvPr/>
        </p:nvPicPr>
        <p:blipFill>
          <a:blip r:embed="rId2"/>
          <a:stretch>
            <a:fillRect/>
          </a:stretch>
        </p:blipFill>
        <p:spPr>
          <a:xfrm>
            <a:off x="2509520" y="719137"/>
            <a:ext cx="6403251" cy="5419725"/>
          </a:xfrm>
          <a:prstGeom prst="rect">
            <a:avLst/>
          </a:prstGeom>
        </p:spPr>
      </p:pic>
    </p:spTree>
    <p:extLst>
      <p:ext uri="{BB962C8B-B14F-4D97-AF65-F5344CB8AC3E}">
        <p14:creationId xmlns:p14="http://schemas.microsoft.com/office/powerpoint/2010/main" val="2140553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7BC536-B1F3-9FD5-73FD-2E76863D6430}"/>
              </a:ext>
            </a:extLst>
          </p:cNvPr>
          <p:cNvSpPr>
            <a:spLocks noGrp="1"/>
          </p:cNvSpPr>
          <p:nvPr>
            <p:ph sz="quarter" idx="13"/>
          </p:nvPr>
        </p:nvSpPr>
        <p:spPr>
          <a:xfrm>
            <a:off x="777240" y="1270000"/>
            <a:ext cx="10634472" cy="4673600"/>
          </a:xfrm>
        </p:spPr>
        <p:txBody>
          <a:bodyPr/>
          <a:lstStyle/>
          <a:p>
            <a:pPr marL="285750" indent="-285750">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AWS account creation</a:t>
            </a:r>
          </a:p>
          <a:p>
            <a:r>
              <a:rPr lang="en-US" sz="2000" dirty="0">
                <a:solidFill>
                  <a:schemeClr val="accent2">
                    <a:lumMod val="75000"/>
                  </a:schemeClr>
                </a:solidFill>
                <a:latin typeface="Times New Roman" panose="02020603050405020304" pitchFamily="18" charset="0"/>
                <a:cs typeface="Times New Roman" panose="02020603050405020304" pitchFamily="18" charset="0"/>
              </a:rPr>
              <a:t>   -&gt; It should be created in Hermes.</a:t>
            </a:r>
          </a:p>
          <a:p>
            <a:r>
              <a:rPr lang="en-US" sz="2000" dirty="0">
                <a:solidFill>
                  <a:schemeClr val="accent2">
                    <a:lumMod val="75000"/>
                  </a:schemeClr>
                </a:solidFill>
                <a:latin typeface="Times New Roman" panose="02020603050405020304" pitchFamily="18" charset="0"/>
                <a:cs typeface="Times New Roman" panose="02020603050405020304" pitchFamily="18" charset="0"/>
              </a:rPr>
              <a:t>   -&gt; AWS Deployer role creation Using RAAS.</a:t>
            </a:r>
          </a:p>
          <a:p>
            <a:r>
              <a:rPr lang="en-US" sz="2000" dirty="0">
                <a:solidFill>
                  <a:schemeClr val="accent2">
                    <a:lumMod val="75000"/>
                  </a:schemeClr>
                </a:solidFill>
                <a:latin typeface="Times New Roman" panose="02020603050405020304" pitchFamily="18" charset="0"/>
                <a:cs typeface="Times New Roman" panose="02020603050405020304" pitchFamily="18" charset="0"/>
              </a:rPr>
              <a:t>   -&gt;  Raising Access to AWS.</a:t>
            </a:r>
          </a:p>
          <a:p>
            <a:endParaRPr lang="en-US" sz="2000" dirty="0">
              <a:solidFill>
                <a:schemeClr val="accent2">
                  <a:lumMod val="7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Generic Id creation</a:t>
            </a:r>
          </a:p>
          <a:p>
            <a:r>
              <a:rPr lang="en-US" sz="2000" dirty="0">
                <a:solidFill>
                  <a:schemeClr val="accent2">
                    <a:lumMod val="75000"/>
                  </a:schemeClr>
                </a:solidFill>
                <a:latin typeface="Times New Roman" panose="02020603050405020304" pitchFamily="18" charset="0"/>
                <a:cs typeface="Times New Roman" panose="02020603050405020304" pitchFamily="18" charset="0"/>
              </a:rPr>
              <a:t>   -&gt; ID format</a:t>
            </a:r>
          </a:p>
          <a:p>
            <a:r>
              <a:rPr lang="en-US" sz="2000" dirty="0">
                <a:solidFill>
                  <a:schemeClr val="accent2">
                    <a:lumMod val="75000"/>
                  </a:schemeClr>
                </a:solidFill>
                <a:latin typeface="Times New Roman" panose="02020603050405020304" pitchFamily="18" charset="0"/>
                <a:cs typeface="Times New Roman" panose="02020603050405020304" pitchFamily="18" charset="0"/>
              </a:rPr>
              <a:t>   -&gt; DAWS-HS-(Service Name)</a:t>
            </a:r>
          </a:p>
          <a:p>
            <a:r>
              <a:rPr lang="en-US" sz="2000" dirty="0">
                <a:solidFill>
                  <a:schemeClr val="accent2">
                    <a:lumMod val="75000"/>
                  </a:schemeClr>
                </a:solidFill>
                <a:latin typeface="Times New Roman" panose="02020603050405020304" pitchFamily="18" charset="0"/>
                <a:cs typeface="Times New Roman" panose="02020603050405020304" pitchFamily="18" charset="0"/>
              </a:rPr>
              <a:t>   -&gt; TAWS-HS-(Service Name)</a:t>
            </a:r>
          </a:p>
          <a:p>
            <a:r>
              <a:rPr lang="en-US" sz="2000" dirty="0">
                <a:solidFill>
                  <a:schemeClr val="accent2">
                    <a:lumMod val="75000"/>
                  </a:schemeClr>
                </a:solidFill>
                <a:latin typeface="Times New Roman" panose="02020603050405020304" pitchFamily="18" charset="0"/>
                <a:cs typeface="Times New Roman" panose="02020603050405020304" pitchFamily="18" charset="0"/>
              </a:rPr>
              <a:t>   -&gt; PAWS-HS-(Service Name)</a:t>
            </a:r>
          </a:p>
        </p:txBody>
      </p:sp>
      <p:sp>
        <p:nvSpPr>
          <p:cNvPr id="4" name="Title 3">
            <a:extLst>
              <a:ext uri="{FF2B5EF4-FFF2-40B4-BE49-F238E27FC236}">
                <a16:creationId xmlns:a16="http://schemas.microsoft.com/office/drawing/2014/main" id="{437586D3-CFF4-BF7F-D79D-073ACA512BEC}"/>
              </a:ext>
            </a:extLst>
          </p:cNvPr>
          <p:cNvSpPr>
            <a:spLocks noGrp="1"/>
          </p:cNvSpPr>
          <p:nvPr>
            <p:ph type="title"/>
          </p:nvPr>
        </p:nvSpPr>
        <p:spPr/>
        <p:txBody>
          <a:bodyPr/>
          <a:lstStyle/>
          <a:p>
            <a:r>
              <a:rPr lang="en-US" sz="3500" dirty="0">
                <a:solidFill>
                  <a:schemeClr val="accent2">
                    <a:lumMod val="75000"/>
                  </a:schemeClr>
                </a:solidFill>
                <a:latin typeface="Times New Roman" panose="02020603050405020304" pitchFamily="18" charset="0"/>
                <a:cs typeface="Times New Roman" panose="02020603050405020304" pitchFamily="18" charset="0"/>
              </a:rPr>
              <a:t>Prerequisites</a:t>
            </a:r>
          </a:p>
        </p:txBody>
      </p:sp>
    </p:spTree>
    <p:extLst>
      <p:ext uri="{BB962C8B-B14F-4D97-AF65-F5344CB8AC3E}">
        <p14:creationId xmlns:p14="http://schemas.microsoft.com/office/powerpoint/2010/main" val="2843938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69F00C-4747-3840-10E9-CB4E33AF74D6}"/>
              </a:ext>
            </a:extLst>
          </p:cNvPr>
          <p:cNvSpPr>
            <a:spLocks noGrp="1"/>
          </p:cNvSpPr>
          <p:nvPr>
            <p:ph sz="quarter" idx="13"/>
          </p:nvPr>
        </p:nvSpPr>
        <p:spPr>
          <a:xfrm>
            <a:off x="777240" y="1300480"/>
            <a:ext cx="10634472" cy="4643120"/>
          </a:xfrm>
        </p:spPr>
        <p:txBody>
          <a:bodyPr/>
          <a:lstStyle/>
          <a:p>
            <a:r>
              <a:rPr lang="en-US" sz="2000" b="1" dirty="0">
                <a:solidFill>
                  <a:schemeClr val="accent2">
                    <a:lumMod val="75000"/>
                  </a:schemeClr>
                </a:solidFill>
                <a:latin typeface="Times New Roman" panose="02020603050405020304" pitchFamily="18" charset="0"/>
                <a:cs typeface="Times New Roman" panose="02020603050405020304" pitchFamily="18" charset="0"/>
              </a:rPr>
              <a:t>Creating S3 buckets with policies using Terraform</a:t>
            </a:r>
          </a:p>
          <a:p>
            <a:endParaRPr lang="en-US" b="1" dirty="0"/>
          </a:p>
          <a:p>
            <a:pPr marL="285750" indent="-285750">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Create Terraform using the template below</a:t>
            </a:r>
          </a:p>
          <a:p>
            <a:pPr>
              <a:lnSpc>
                <a:spcPct val="150000"/>
              </a:lnSpc>
            </a:pPr>
            <a:r>
              <a:rPr lang="en-US" dirty="0">
                <a:solidFill>
                  <a:schemeClr val="accent2">
                    <a:lumMod val="75000"/>
                  </a:schemeClr>
                </a:solidFill>
                <a:latin typeface="Segoe UI" panose="020B0502040204020203" pitchFamily="34" charset="0"/>
              </a:rPr>
              <a:t>   </a:t>
            </a: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&gt;</a:t>
            </a:r>
            <a:r>
              <a:rPr lang="en-US" sz="2000" b="0" i="0" u="sng" dirty="0">
                <a:solidFill>
                  <a:schemeClr val="accent2">
                    <a:lumMod val="75000"/>
                  </a:schemeClr>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https://git.express-scripts.com/ExpressScripts/aws-static-content-terraform-template</a:t>
            </a: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Edit the application details with in the terraform file and Jenkins file.</a:t>
            </a:r>
          </a:p>
          <a:p>
            <a:pPr>
              <a:lnSpc>
                <a:spcPct val="150000"/>
              </a:lnSpc>
            </a:pP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   &gt; Dev, Dev-Candidate, </a:t>
            </a:r>
            <a:r>
              <a:rPr lang="en-US" sz="2000" b="0" i="0" dirty="0" err="1">
                <a:solidFill>
                  <a:schemeClr val="accent2">
                    <a:lumMod val="75000"/>
                  </a:schemeClr>
                </a:solidFill>
                <a:effectLst/>
                <a:latin typeface="Times New Roman" panose="02020603050405020304" pitchFamily="18" charset="0"/>
                <a:cs typeface="Times New Roman" panose="02020603050405020304" pitchFamily="18" charset="0"/>
              </a:rPr>
              <a:t>Qa</a:t>
            </a:r>
            <a:r>
              <a:rPr lang="en-US" sz="2000" dirty="0">
                <a:solidFill>
                  <a:schemeClr val="accent2">
                    <a:lumMod val="75000"/>
                  </a:schemeClr>
                </a:solidFill>
                <a:latin typeface="Times New Roman" panose="02020603050405020304" pitchFamily="18" charset="0"/>
                <a:cs typeface="Times New Roman" panose="02020603050405020304" pitchFamily="18" charset="0"/>
              </a:rPr>
              <a:t>, </a:t>
            </a:r>
            <a:r>
              <a:rPr lang="en-US" sz="2000" dirty="0" err="1">
                <a:solidFill>
                  <a:schemeClr val="accent2">
                    <a:lumMod val="75000"/>
                  </a:schemeClr>
                </a:solidFill>
                <a:latin typeface="Times New Roman" panose="02020603050405020304" pitchFamily="18" charset="0"/>
                <a:cs typeface="Times New Roman" panose="02020603050405020304" pitchFamily="18" charset="0"/>
              </a:rPr>
              <a:t>Qa</a:t>
            </a:r>
            <a:r>
              <a:rPr lang="en-US" sz="2000" dirty="0">
                <a:solidFill>
                  <a:schemeClr val="accent2">
                    <a:lumMod val="75000"/>
                  </a:schemeClr>
                </a:solidFill>
                <a:latin typeface="Times New Roman" panose="02020603050405020304" pitchFamily="18" charset="0"/>
                <a:cs typeface="Times New Roman" panose="02020603050405020304" pitchFamily="18" charset="0"/>
              </a:rPr>
              <a:t>-candidate</a:t>
            </a:r>
          </a:p>
          <a:p>
            <a:pPr marL="285750" indent="-285750">
              <a:lnSpc>
                <a:spcPct val="150000"/>
              </a:lnSpc>
              <a:buFont typeface="Arial" panose="020B0604020202020204" pitchFamily="34" charset="0"/>
              <a:buChar char="•"/>
            </a:pP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Create the separate Jenkins Pipeline for Terrafo</a:t>
            </a:r>
            <a:r>
              <a:rPr lang="en-US" sz="2000" dirty="0">
                <a:solidFill>
                  <a:schemeClr val="accent2">
                    <a:lumMod val="75000"/>
                  </a:schemeClr>
                </a:solidFill>
                <a:latin typeface="Times New Roman" panose="02020603050405020304" pitchFamily="18" charset="0"/>
                <a:cs typeface="Times New Roman" panose="02020603050405020304" pitchFamily="18" charset="0"/>
              </a:rPr>
              <a:t>rm Execution.</a:t>
            </a:r>
          </a:p>
          <a:p>
            <a:pPr marL="285750" indent="-285750">
              <a:lnSpc>
                <a:spcPct val="150000"/>
              </a:lnSpc>
              <a:buFont typeface="Arial" panose="020B0604020202020204" pitchFamily="34" charset="0"/>
              <a:buChar char="•"/>
            </a:pPr>
            <a:r>
              <a:rPr lang="en-US" sz="2000" b="0" i="0" dirty="0">
                <a:solidFill>
                  <a:schemeClr val="accent2">
                    <a:lumMod val="75000"/>
                  </a:schemeClr>
                </a:solidFill>
                <a:effectLst/>
                <a:latin typeface="Times New Roman" panose="02020603050405020304" pitchFamily="18" charset="0"/>
                <a:cs typeface="Times New Roman" panose="02020603050405020304" pitchFamily="18" charset="0"/>
              </a:rPr>
              <a:t>Run the Terr</a:t>
            </a:r>
            <a:r>
              <a:rPr lang="en-US" sz="2000" dirty="0">
                <a:solidFill>
                  <a:schemeClr val="accent2">
                    <a:lumMod val="75000"/>
                  </a:schemeClr>
                </a:solidFill>
                <a:latin typeface="Times New Roman" panose="02020603050405020304" pitchFamily="18" charset="0"/>
                <a:cs typeface="Times New Roman" panose="02020603050405020304" pitchFamily="18" charset="0"/>
              </a:rPr>
              <a:t>aform.</a:t>
            </a:r>
            <a:endParaRPr lang="en-US" sz="2000" b="0" i="0" dirty="0">
              <a:solidFill>
                <a:schemeClr val="accent2">
                  <a:lumMod val="75000"/>
                </a:schemeClr>
              </a:solidFill>
              <a:effectLst/>
              <a:latin typeface="Times New Roman" panose="02020603050405020304" pitchFamily="18" charset="0"/>
              <a:cs typeface="Times New Roman" panose="02020603050405020304" pitchFamily="18" charset="0"/>
            </a:endParaRPr>
          </a:p>
          <a:p>
            <a:endParaRPr lang="en-US" b="1" dirty="0"/>
          </a:p>
        </p:txBody>
      </p:sp>
      <p:sp>
        <p:nvSpPr>
          <p:cNvPr id="4" name="Title 3">
            <a:extLst>
              <a:ext uri="{FF2B5EF4-FFF2-40B4-BE49-F238E27FC236}">
                <a16:creationId xmlns:a16="http://schemas.microsoft.com/office/drawing/2014/main" id="{6192922B-6E29-E85B-A498-6FE15A83D810}"/>
              </a:ext>
            </a:extLst>
          </p:cNvPr>
          <p:cNvSpPr>
            <a:spLocks noGrp="1"/>
          </p:cNvSpPr>
          <p:nvPr>
            <p:ph type="title"/>
          </p:nvPr>
        </p:nvSpPr>
        <p:spPr/>
        <p:txBody>
          <a:bodyPr/>
          <a:lstStyle/>
          <a:p>
            <a:r>
              <a:rPr lang="en-US" sz="3500" dirty="0">
                <a:solidFill>
                  <a:schemeClr val="accent2">
                    <a:lumMod val="75000"/>
                  </a:schemeClr>
                </a:solidFill>
                <a:latin typeface="Times New Roman" panose="02020603050405020304" pitchFamily="18" charset="0"/>
                <a:cs typeface="Times New Roman" panose="02020603050405020304" pitchFamily="18" charset="0"/>
              </a:rPr>
              <a:t>Deployment Process</a:t>
            </a:r>
          </a:p>
        </p:txBody>
      </p:sp>
    </p:spTree>
    <p:extLst>
      <p:ext uri="{BB962C8B-B14F-4D97-AF65-F5344CB8AC3E}">
        <p14:creationId xmlns:p14="http://schemas.microsoft.com/office/powerpoint/2010/main" val="1767936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DBCA88-0AC4-E271-2BD6-3A6234CDF9AD}"/>
              </a:ext>
            </a:extLst>
          </p:cNvPr>
          <p:cNvSpPr>
            <a:spLocks noGrp="1"/>
          </p:cNvSpPr>
          <p:nvPr>
            <p:ph sz="quarter" idx="13"/>
          </p:nvPr>
        </p:nvSpPr>
        <p:spPr/>
        <p:txBody>
          <a:bodyPr/>
          <a:lstStyle/>
          <a:p>
            <a:pPr marL="285750" indent="-285750">
              <a:lnSpc>
                <a:spcPct val="150000"/>
              </a:lnSpc>
              <a:buFont typeface="Arial" panose="020B0604020202020204" pitchFamily="34" charset="0"/>
              <a:buChar char="•"/>
            </a:pPr>
            <a:r>
              <a:rPr lang="en-US" sz="2200" dirty="0">
                <a:solidFill>
                  <a:schemeClr val="accent2">
                    <a:lumMod val="75000"/>
                  </a:schemeClr>
                </a:solidFill>
                <a:latin typeface="Times New Roman" panose="02020603050405020304" pitchFamily="18" charset="0"/>
                <a:cs typeface="Times New Roman" panose="02020603050405020304" pitchFamily="18" charset="0"/>
              </a:rPr>
              <a:t>Create separate Feature branch with Jenkins file.</a:t>
            </a:r>
          </a:p>
          <a:p>
            <a:pPr marL="285750" indent="-285750">
              <a:lnSpc>
                <a:spcPct val="150000"/>
              </a:lnSpc>
              <a:buFont typeface="Arial" panose="020B0604020202020204" pitchFamily="34" charset="0"/>
              <a:buChar char="•"/>
            </a:pPr>
            <a:r>
              <a:rPr lang="en-US" sz="2200" dirty="0">
                <a:solidFill>
                  <a:schemeClr val="accent2">
                    <a:lumMod val="75000"/>
                  </a:schemeClr>
                </a:solidFill>
                <a:latin typeface="Times New Roman" panose="02020603050405020304" pitchFamily="18" charset="0"/>
                <a:cs typeface="Times New Roman" panose="02020603050405020304" pitchFamily="18" charset="0"/>
              </a:rPr>
              <a:t>In Jenkins file fill the details like Generic ids and S3 buckets details.</a:t>
            </a:r>
          </a:p>
          <a:p>
            <a:pPr marL="285750" indent="-285750">
              <a:lnSpc>
                <a:spcPct val="150000"/>
              </a:lnSpc>
              <a:buFont typeface="Arial" panose="020B0604020202020204" pitchFamily="34" charset="0"/>
              <a:buChar char="•"/>
            </a:pPr>
            <a:r>
              <a:rPr lang="en-US" sz="2200" dirty="0">
                <a:solidFill>
                  <a:schemeClr val="accent2">
                    <a:lumMod val="75000"/>
                  </a:schemeClr>
                </a:solidFill>
                <a:latin typeface="Times New Roman" panose="02020603050405020304" pitchFamily="18" charset="0"/>
                <a:cs typeface="Times New Roman" panose="02020603050405020304" pitchFamily="18" charset="0"/>
              </a:rPr>
              <a:t>Create the separate Jenkins file for application deployment.</a:t>
            </a:r>
          </a:p>
          <a:p>
            <a:pPr marL="285750" indent="-285750">
              <a:lnSpc>
                <a:spcPct val="150000"/>
              </a:lnSpc>
              <a:buFont typeface="Arial" panose="020B0604020202020204" pitchFamily="34" charset="0"/>
              <a:buChar char="•"/>
            </a:pPr>
            <a:r>
              <a:rPr lang="en-US" sz="2200" dirty="0">
                <a:solidFill>
                  <a:schemeClr val="accent2">
                    <a:lumMod val="75000"/>
                  </a:schemeClr>
                </a:solidFill>
                <a:latin typeface="Times New Roman" panose="02020603050405020304" pitchFamily="18" charset="0"/>
                <a:cs typeface="Times New Roman" panose="02020603050405020304" pitchFamily="18" charset="0"/>
              </a:rPr>
              <a:t>After it successfully deployed login to </a:t>
            </a:r>
            <a:r>
              <a:rPr lang="en-US" sz="2200" dirty="0" err="1">
                <a:solidFill>
                  <a:schemeClr val="accent2">
                    <a:lumMod val="75000"/>
                  </a:schemeClr>
                </a:solidFill>
                <a:latin typeface="Times New Roman" panose="02020603050405020304" pitchFamily="18" charset="0"/>
                <a:cs typeface="Times New Roman" panose="02020603050405020304" pitchFamily="18" charset="0"/>
              </a:rPr>
              <a:t>aws</a:t>
            </a:r>
            <a:r>
              <a:rPr lang="en-US" sz="2200" dirty="0">
                <a:solidFill>
                  <a:schemeClr val="accent2">
                    <a:lumMod val="75000"/>
                  </a:schemeClr>
                </a:solidFill>
                <a:latin typeface="Times New Roman" panose="02020603050405020304" pitchFamily="18" charset="0"/>
                <a:cs typeface="Times New Roman" panose="02020603050405020304" pitchFamily="18" charset="0"/>
              </a:rPr>
              <a:t> and test the </a:t>
            </a:r>
            <a:r>
              <a:rPr lang="en-US" sz="2200" dirty="0" err="1">
                <a:solidFill>
                  <a:schemeClr val="accent2">
                    <a:lumMod val="75000"/>
                  </a:schemeClr>
                </a:solidFill>
                <a:latin typeface="Times New Roman" panose="02020603050405020304" pitchFamily="18" charset="0"/>
                <a:cs typeface="Times New Roman" panose="02020603050405020304" pitchFamily="18" charset="0"/>
              </a:rPr>
              <a:t>urls</a:t>
            </a:r>
            <a:r>
              <a:rPr lang="en-US" sz="2200" dirty="0">
                <a:solidFill>
                  <a:schemeClr val="accent2">
                    <a:lumMod val="75000"/>
                  </a:schemeClr>
                </a:solidFill>
                <a:latin typeface="Times New Roman" panose="02020603050405020304" pitchFamily="18" charset="0"/>
                <a:cs typeface="Times New Roman" panose="02020603050405020304" pitchFamily="18" charset="0"/>
              </a:rPr>
              <a:t>.</a:t>
            </a:r>
          </a:p>
        </p:txBody>
      </p:sp>
      <p:sp>
        <p:nvSpPr>
          <p:cNvPr id="4" name="Title 3">
            <a:extLst>
              <a:ext uri="{FF2B5EF4-FFF2-40B4-BE49-F238E27FC236}">
                <a16:creationId xmlns:a16="http://schemas.microsoft.com/office/drawing/2014/main" id="{8222E595-5C4D-0666-6987-A8FCBB0C7C35}"/>
              </a:ext>
            </a:extLst>
          </p:cNvPr>
          <p:cNvSpPr>
            <a:spLocks noGrp="1"/>
          </p:cNvSpPr>
          <p:nvPr>
            <p:ph type="title"/>
          </p:nvPr>
        </p:nvSpPr>
        <p:spPr/>
        <p:txBody>
          <a:bodyPr/>
          <a:lstStyle/>
          <a:p>
            <a:r>
              <a:rPr lang="en-US" sz="3500" dirty="0">
                <a:solidFill>
                  <a:schemeClr val="accent2">
                    <a:lumMod val="75000"/>
                  </a:schemeClr>
                </a:solidFill>
                <a:latin typeface="Times New Roman" panose="02020603050405020304" pitchFamily="18" charset="0"/>
                <a:cs typeface="Times New Roman" panose="02020603050405020304" pitchFamily="18" charset="0"/>
              </a:rPr>
              <a:t>Application Deployment</a:t>
            </a:r>
          </a:p>
        </p:txBody>
      </p:sp>
    </p:spTree>
    <p:extLst>
      <p:ext uri="{BB962C8B-B14F-4D97-AF65-F5344CB8AC3E}">
        <p14:creationId xmlns:p14="http://schemas.microsoft.com/office/powerpoint/2010/main" val="1618879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ank You In Russian : Thank You Flowers - WeNeedFun : Now in russian ...">
            <a:extLst>
              <a:ext uri="{FF2B5EF4-FFF2-40B4-BE49-F238E27FC236}">
                <a16:creationId xmlns:a16="http://schemas.microsoft.com/office/drawing/2014/main" id="{C9D7AD5C-6520-7300-393B-C96ECBD3CDDE}"/>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2174240" y="894080"/>
            <a:ext cx="7884159" cy="5049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89953"/>
      </p:ext>
    </p:extLst>
  </p:cSld>
  <p:clrMapOvr>
    <a:masterClrMapping/>
  </p:clrMapOvr>
</p:sld>
</file>

<file path=ppt/theme/theme1.xml><?xml version="1.0" encoding="utf-8"?>
<a:theme xmlns:a="http://schemas.openxmlformats.org/drawingml/2006/main" name="Gx Title Slides">
  <a:themeElements>
    <a:clrScheme name="GalaxE">
      <a:dk1>
        <a:srgbClr val="58585B"/>
      </a:dk1>
      <a:lt1>
        <a:srgbClr val="FFFFFF"/>
      </a:lt1>
      <a:dk2>
        <a:srgbClr val="FFFFFF"/>
      </a:dk2>
      <a:lt2>
        <a:srgbClr val="FFFFFF"/>
      </a:lt2>
      <a:accent1>
        <a:srgbClr val="00284D"/>
      </a:accent1>
      <a:accent2>
        <a:srgbClr val="1071BA"/>
      </a:accent2>
      <a:accent3>
        <a:srgbClr val="27AAE1"/>
      </a:accent3>
      <a:accent4>
        <a:srgbClr val="09A89D"/>
      </a:accent4>
      <a:accent5>
        <a:srgbClr val="12B259"/>
      </a:accent5>
      <a:accent6>
        <a:srgbClr val="9ACA3C"/>
      </a:accent6>
      <a:hlink>
        <a:srgbClr val="662C91"/>
      </a:hlink>
      <a:folHlink>
        <a:srgbClr val="452468"/>
      </a:folHlink>
    </a:clrScheme>
    <a:fontScheme name="GalaxE">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 Gx PowerPoint Template v3" id="{1D635D4E-378D-DE4D-BB43-2C4F845AED18}" vid="{3EE11FD4-0C59-0B43-8796-FC02A3D6D280}"/>
    </a:ext>
  </a:extLst>
</a:theme>
</file>

<file path=ppt/theme/theme2.xml><?xml version="1.0" encoding="utf-8"?>
<a:theme xmlns:a="http://schemas.openxmlformats.org/drawingml/2006/main" name="Gx Grey Footer">
  <a:themeElements>
    <a:clrScheme name="GalaxE">
      <a:dk1>
        <a:srgbClr val="58585B"/>
      </a:dk1>
      <a:lt1>
        <a:srgbClr val="FFFFFF"/>
      </a:lt1>
      <a:dk2>
        <a:srgbClr val="FFFFFF"/>
      </a:dk2>
      <a:lt2>
        <a:srgbClr val="FFFFFF"/>
      </a:lt2>
      <a:accent1>
        <a:srgbClr val="00284D"/>
      </a:accent1>
      <a:accent2>
        <a:srgbClr val="1071BA"/>
      </a:accent2>
      <a:accent3>
        <a:srgbClr val="27AAE1"/>
      </a:accent3>
      <a:accent4>
        <a:srgbClr val="09A89D"/>
      </a:accent4>
      <a:accent5>
        <a:srgbClr val="12B259"/>
      </a:accent5>
      <a:accent6>
        <a:srgbClr val="9ACA3C"/>
      </a:accent6>
      <a:hlink>
        <a:srgbClr val="662C91"/>
      </a:hlink>
      <a:folHlink>
        <a:srgbClr val="452468"/>
      </a:folHlink>
    </a:clrScheme>
    <a:fontScheme name="GalaxE">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 Gx PowerPoint Template v3" id="{1D635D4E-378D-DE4D-BB43-2C4F845AED18}" vid="{D001AE2D-A752-3441-BA0F-596A3156096F}"/>
    </a:ext>
  </a:extLst>
</a:theme>
</file>

<file path=ppt/theme/theme3.xml><?xml version="1.0" encoding="utf-8"?>
<a:theme xmlns:a="http://schemas.openxmlformats.org/drawingml/2006/main" name="GxFource Grey Footer">
  <a:themeElements>
    <a:clrScheme name="GalaxE">
      <a:dk1>
        <a:srgbClr val="58585B"/>
      </a:dk1>
      <a:lt1>
        <a:srgbClr val="FFFFFF"/>
      </a:lt1>
      <a:dk2>
        <a:srgbClr val="FFFFFF"/>
      </a:dk2>
      <a:lt2>
        <a:srgbClr val="FFFFFF"/>
      </a:lt2>
      <a:accent1>
        <a:srgbClr val="00284D"/>
      </a:accent1>
      <a:accent2>
        <a:srgbClr val="1071BA"/>
      </a:accent2>
      <a:accent3>
        <a:srgbClr val="27AAE1"/>
      </a:accent3>
      <a:accent4>
        <a:srgbClr val="09A89D"/>
      </a:accent4>
      <a:accent5>
        <a:srgbClr val="12B259"/>
      </a:accent5>
      <a:accent6>
        <a:srgbClr val="9ACA3C"/>
      </a:accent6>
      <a:hlink>
        <a:srgbClr val="662C91"/>
      </a:hlink>
      <a:folHlink>
        <a:srgbClr val="452468"/>
      </a:folHlink>
    </a:clrScheme>
    <a:fontScheme name="GalaxE">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 Gx PowerPoint Template v3" id="{1D635D4E-378D-DE4D-BB43-2C4F845AED18}" vid="{D001AE2D-A752-3441-BA0F-596A3156096F}"/>
    </a:ext>
  </a:extLst>
</a:theme>
</file>

<file path=ppt/theme/theme4.xml><?xml version="1.0" encoding="utf-8"?>
<a:theme xmlns:a="http://schemas.openxmlformats.org/drawingml/2006/main" name="Gx White Footer">
  <a:themeElements>
    <a:clrScheme name="GalaxE">
      <a:dk1>
        <a:srgbClr val="58585B"/>
      </a:dk1>
      <a:lt1>
        <a:srgbClr val="FFFFFF"/>
      </a:lt1>
      <a:dk2>
        <a:srgbClr val="FFFFFF"/>
      </a:dk2>
      <a:lt2>
        <a:srgbClr val="FFFFFF"/>
      </a:lt2>
      <a:accent1>
        <a:srgbClr val="00284D"/>
      </a:accent1>
      <a:accent2>
        <a:srgbClr val="1071BA"/>
      </a:accent2>
      <a:accent3>
        <a:srgbClr val="27AAE1"/>
      </a:accent3>
      <a:accent4>
        <a:srgbClr val="09A89D"/>
      </a:accent4>
      <a:accent5>
        <a:srgbClr val="12B259"/>
      </a:accent5>
      <a:accent6>
        <a:srgbClr val="9ACA3C"/>
      </a:accent6>
      <a:hlink>
        <a:srgbClr val="662C91"/>
      </a:hlink>
      <a:folHlink>
        <a:srgbClr val="452468"/>
      </a:folHlink>
    </a:clrScheme>
    <a:fontScheme name="GalaxE">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 Gx PowerPoint Template v3" id="{1D635D4E-378D-DE4D-BB43-2C4F845AED18}" vid="{0709E191-F63E-1A4B-B81C-5BC931CAF557}"/>
    </a:ext>
  </a:extLst>
</a:theme>
</file>

<file path=ppt/theme/theme5.xml><?xml version="1.0" encoding="utf-8"?>
<a:theme xmlns:a="http://schemas.openxmlformats.org/drawingml/2006/main" name="GxFource White Footer">
  <a:themeElements>
    <a:clrScheme name="GalaxE">
      <a:dk1>
        <a:srgbClr val="58585B"/>
      </a:dk1>
      <a:lt1>
        <a:srgbClr val="FFFFFF"/>
      </a:lt1>
      <a:dk2>
        <a:srgbClr val="FFFFFF"/>
      </a:dk2>
      <a:lt2>
        <a:srgbClr val="FFFFFF"/>
      </a:lt2>
      <a:accent1>
        <a:srgbClr val="00284D"/>
      </a:accent1>
      <a:accent2>
        <a:srgbClr val="1071BA"/>
      </a:accent2>
      <a:accent3>
        <a:srgbClr val="27AAE1"/>
      </a:accent3>
      <a:accent4>
        <a:srgbClr val="09A89D"/>
      </a:accent4>
      <a:accent5>
        <a:srgbClr val="12B259"/>
      </a:accent5>
      <a:accent6>
        <a:srgbClr val="9ACA3C"/>
      </a:accent6>
      <a:hlink>
        <a:srgbClr val="662C91"/>
      </a:hlink>
      <a:folHlink>
        <a:srgbClr val="452468"/>
      </a:folHlink>
    </a:clrScheme>
    <a:fontScheme name="GalaxE">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 Gx PowerPoint Template v3" id="{1D635D4E-378D-DE4D-BB43-2C4F845AED18}" vid="{0709E191-F63E-1A4B-B81C-5BC931CAF557}"/>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7C62BE-AADD-0C4D-A4E0-8F0D16FD2C35}">
  <we:reference id="wa104381063" version="1.0.0.1" store="en-US" storeType="OMEX"/>
  <we:alternateReferences>
    <we:reference id="wa104381063" version="1.0.0.1"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d09903b-7b3c-418b-afe8-db157a769490">
      <Terms xmlns="http://schemas.microsoft.com/office/infopath/2007/PartnerControls"/>
    </lcf76f155ced4ddcb4097134ff3c332f>
    <TaxCatchAll xmlns="ae15d758-e4ea-4515-917c-e4ff16f55e9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13AD5987A24364395CA3D4E3E184CD8" ma:contentTypeVersion="11" ma:contentTypeDescription="Create a new document." ma:contentTypeScope="" ma:versionID="060a6ee9801e8a66d369d6c882f3e839">
  <xsd:schema xmlns:xsd="http://www.w3.org/2001/XMLSchema" xmlns:xs="http://www.w3.org/2001/XMLSchema" xmlns:p="http://schemas.microsoft.com/office/2006/metadata/properties" xmlns:ns2="6d09903b-7b3c-418b-afe8-db157a769490" xmlns:ns3="ae15d758-e4ea-4515-917c-e4ff16f55e95" xmlns:ns4="82d4cbbc-4a60-4978-8d69-217a5b080356" targetNamespace="http://schemas.microsoft.com/office/2006/metadata/properties" ma:root="true" ma:fieldsID="12dfb241e664d419f87eeb6f18d4f960" ns2:_="" ns3:_="" ns4:_="">
    <xsd:import namespace="6d09903b-7b3c-418b-afe8-db157a769490"/>
    <xsd:import namespace="ae15d758-e4ea-4515-917c-e4ff16f55e95"/>
    <xsd:import namespace="82d4cbbc-4a60-4978-8d69-217a5b08035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4:SharedWithUsers" minOccurs="0"/>
                <xsd:element ref="ns4: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9903b-7b3c-418b-afe8-db157a7694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f19c059-d213-4831-ae9d-3b0449d9b787"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15d758-e4ea-4515-917c-e4ff16f55e95"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a17d2bdf-a2c9-48d7-bb82-cf88935070d4}" ma:internalName="TaxCatchAll" ma:showField="CatchAllData" ma:web="ae15d758-e4ea-4515-917c-e4ff16f55e95">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2d4cbbc-4a60-4978-8d69-217a5b08035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FEB91B-C46F-421E-B07E-29DB2EBF3E96}">
  <ds:schemaRefs>
    <ds:schemaRef ds:uri="http://purl.org/dc/elements/1.1/"/>
    <ds:schemaRef ds:uri="http://schemas.microsoft.com/office/2006/documentManagement/types"/>
    <ds:schemaRef ds:uri="http://purl.org/dc/dcmitype/"/>
    <ds:schemaRef ds:uri="6d09903b-7b3c-418b-afe8-db157a769490"/>
    <ds:schemaRef ds:uri="http://purl.org/dc/terms/"/>
    <ds:schemaRef ds:uri="ae15d758-e4ea-4515-917c-e4ff16f55e95"/>
    <ds:schemaRef ds:uri="http://schemas.microsoft.com/office/infopath/2007/PartnerControls"/>
    <ds:schemaRef ds:uri="http://schemas.openxmlformats.org/package/2006/metadata/core-properties"/>
    <ds:schemaRef ds:uri="82d4cbbc-4a60-4978-8d69-217a5b080356"/>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C36E680-DA79-44AE-B138-8F4679F7ABC3}">
  <ds:schemaRefs>
    <ds:schemaRef ds:uri="http://schemas.microsoft.com/sharepoint/v3/contenttype/forms"/>
  </ds:schemaRefs>
</ds:datastoreItem>
</file>

<file path=customXml/itemProps3.xml><?xml version="1.0" encoding="utf-8"?>
<ds:datastoreItem xmlns:ds="http://schemas.openxmlformats.org/officeDocument/2006/customXml" ds:itemID="{BCC42221-7755-4F97-81A8-5BB65474F7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09903b-7b3c-418b-afe8-db157a769490"/>
    <ds:schemaRef ds:uri="ae15d758-e4ea-4515-917c-e4ff16f55e95"/>
    <ds:schemaRef ds:uri="82d4cbbc-4a60-4978-8d69-217a5b0803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Gx Title Slides</Template>
  <TotalTime>9983</TotalTime>
  <Words>489</Words>
  <Application>Microsoft Office PowerPoint</Application>
  <PresentationFormat>Widescreen</PresentationFormat>
  <Paragraphs>63</Paragraphs>
  <Slides>13</Slides>
  <Notes>0</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13</vt:i4>
      </vt:variant>
    </vt:vector>
  </HeadingPairs>
  <TitlesOfParts>
    <vt:vector size="28" baseType="lpstr">
      <vt:lpstr>Arial</vt:lpstr>
      <vt:lpstr>Calibri</vt:lpstr>
      <vt:lpstr>Cambria</vt:lpstr>
      <vt:lpstr>Helvetica Neue</vt:lpstr>
      <vt:lpstr>Open Sans</vt:lpstr>
      <vt:lpstr>Roboto</vt:lpstr>
      <vt:lpstr>Roboto Light</vt:lpstr>
      <vt:lpstr>Segoe UI</vt:lpstr>
      <vt:lpstr>Times New Roman</vt:lpstr>
      <vt:lpstr>Wingdings</vt:lpstr>
      <vt:lpstr>Gx Title Slides</vt:lpstr>
      <vt:lpstr>Gx Grey Footer</vt:lpstr>
      <vt:lpstr>GxFource Grey Footer</vt:lpstr>
      <vt:lpstr>Gx White Footer</vt:lpstr>
      <vt:lpstr>GxFource White Footer</vt:lpstr>
      <vt:lpstr>PowerPoint Presentation</vt:lpstr>
      <vt:lpstr>PowerPoint Presentation</vt:lpstr>
      <vt:lpstr>PowerPoint Presentation</vt:lpstr>
      <vt:lpstr>Why AWS?</vt:lpstr>
      <vt:lpstr>Services Provided By AWS</vt:lpstr>
      <vt:lpstr>PowerPoint Presentation</vt:lpstr>
      <vt:lpstr>PowerPoint Presentation</vt:lpstr>
      <vt:lpstr> AWS migration Approach</vt:lpstr>
      <vt:lpstr>PowerPoint Presentation</vt:lpstr>
      <vt:lpstr>Prerequisites</vt:lpstr>
      <vt:lpstr>Deployment Process</vt:lpstr>
      <vt:lpstr>Application Deployment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Lambert, Kimberly</dc:creator>
  <cp:lastModifiedBy>Shetty, Deekshitha Praveen</cp:lastModifiedBy>
  <cp:revision>272</cp:revision>
  <cp:lastPrinted>2020-04-07T06:03:20Z</cp:lastPrinted>
  <dcterms:created xsi:type="dcterms:W3CDTF">2019-05-16T12:31:41Z</dcterms:created>
  <dcterms:modified xsi:type="dcterms:W3CDTF">2024-01-02T04:01:16Z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0x010100C13AD5987A24364395CA3D4E3E184CD8</vt:lpwstr>
  </property>
  <property fmtid="{D5CDD505-2E9C-101B-9397-08002B2CF9AE}" pid="3" name="MediaServiceImageTags">
    <vt:lpwstr/>
  </property>
</Properties>
</file>