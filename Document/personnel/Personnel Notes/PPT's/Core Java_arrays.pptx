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29"/>
  </p:notesMasterIdLst>
  <p:handoutMasterIdLst>
    <p:handoutMasterId r:id="rId30"/>
  </p:handoutMasterIdLst>
  <p:sldIdLst>
    <p:sldId id="334" r:id="rId5"/>
    <p:sldId id="316" r:id="rId6"/>
    <p:sldId id="342" r:id="rId7"/>
    <p:sldId id="350" r:id="rId8"/>
    <p:sldId id="351" r:id="rId9"/>
    <p:sldId id="352" r:id="rId10"/>
    <p:sldId id="353" r:id="rId11"/>
    <p:sldId id="354" r:id="rId12"/>
    <p:sldId id="355" r:id="rId13"/>
    <p:sldId id="356" r:id="rId14"/>
    <p:sldId id="357" r:id="rId15"/>
    <p:sldId id="358" r:id="rId16"/>
    <p:sldId id="366" r:id="rId17"/>
    <p:sldId id="365" r:id="rId18"/>
    <p:sldId id="364" r:id="rId19"/>
    <p:sldId id="363" r:id="rId20"/>
    <p:sldId id="362" r:id="rId21"/>
    <p:sldId id="361" r:id="rId22"/>
    <p:sldId id="360" r:id="rId23"/>
    <p:sldId id="359" r:id="rId24"/>
    <p:sldId id="367" r:id="rId25"/>
    <p:sldId id="368" r:id="rId26"/>
    <p:sldId id="369" r:id="rId27"/>
    <p:sldId id="34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C393AC-607A-4F5A-B8EE-4479AF8D26C7}" v="68" dt="2024-05-30T04:55:29.753"/>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4" autoAdjust="0"/>
    <p:restoredTop sz="84967" autoAdjust="0"/>
  </p:normalViewPr>
  <p:slideViewPr>
    <p:cSldViewPr snapToGrid="0">
      <p:cViewPr varScale="1">
        <p:scale>
          <a:sx n="82" d="100"/>
          <a:sy n="82" d="100"/>
        </p:scale>
        <p:origin x="720" y="72"/>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isetty, Manikanta" userId="ae1fd34d-962a-4f58-b03d-990fd8c959a4" providerId="ADAL" clId="{F4C393AC-607A-4F5A-B8EE-4479AF8D26C7}"/>
    <pc:docChg chg="undo custSel addSld delSld modSld">
      <pc:chgData name="Ramisetty, Manikanta" userId="ae1fd34d-962a-4f58-b03d-990fd8c959a4" providerId="ADAL" clId="{F4C393AC-607A-4F5A-B8EE-4479AF8D26C7}" dt="2024-05-30T05:05:09.857" v="339" actId="47"/>
      <pc:docMkLst>
        <pc:docMk/>
      </pc:docMkLst>
      <pc:sldChg chg="modSp mod">
        <pc:chgData name="Ramisetty, Manikanta" userId="ae1fd34d-962a-4f58-b03d-990fd8c959a4" providerId="ADAL" clId="{F4C393AC-607A-4F5A-B8EE-4479AF8D26C7}" dt="2024-05-30T01:58:59.489" v="1" actId="2"/>
        <pc:sldMkLst>
          <pc:docMk/>
          <pc:sldMk cId="3037812869" sldId="316"/>
        </pc:sldMkLst>
        <pc:spChg chg="mod">
          <ac:chgData name="Ramisetty, Manikanta" userId="ae1fd34d-962a-4f58-b03d-990fd8c959a4" providerId="ADAL" clId="{F4C393AC-607A-4F5A-B8EE-4479AF8D26C7}" dt="2024-05-30T01:58:59.489" v="1" actId="2"/>
          <ac:spMkLst>
            <pc:docMk/>
            <pc:sldMk cId="3037812869" sldId="316"/>
            <ac:spMk id="4" creationId="{BFAF7377-87AF-3A8C-539C-8A9651F5DA33}"/>
          </ac:spMkLst>
        </pc:spChg>
      </pc:sldChg>
      <pc:sldChg chg="del">
        <pc:chgData name="Ramisetty, Manikanta" userId="ae1fd34d-962a-4f58-b03d-990fd8c959a4" providerId="ADAL" clId="{F4C393AC-607A-4F5A-B8EE-4479AF8D26C7}" dt="2024-05-30T01:59:13.133" v="4" actId="47"/>
        <pc:sldMkLst>
          <pc:docMk/>
          <pc:sldMk cId="2102816447" sldId="324"/>
        </pc:sldMkLst>
      </pc:sldChg>
      <pc:sldChg chg="del">
        <pc:chgData name="Ramisetty, Manikanta" userId="ae1fd34d-962a-4f58-b03d-990fd8c959a4" providerId="ADAL" clId="{F4C393AC-607A-4F5A-B8EE-4479AF8D26C7}" dt="2024-05-30T01:59:13.133" v="4" actId="47"/>
        <pc:sldMkLst>
          <pc:docMk/>
          <pc:sldMk cId="3638111570" sldId="328"/>
        </pc:sldMkLst>
      </pc:sldChg>
      <pc:sldChg chg="del">
        <pc:chgData name="Ramisetty, Manikanta" userId="ae1fd34d-962a-4f58-b03d-990fd8c959a4" providerId="ADAL" clId="{F4C393AC-607A-4F5A-B8EE-4479AF8D26C7}" dt="2024-05-30T01:59:13.133" v="4" actId="47"/>
        <pc:sldMkLst>
          <pc:docMk/>
          <pc:sldMk cId="3811950613" sldId="331"/>
        </pc:sldMkLst>
      </pc:sldChg>
      <pc:sldChg chg="del">
        <pc:chgData name="Ramisetty, Manikanta" userId="ae1fd34d-962a-4f58-b03d-990fd8c959a4" providerId="ADAL" clId="{F4C393AC-607A-4F5A-B8EE-4479AF8D26C7}" dt="2024-05-30T01:59:06.476" v="3" actId="47"/>
        <pc:sldMkLst>
          <pc:docMk/>
          <pc:sldMk cId="3749168723" sldId="336"/>
        </pc:sldMkLst>
      </pc:sldChg>
      <pc:sldChg chg="del">
        <pc:chgData name="Ramisetty, Manikanta" userId="ae1fd34d-962a-4f58-b03d-990fd8c959a4" providerId="ADAL" clId="{F4C393AC-607A-4F5A-B8EE-4479AF8D26C7}" dt="2024-05-30T01:59:03.921" v="2" actId="47"/>
        <pc:sldMkLst>
          <pc:docMk/>
          <pc:sldMk cId="1941235776" sldId="337"/>
        </pc:sldMkLst>
      </pc:sldChg>
      <pc:sldChg chg="addSp modSp add del mod">
        <pc:chgData name="Ramisetty, Manikanta" userId="ae1fd34d-962a-4f58-b03d-990fd8c959a4" providerId="ADAL" clId="{F4C393AC-607A-4F5A-B8EE-4479AF8D26C7}" dt="2024-05-30T02:56:33.524" v="57" actId="113"/>
        <pc:sldMkLst>
          <pc:docMk/>
          <pc:sldMk cId="1450287420" sldId="342"/>
        </pc:sldMkLst>
        <pc:spChg chg="add">
          <ac:chgData name="Ramisetty, Manikanta" userId="ae1fd34d-962a-4f58-b03d-990fd8c959a4" providerId="ADAL" clId="{F4C393AC-607A-4F5A-B8EE-4479AF8D26C7}" dt="2024-05-30T02:44:30.567" v="24"/>
          <ac:spMkLst>
            <pc:docMk/>
            <pc:sldMk cId="1450287420" sldId="342"/>
            <ac:spMk id="2" creationId="{F0DC91CE-4E58-81DA-B6F0-79166716D46F}"/>
          </ac:spMkLst>
        </pc:spChg>
        <pc:spChg chg="mod">
          <ac:chgData name="Ramisetty, Manikanta" userId="ae1fd34d-962a-4f58-b03d-990fd8c959a4" providerId="ADAL" clId="{F4C393AC-607A-4F5A-B8EE-4479AF8D26C7}" dt="2024-05-30T02:56:33.524" v="57" actId="113"/>
          <ac:spMkLst>
            <pc:docMk/>
            <pc:sldMk cId="1450287420" sldId="342"/>
            <ac:spMk id="3" creationId="{D4418541-7290-F1A9-2357-CA26E074EF45}"/>
          </ac:spMkLst>
        </pc:spChg>
        <pc:spChg chg="add mod">
          <ac:chgData name="Ramisetty, Manikanta" userId="ae1fd34d-962a-4f58-b03d-990fd8c959a4" providerId="ADAL" clId="{F4C393AC-607A-4F5A-B8EE-4479AF8D26C7}" dt="2024-05-30T02:45:35.102" v="34" actId="113"/>
          <ac:spMkLst>
            <pc:docMk/>
            <pc:sldMk cId="1450287420" sldId="342"/>
            <ac:spMk id="4" creationId="{1C41F23A-959A-C251-66A0-1AEB71200488}"/>
          </ac:spMkLst>
        </pc:spChg>
        <pc:spChg chg="mod">
          <ac:chgData name="Ramisetty, Manikanta" userId="ae1fd34d-962a-4f58-b03d-990fd8c959a4" providerId="ADAL" clId="{F4C393AC-607A-4F5A-B8EE-4479AF8D26C7}" dt="2024-05-30T01:59:57.592" v="21" actId="20577"/>
          <ac:spMkLst>
            <pc:docMk/>
            <pc:sldMk cId="1450287420" sldId="342"/>
            <ac:spMk id="12" creationId="{F64C0E11-7DE4-D558-C3EF-9B3C7A9BF17D}"/>
          </ac:spMkLst>
        </pc:spChg>
      </pc:sldChg>
      <pc:sldChg chg="del">
        <pc:chgData name="Ramisetty, Manikanta" userId="ae1fd34d-962a-4f58-b03d-990fd8c959a4" providerId="ADAL" clId="{F4C393AC-607A-4F5A-B8EE-4479AF8D26C7}" dt="2024-05-30T01:59:03.921" v="2" actId="47"/>
        <pc:sldMkLst>
          <pc:docMk/>
          <pc:sldMk cId="3962753978" sldId="343"/>
        </pc:sldMkLst>
      </pc:sldChg>
      <pc:sldChg chg="del">
        <pc:chgData name="Ramisetty, Manikanta" userId="ae1fd34d-962a-4f58-b03d-990fd8c959a4" providerId="ADAL" clId="{F4C393AC-607A-4F5A-B8EE-4479AF8D26C7}" dt="2024-05-30T01:59:13.133" v="4" actId="47"/>
        <pc:sldMkLst>
          <pc:docMk/>
          <pc:sldMk cId="2520582305" sldId="345"/>
        </pc:sldMkLst>
      </pc:sldChg>
      <pc:sldChg chg="del">
        <pc:chgData name="Ramisetty, Manikanta" userId="ae1fd34d-962a-4f58-b03d-990fd8c959a4" providerId="ADAL" clId="{F4C393AC-607A-4F5A-B8EE-4479AF8D26C7}" dt="2024-05-30T01:59:13.133" v="4" actId="47"/>
        <pc:sldMkLst>
          <pc:docMk/>
          <pc:sldMk cId="719664809" sldId="346"/>
        </pc:sldMkLst>
      </pc:sldChg>
      <pc:sldChg chg="del">
        <pc:chgData name="Ramisetty, Manikanta" userId="ae1fd34d-962a-4f58-b03d-990fd8c959a4" providerId="ADAL" clId="{F4C393AC-607A-4F5A-B8EE-4479AF8D26C7}" dt="2024-05-30T01:59:13.133" v="4" actId="47"/>
        <pc:sldMkLst>
          <pc:docMk/>
          <pc:sldMk cId="1689351536" sldId="347"/>
        </pc:sldMkLst>
      </pc:sldChg>
      <pc:sldChg chg="modSp mod">
        <pc:chgData name="Ramisetty, Manikanta" userId="ae1fd34d-962a-4f58-b03d-990fd8c959a4" providerId="ADAL" clId="{F4C393AC-607A-4F5A-B8EE-4479AF8D26C7}" dt="2024-05-30T01:59:20.146" v="5" actId="6549"/>
        <pc:sldMkLst>
          <pc:docMk/>
          <pc:sldMk cId="4273949180" sldId="349"/>
        </pc:sldMkLst>
        <pc:spChg chg="mod">
          <ac:chgData name="Ramisetty, Manikanta" userId="ae1fd34d-962a-4f58-b03d-990fd8c959a4" providerId="ADAL" clId="{F4C393AC-607A-4F5A-B8EE-4479AF8D26C7}" dt="2024-05-30T01:59:20.146" v="5" actId="6549"/>
          <ac:spMkLst>
            <pc:docMk/>
            <pc:sldMk cId="4273949180" sldId="349"/>
            <ac:spMk id="3" creationId="{FD70D88C-5989-4007-4953-F54A4A34B778}"/>
          </ac:spMkLst>
        </pc:spChg>
      </pc:sldChg>
      <pc:sldChg chg="modSp add mod">
        <pc:chgData name="Ramisetty, Manikanta" userId="ae1fd34d-962a-4f58-b03d-990fd8c959a4" providerId="ADAL" clId="{F4C393AC-607A-4F5A-B8EE-4479AF8D26C7}" dt="2024-05-30T03:54:10.953" v="63"/>
        <pc:sldMkLst>
          <pc:docMk/>
          <pc:sldMk cId="2432641719" sldId="350"/>
        </pc:sldMkLst>
        <pc:spChg chg="mod">
          <ac:chgData name="Ramisetty, Manikanta" userId="ae1fd34d-962a-4f58-b03d-990fd8c959a4" providerId="ADAL" clId="{F4C393AC-607A-4F5A-B8EE-4479AF8D26C7}" dt="2024-05-30T03:54:10.953" v="63"/>
          <ac:spMkLst>
            <pc:docMk/>
            <pc:sldMk cId="2432641719" sldId="350"/>
            <ac:spMk id="3" creationId="{D4418541-7290-F1A9-2357-CA26E074EF45}"/>
          </ac:spMkLst>
        </pc:spChg>
        <pc:spChg chg="mod">
          <ac:chgData name="Ramisetty, Manikanta" userId="ae1fd34d-962a-4f58-b03d-990fd8c959a4" providerId="ADAL" clId="{F4C393AC-607A-4F5A-B8EE-4479AF8D26C7}" dt="2024-05-30T03:53:49.286" v="59"/>
          <ac:spMkLst>
            <pc:docMk/>
            <pc:sldMk cId="2432641719" sldId="350"/>
            <ac:spMk id="12" creationId="{F64C0E11-7DE4-D558-C3EF-9B3C7A9BF17D}"/>
          </ac:spMkLst>
        </pc:spChg>
      </pc:sldChg>
      <pc:sldChg chg="addSp modSp add mod">
        <pc:chgData name="Ramisetty, Manikanta" userId="ae1fd34d-962a-4f58-b03d-990fd8c959a4" providerId="ADAL" clId="{F4C393AC-607A-4F5A-B8EE-4479AF8D26C7}" dt="2024-05-30T03:55:12.462" v="70" actId="962"/>
        <pc:sldMkLst>
          <pc:docMk/>
          <pc:sldMk cId="3831383873" sldId="351"/>
        </pc:sldMkLst>
        <pc:spChg chg="mod">
          <ac:chgData name="Ramisetty, Manikanta" userId="ae1fd34d-962a-4f58-b03d-990fd8c959a4" providerId="ADAL" clId="{F4C393AC-607A-4F5A-B8EE-4479AF8D26C7}" dt="2024-05-30T03:55:07.656" v="66" actId="20577"/>
          <ac:spMkLst>
            <pc:docMk/>
            <pc:sldMk cId="3831383873" sldId="351"/>
            <ac:spMk id="3" creationId="{D4418541-7290-F1A9-2357-CA26E074EF45}"/>
          </ac:spMkLst>
        </pc:spChg>
        <pc:picChg chg="add mod">
          <ac:chgData name="Ramisetty, Manikanta" userId="ae1fd34d-962a-4f58-b03d-990fd8c959a4" providerId="ADAL" clId="{F4C393AC-607A-4F5A-B8EE-4479AF8D26C7}" dt="2024-05-30T03:55:12.462" v="70" actId="962"/>
          <ac:picMkLst>
            <pc:docMk/>
            <pc:sldMk cId="3831383873" sldId="351"/>
            <ac:picMk id="4" creationId="{670CCF07-1006-F2FA-BEE9-EBA6F89989DD}"/>
          </ac:picMkLst>
        </pc:picChg>
      </pc:sldChg>
      <pc:sldChg chg="modSp add mod">
        <pc:chgData name="Ramisetty, Manikanta" userId="ae1fd34d-962a-4f58-b03d-990fd8c959a4" providerId="ADAL" clId="{F4C393AC-607A-4F5A-B8EE-4479AF8D26C7}" dt="2024-05-30T03:57:07.721" v="84" actId="6549"/>
        <pc:sldMkLst>
          <pc:docMk/>
          <pc:sldMk cId="2982084086" sldId="352"/>
        </pc:sldMkLst>
        <pc:spChg chg="mod">
          <ac:chgData name="Ramisetty, Manikanta" userId="ae1fd34d-962a-4f58-b03d-990fd8c959a4" providerId="ADAL" clId="{F4C393AC-607A-4F5A-B8EE-4479AF8D26C7}" dt="2024-05-30T03:57:07.721" v="84" actId="6549"/>
          <ac:spMkLst>
            <pc:docMk/>
            <pc:sldMk cId="2982084086" sldId="352"/>
            <ac:spMk id="3" creationId="{D4418541-7290-F1A9-2357-CA26E074EF45}"/>
          </ac:spMkLst>
        </pc:spChg>
      </pc:sldChg>
      <pc:sldChg chg="addSp modSp add mod">
        <pc:chgData name="Ramisetty, Manikanta" userId="ae1fd34d-962a-4f58-b03d-990fd8c959a4" providerId="ADAL" clId="{F4C393AC-607A-4F5A-B8EE-4479AF8D26C7}" dt="2024-05-30T03:59:38.594" v="95" actId="27636"/>
        <pc:sldMkLst>
          <pc:docMk/>
          <pc:sldMk cId="2687405013" sldId="353"/>
        </pc:sldMkLst>
        <pc:spChg chg="add">
          <ac:chgData name="Ramisetty, Manikanta" userId="ae1fd34d-962a-4f58-b03d-990fd8c959a4" providerId="ADAL" clId="{F4C393AC-607A-4F5A-B8EE-4479AF8D26C7}" dt="2024-05-30T03:59:30.158" v="93"/>
          <ac:spMkLst>
            <pc:docMk/>
            <pc:sldMk cId="2687405013" sldId="353"/>
            <ac:spMk id="2" creationId="{7AC77182-93D6-D0D5-D24F-AF1C46F206F4}"/>
          </ac:spMkLst>
        </pc:spChg>
        <pc:spChg chg="mod">
          <ac:chgData name="Ramisetty, Manikanta" userId="ae1fd34d-962a-4f58-b03d-990fd8c959a4" providerId="ADAL" clId="{F4C393AC-607A-4F5A-B8EE-4479AF8D26C7}" dt="2024-05-30T03:59:38.594" v="95" actId="27636"/>
          <ac:spMkLst>
            <pc:docMk/>
            <pc:sldMk cId="2687405013" sldId="353"/>
            <ac:spMk id="3" creationId="{D4418541-7290-F1A9-2357-CA26E074EF45}"/>
          </ac:spMkLst>
        </pc:spChg>
      </pc:sldChg>
      <pc:sldChg chg="addSp modSp add mod">
        <pc:chgData name="Ramisetty, Manikanta" userId="ae1fd34d-962a-4f58-b03d-990fd8c959a4" providerId="ADAL" clId="{F4C393AC-607A-4F5A-B8EE-4479AF8D26C7}" dt="2024-05-30T04:02:27.874" v="106"/>
        <pc:sldMkLst>
          <pc:docMk/>
          <pc:sldMk cId="2278245641" sldId="354"/>
        </pc:sldMkLst>
        <pc:spChg chg="mod">
          <ac:chgData name="Ramisetty, Manikanta" userId="ae1fd34d-962a-4f58-b03d-990fd8c959a4" providerId="ADAL" clId="{F4C393AC-607A-4F5A-B8EE-4479AF8D26C7}" dt="2024-05-30T04:02:12.234" v="103" actId="20577"/>
          <ac:spMkLst>
            <pc:docMk/>
            <pc:sldMk cId="2278245641" sldId="354"/>
            <ac:spMk id="3" creationId="{D4418541-7290-F1A9-2357-CA26E074EF45}"/>
          </ac:spMkLst>
        </pc:spChg>
        <pc:spChg chg="add mod">
          <ac:chgData name="Ramisetty, Manikanta" userId="ae1fd34d-962a-4f58-b03d-990fd8c959a4" providerId="ADAL" clId="{F4C393AC-607A-4F5A-B8EE-4479AF8D26C7}" dt="2024-05-30T04:02:05.289" v="98"/>
          <ac:spMkLst>
            <pc:docMk/>
            <pc:sldMk cId="2278245641" sldId="354"/>
            <ac:spMk id="4" creationId="{F534459D-F257-5169-D0F3-74AEDDFDF20A}"/>
          </ac:spMkLst>
        </pc:spChg>
        <pc:spChg chg="add mod">
          <ac:chgData name="Ramisetty, Manikanta" userId="ae1fd34d-962a-4f58-b03d-990fd8c959a4" providerId="ADAL" clId="{F4C393AC-607A-4F5A-B8EE-4479AF8D26C7}" dt="2024-05-30T04:02:08.221" v="102"/>
          <ac:spMkLst>
            <pc:docMk/>
            <pc:sldMk cId="2278245641" sldId="354"/>
            <ac:spMk id="6" creationId="{404429A7-0D89-E0B2-4A04-E0ACB00AD844}"/>
          </ac:spMkLst>
        </pc:spChg>
        <pc:spChg chg="add mod">
          <ac:chgData name="Ramisetty, Manikanta" userId="ae1fd34d-962a-4f58-b03d-990fd8c959a4" providerId="ADAL" clId="{F4C393AC-607A-4F5A-B8EE-4479AF8D26C7}" dt="2024-05-30T04:02:18.857" v="105"/>
          <ac:spMkLst>
            <pc:docMk/>
            <pc:sldMk cId="2278245641" sldId="354"/>
            <ac:spMk id="8" creationId="{886D2D66-58CB-F04C-4F5A-75918CE8E519}"/>
          </ac:spMkLst>
        </pc:spChg>
        <pc:graphicFrameChg chg="add mod">
          <ac:chgData name="Ramisetty, Manikanta" userId="ae1fd34d-962a-4f58-b03d-990fd8c959a4" providerId="ADAL" clId="{F4C393AC-607A-4F5A-B8EE-4479AF8D26C7}" dt="2024-05-30T04:02:04.186" v="97"/>
          <ac:graphicFrameMkLst>
            <pc:docMk/>
            <pc:sldMk cId="2278245641" sldId="354"/>
            <ac:graphicFrameMk id="2" creationId="{423E98FF-1224-8CA1-8D09-29949249E09E}"/>
          </ac:graphicFrameMkLst>
        </pc:graphicFrameChg>
        <pc:graphicFrameChg chg="add mod">
          <ac:chgData name="Ramisetty, Manikanta" userId="ae1fd34d-962a-4f58-b03d-990fd8c959a4" providerId="ADAL" clId="{F4C393AC-607A-4F5A-B8EE-4479AF8D26C7}" dt="2024-05-30T04:02:07.177" v="101"/>
          <ac:graphicFrameMkLst>
            <pc:docMk/>
            <pc:sldMk cId="2278245641" sldId="354"/>
            <ac:graphicFrameMk id="5" creationId="{7F520300-3028-BBA2-FDC0-1DDF9C724286}"/>
          </ac:graphicFrameMkLst>
        </pc:graphicFrameChg>
        <pc:graphicFrameChg chg="add mod">
          <ac:chgData name="Ramisetty, Manikanta" userId="ae1fd34d-962a-4f58-b03d-990fd8c959a4" providerId="ADAL" clId="{F4C393AC-607A-4F5A-B8EE-4479AF8D26C7}" dt="2024-05-30T04:02:12.795" v="104"/>
          <ac:graphicFrameMkLst>
            <pc:docMk/>
            <pc:sldMk cId="2278245641" sldId="354"/>
            <ac:graphicFrameMk id="7" creationId="{9FCD522B-E8D3-0CD6-1E1C-C95D97BC50A4}"/>
          </ac:graphicFrameMkLst>
        </pc:graphicFrameChg>
        <pc:graphicFrameChg chg="add mod">
          <ac:chgData name="Ramisetty, Manikanta" userId="ae1fd34d-962a-4f58-b03d-990fd8c959a4" providerId="ADAL" clId="{F4C393AC-607A-4F5A-B8EE-4479AF8D26C7}" dt="2024-05-30T04:02:27.874" v="106"/>
          <ac:graphicFrameMkLst>
            <pc:docMk/>
            <pc:sldMk cId="2278245641" sldId="354"/>
            <ac:graphicFrameMk id="9" creationId="{869208B0-105D-FB11-EFC3-2A3779C4DA6A}"/>
          </ac:graphicFrameMkLst>
        </pc:graphicFrameChg>
      </pc:sldChg>
      <pc:sldChg chg="addSp modSp add mod">
        <pc:chgData name="Ramisetty, Manikanta" userId="ae1fd34d-962a-4f58-b03d-990fd8c959a4" providerId="ADAL" clId="{F4C393AC-607A-4F5A-B8EE-4479AF8D26C7}" dt="2024-05-30T04:06:45.850" v="116" actId="113"/>
        <pc:sldMkLst>
          <pc:docMk/>
          <pc:sldMk cId="482727214" sldId="355"/>
        </pc:sldMkLst>
        <pc:spChg chg="add">
          <ac:chgData name="Ramisetty, Manikanta" userId="ae1fd34d-962a-4f58-b03d-990fd8c959a4" providerId="ADAL" clId="{F4C393AC-607A-4F5A-B8EE-4479AF8D26C7}" dt="2024-05-30T04:06:31.660" v="112"/>
          <ac:spMkLst>
            <pc:docMk/>
            <pc:sldMk cId="482727214" sldId="355"/>
            <ac:spMk id="2" creationId="{63281654-04EC-F6CE-528E-DEE8F69A7EFB}"/>
          </ac:spMkLst>
        </pc:spChg>
        <pc:spChg chg="mod">
          <ac:chgData name="Ramisetty, Manikanta" userId="ae1fd34d-962a-4f58-b03d-990fd8c959a4" providerId="ADAL" clId="{F4C393AC-607A-4F5A-B8EE-4479AF8D26C7}" dt="2024-05-30T04:06:45.850" v="116" actId="113"/>
          <ac:spMkLst>
            <pc:docMk/>
            <pc:sldMk cId="482727214" sldId="355"/>
            <ac:spMk id="3" creationId="{D4418541-7290-F1A9-2357-CA26E074EF45}"/>
          </ac:spMkLst>
        </pc:spChg>
        <pc:spChg chg="add">
          <ac:chgData name="Ramisetty, Manikanta" userId="ae1fd34d-962a-4f58-b03d-990fd8c959a4" providerId="ADAL" clId="{F4C393AC-607A-4F5A-B8EE-4479AF8D26C7}" dt="2024-05-30T04:06:34.305" v="114"/>
          <ac:spMkLst>
            <pc:docMk/>
            <pc:sldMk cId="482727214" sldId="355"/>
            <ac:spMk id="4" creationId="{D46F6359-24CA-D5D8-8720-FB70B2650EE9}"/>
          </ac:spMkLst>
        </pc:spChg>
      </pc:sldChg>
      <pc:sldChg chg="modSp add mod">
        <pc:chgData name="Ramisetty, Manikanta" userId="ae1fd34d-962a-4f58-b03d-990fd8c959a4" providerId="ADAL" clId="{F4C393AC-607A-4F5A-B8EE-4479AF8D26C7}" dt="2024-05-30T04:18:07.530" v="123"/>
        <pc:sldMkLst>
          <pc:docMk/>
          <pc:sldMk cId="1254773192" sldId="356"/>
        </pc:sldMkLst>
        <pc:spChg chg="mod">
          <ac:chgData name="Ramisetty, Manikanta" userId="ae1fd34d-962a-4f58-b03d-990fd8c959a4" providerId="ADAL" clId="{F4C393AC-607A-4F5A-B8EE-4479AF8D26C7}" dt="2024-05-30T04:18:07.530" v="123"/>
          <ac:spMkLst>
            <pc:docMk/>
            <pc:sldMk cId="1254773192" sldId="356"/>
            <ac:spMk id="3" creationId="{D4418541-7290-F1A9-2357-CA26E074EF45}"/>
          </ac:spMkLst>
        </pc:spChg>
      </pc:sldChg>
      <pc:sldChg chg="modSp add mod">
        <pc:chgData name="Ramisetty, Manikanta" userId="ae1fd34d-962a-4f58-b03d-990fd8c959a4" providerId="ADAL" clId="{F4C393AC-607A-4F5A-B8EE-4479AF8D26C7}" dt="2024-05-30T04:20:11.853" v="131" actId="27636"/>
        <pc:sldMkLst>
          <pc:docMk/>
          <pc:sldMk cId="1173333416" sldId="357"/>
        </pc:sldMkLst>
        <pc:spChg chg="mod">
          <ac:chgData name="Ramisetty, Manikanta" userId="ae1fd34d-962a-4f58-b03d-990fd8c959a4" providerId="ADAL" clId="{F4C393AC-607A-4F5A-B8EE-4479AF8D26C7}" dt="2024-05-30T04:20:11.853" v="131" actId="27636"/>
          <ac:spMkLst>
            <pc:docMk/>
            <pc:sldMk cId="1173333416" sldId="357"/>
            <ac:spMk id="3" creationId="{D4418541-7290-F1A9-2357-CA26E074EF45}"/>
          </ac:spMkLst>
        </pc:spChg>
      </pc:sldChg>
      <pc:sldChg chg="addSp modSp add mod">
        <pc:chgData name="Ramisetty, Manikanta" userId="ae1fd34d-962a-4f58-b03d-990fd8c959a4" providerId="ADAL" clId="{F4C393AC-607A-4F5A-B8EE-4479AF8D26C7}" dt="2024-05-30T04:24:23.419" v="138"/>
        <pc:sldMkLst>
          <pc:docMk/>
          <pc:sldMk cId="569061292" sldId="358"/>
        </pc:sldMkLst>
        <pc:spChg chg="mod">
          <ac:chgData name="Ramisetty, Manikanta" userId="ae1fd34d-962a-4f58-b03d-990fd8c959a4" providerId="ADAL" clId="{F4C393AC-607A-4F5A-B8EE-4479AF8D26C7}" dt="2024-05-30T04:24:23.419" v="138"/>
          <ac:spMkLst>
            <pc:docMk/>
            <pc:sldMk cId="569061292" sldId="358"/>
            <ac:spMk id="3" creationId="{D4418541-7290-F1A9-2357-CA26E074EF45}"/>
          </ac:spMkLst>
        </pc:spChg>
        <pc:picChg chg="add mod">
          <ac:chgData name="Ramisetty, Manikanta" userId="ae1fd34d-962a-4f58-b03d-990fd8c959a4" providerId="ADAL" clId="{F4C393AC-607A-4F5A-B8EE-4479AF8D26C7}" dt="2024-05-30T04:24:22.107" v="137" actId="1076"/>
          <ac:picMkLst>
            <pc:docMk/>
            <pc:sldMk cId="569061292" sldId="358"/>
            <ac:picMk id="4" creationId="{16FDB872-A134-9E3C-656D-49E17A5ACD14}"/>
          </ac:picMkLst>
        </pc:picChg>
      </pc:sldChg>
      <pc:sldChg chg="delSp modSp add mod">
        <pc:chgData name="Ramisetty, Manikanta" userId="ae1fd34d-962a-4f58-b03d-990fd8c959a4" providerId="ADAL" clId="{F4C393AC-607A-4F5A-B8EE-4479AF8D26C7}" dt="2024-05-30T04:43:04.723" v="229" actId="113"/>
        <pc:sldMkLst>
          <pc:docMk/>
          <pc:sldMk cId="1999595201" sldId="359"/>
        </pc:sldMkLst>
        <pc:spChg chg="mod">
          <ac:chgData name="Ramisetty, Manikanta" userId="ae1fd34d-962a-4f58-b03d-990fd8c959a4" providerId="ADAL" clId="{F4C393AC-607A-4F5A-B8EE-4479AF8D26C7}" dt="2024-05-30T04:43:04.723" v="229" actId="113"/>
          <ac:spMkLst>
            <pc:docMk/>
            <pc:sldMk cId="1999595201" sldId="359"/>
            <ac:spMk id="3" creationId="{D4418541-7290-F1A9-2357-CA26E074EF45}"/>
          </ac:spMkLst>
        </pc:spChg>
        <pc:picChg chg="del">
          <ac:chgData name="Ramisetty, Manikanta" userId="ae1fd34d-962a-4f58-b03d-990fd8c959a4" providerId="ADAL" clId="{F4C393AC-607A-4F5A-B8EE-4479AF8D26C7}" dt="2024-05-30T04:42:53.947" v="227" actId="478"/>
          <ac:picMkLst>
            <pc:docMk/>
            <pc:sldMk cId="1999595201" sldId="359"/>
            <ac:picMk id="4" creationId="{16FDB872-A134-9E3C-656D-49E17A5ACD14}"/>
          </ac:picMkLst>
        </pc:picChg>
      </pc:sldChg>
      <pc:sldChg chg="delSp modSp add mod">
        <pc:chgData name="Ramisetty, Manikanta" userId="ae1fd34d-962a-4f58-b03d-990fd8c959a4" providerId="ADAL" clId="{F4C393AC-607A-4F5A-B8EE-4479AF8D26C7}" dt="2024-05-30T04:42:50.517" v="226"/>
        <pc:sldMkLst>
          <pc:docMk/>
          <pc:sldMk cId="3225294229" sldId="360"/>
        </pc:sldMkLst>
        <pc:spChg chg="mod">
          <ac:chgData name="Ramisetty, Manikanta" userId="ae1fd34d-962a-4f58-b03d-990fd8c959a4" providerId="ADAL" clId="{F4C393AC-607A-4F5A-B8EE-4479AF8D26C7}" dt="2024-05-30T04:42:50.517" v="226"/>
          <ac:spMkLst>
            <pc:docMk/>
            <pc:sldMk cId="3225294229" sldId="360"/>
            <ac:spMk id="3" creationId="{D4418541-7290-F1A9-2357-CA26E074EF45}"/>
          </ac:spMkLst>
        </pc:spChg>
        <pc:picChg chg="del">
          <ac:chgData name="Ramisetty, Manikanta" userId="ae1fd34d-962a-4f58-b03d-990fd8c959a4" providerId="ADAL" clId="{F4C393AC-607A-4F5A-B8EE-4479AF8D26C7}" dt="2024-05-30T04:41:33.214" v="221" actId="478"/>
          <ac:picMkLst>
            <pc:docMk/>
            <pc:sldMk cId="3225294229" sldId="360"/>
            <ac:picMk id="4" creationId="{16FDB872-A134-9E3C-656D-49E17A5ACD14}"/>
          </ac:picMkLst>
        </pc:picChg>
      </pc:sldChg>
      <pc:sldChg chg="addSp delSp modSp add mod">
        <pc:chgData name="Ramisetty, Manikanta" userId="ae1fd34d-962a-4f58-b03d-990fd8c959a4" providerId="ADAL" clId="{F4C393AC-607A-4F5A-B8EE-4479AF8D26C7}" dt="2024-05-30T04:40:57.203" v="220" actId="14100"/>
        <pc:sldMkLst>
          <pc:docMk/>
          <pc:sldMk cId="3601154216" sldId="361"/>
        </pc:sldMkLst>
        <pc:spChg chg="mod">
          <ac:chgData name="Ramisetty, Manikanta" userId="ae1fd34d-962a-4f58-b03d-990fd8c959a4" providerId="ADAL" clId="{F4C393AC-607A-4F5A-B8EE-4479AF8D26C7}" dt="2024-05-30T04:40:46.187" v="213" actId="20577"/>
          <ac:spMkLst>
            <pc:docMk/>
            <pc:sldMk cId="3601154216" sldId="361"/>
            <ac:spMk id="3" creationId="{D4418541-7290-F1A9-2357-CA26E074EF45}"/>
          </ac:spMkLst>
        </pc:spChg>
        <pc:picChg chg="del">
          <ac:chgData name="Ramisetty, Manikanta" userId="ae1fd34d-962a-4f58-b03d-990fd8c959a4" providerId="ADAL" clId="{F4C393AC-607A-4F5A-B8EE-4479AF8D26C7}" dt="2024-05-30T04:40:35.577" v="211" actId="478"/>
          <ac:picMkLst>
            <pc:docMk/>
            <pc:sldMk cId="3601154216" sldId="361"/>
            <ac:picMk id="4" creationId="{16FDB872-A134-9E3C-656D-49E17A5ACD14}"/>
          </ac:picMkLst>
        </pc:picChg>
        <pc:picChg chg="add mod">
          <ac:chgData name="Ramisetty, Manikanta" userId="ae1fd34d-962a-4f58-b03d-990fd8c959a4" providerId="ADAL" clId="{F4C393AC-607A-4F5A-B8EE-4479AF8D26C7}" dt="2024-05-30T04:40:57.203" v="220" actId="14100"/>
          <ac:picMkLst>
            <pc:docMk/>
            <pc:sldMk cId="3601154216" sldId="361"/>
            <ac:picMk id="5" creationId="{6E596524-8DDD-7C99-6BB1-47D59E0B4136}"/>
          </ac:picMkLst>
        </pc:picChg>
      </pc:sldChg>
      <pc:sldChg chg="addSp delSp modSp add mod">
        <pc:chgData name="Ramisetty, Manikanta" userId="ae1fd34d-962a-4f58-b03d-990fd8c959a4" providerId="ADAL" clId="{F4C393AC-607A-4F5A-B8EE-4479AF8D26C7}" dt="2024-05-30T04:39:45.820" v="210" actId="962"/>
        <pc:sldMkLst>
          <pc:docMk/>
          <pc:sldMk cId="782157074" sldId="362"/>
        </pc:sldMkLst>
        <pc:spChg chg="del mod">
          <ac:chgData name="Ramisetty, Manikanta" userId="ae1fd34d-962a-4f58-b03d-990fd8c959a4" providerId="ADAL" clId="{F4C393AC-607A-4F5A-B8EE-4479AF8D26C7}" dt="2024-05-30T04:39:42.469" v="207"/>
          <ac:spMkLst>
            <pc:docMk/>
            <pc:sldMk cId="782157074" sldId="362"/>
            <ac:spMk id="3" creationId="{D4418541-7290-F1A9-2357-CA26E074EF45}"/>
          </ac:spMkLst>
        </pc:spChg>
        <pc:picChg chg="del">
          <ac:chgData name="Ramisetty, Manikanta" userId="ae1fd34d-962a-4f58-b03d-990fd8c959a4" providerId="ADAL" clId="{F4C393AC-607A-4F5A-B8EE-4479AF8D26C7}" dt="2024-05-30T04:39:37.051" v="203" actId="478"/>
          <ac:picMkLst>
            <pc:docMk/>
            <pc:sldMk cId="782157074" sldId="362"/>
            <ac:picMk id="4" creationId="{16FDB872-A134-9E3C-656D-49E17A5ACD14}"/>
          </ac:picMkLst>
        </pc:picChg>
        <pc:picChg chg="add mod">
          <ac:chgData name="Ramisetty, Manikanta" userId="ae1fd34d-962a-4f58-b03d-990fd8c959a4" providerId="ADAL" clId="{F4C393AC-607A-4F5A-B8EE-4479AF8D26C7}" dt="2024-05-30T04:39:45.820" v="210" actId="962"/>
          <ac:picMkLst>
            <pc:docMk/>
            <pc:sldMk cId="782157074" sldId="362"/>
            <ac:picMk id="5" creationId="{BC08334C-BEFE-38B7-04E5-493D5111B8B2}"/>
          </ac:picMkLst>
        </pc:picChg>
      </pc:sldChg>
      <pc:sldChg chg="addSp delSp modSp add mod">
        <pc:chgData name="Ramisetty, Manikanta" userId="ae1fd34d-962a-4f58-b03d-990fd8c959a4" providerId="ADAL" clId="{F4C393AC-607A-4F5A-B8EE-4479AF8D26C7}" dt="2024-05-30T04:39:23.803" v="202" actId="113"/>
        <pc:sldMkLst>
          <pc:docMk/>
          <pc:sldMk cId="983620296" sldId="363"/>
        </pc:sldMkLst>
        <pc:spChg chg="add del">
          <ac:chgData name="Ramisetty, Manikanta" userId="ae1fd34d-962a-4f58-b03d-990fd8c959a4" providerId="ADAL" clId="{F4C393AC-607A-4F5A-B8EE-4479AF8D26C7}" dt="2024-05-30T04:39:12.121" v="197" actId="21"/>
          <ac:spMkLst>
            <pc:docMk/>
            <pc:sldMk cId="983620296" sldId="363"/>
            <ac:spMk id="2" creationId="{66801455-F3DA-FEC4-F870-8CBD554BEEBA}"/>
          </ac:spMkLst>
        </pc:spChg>
        <pc:spChg chg="add del mod">
          <ac:chgData name="Ramisetty, Manikanta" userId="ae1fd34d-962a-4f58-b03d-990fd8c959a4" providerId="ADAL" clId="{F4C393AC-607A-4F5A-B8EE-4479AF8D26C7}" dt="2024-05-30T04:39:23.803" v="202" actId="113"/>
          <ac:spMkLst>
            <pc:docMk/>
            <pc:sldMk cId="983620296" sldId="363"/>
            <ac:spMk id="3" creationId="{D4418541-7290-F1A9-2357-CA26E074EF45}"/>
          </ac:spMkLst>
        </pc:spChg>
        <pc:spChg chg="add mod">
          <ac:chgData name="Ramisetty, Manikanta" userId="ae1fd34d-962a-4f58-b03d-990fd8c959a4" providerId="ADAL" clId="{F4C393AC-607A-4F5A-B8EE-4479AF8D26C7}" dt="2024-05-30T04:39:12.071" v="196" actId="21"/>
          <ac:spMkLst>
            <pc:docMk/>
            <pc:sldMk cId="983620296" sldId="363"/>
            <ac:spMk id="5" creationId="{EC94F6C4-FE6B-0B5B-33ED-57232B468586}"/>
          </ac:spMkLst>
        </pc:spChg>
        <pc:spChg chg="add mod">
          <ac:chgData name="Ramisetty, Manikanta" userId="ae1fd34d-962a-4f58-b03d-990fd8c959a4" providerId="ADAL" clId="{F4C393AC-607A-4F5A-B8EE-4479AF8D26C7}" dt="2024-05-30T04:39:15.792" v="200"/>
          <ac:spMkLst>
            <pc:docMk/>
            <pc:sldMk cId="983620296" sldId="363"/>
            <ac:spMk id="6" creationId="{D4418541-7290-F1A9-2357-CA26E074EF45}"/>
          </ac:spMkLst>
        </pc:spChg>
        <pc:spChg chg="add mod">
          <ac:chgData name="Ramisetty, Manikanta" userId="ae1fd34d-962a-4f58-b03d-990fd8c959a4" providerId="ADAL" clId="{F4C393AC-607A-4F5A-B8EE-4479AF8D26C7}" dt="2024-05-30T04:39:14.850" v="199"/>
          <ac:spMkLst>
            <pc:docMk/>
            <pc:sldMk cId="983620296" sldId="363"/>
            <ac:spMk id="7" creationId="{66801455-F3DA-FEC4-F870-8CBD554BEEBA}"/>
          </ac:spMkLst>
        </pc:spChg>
        <pc:picChg chg="del">
          <ac:chgData name="Ramisetty, Manikanta" userId="ae1fd34d-962a-4f58-b03d-990fd8c959a4" providerId="ADAL" clId="{F4C393AC-607A-4F5A-B8EE-4479AF8D26C7}" dt="2024-05-30T04:38:41.887" v="191" actId="478"/>
          <ac:picMkLst>
            <pc:docMk/>
            <pc:sldMk cId="983620296" sldId="363"/>
            <ac:picMk id="4" creationId="{16FDB872-A134-9E3C-656D-49E17A5ACD14}"/>
          </ac:picMkLst>
        </pc:picChg>
      </pc:sldChg>
      <pc:sldChg chg="addSp delSp modSp add mod">
        <pc:chgData name="Ramisetty, Manikanta" userId="ae1fd34d-962a-4f58-b03d-990fd8c959a4" providerId="ADAL" clId="{F4C393AC-607A-4F5A-B8EE-4479AF8D26C7}" dt="2024-05-30T04:38:17.806" v="190" actId="6549"/>
        <pc:sldMkLst>
          <pc:docMk/>
          <pc:sldMk cId="2296149125" sldId="364"/>
        </pc:sldMkLst>
        <pc:spChg chg="add">
          <ac:chgData name="Ramisetty, Manikanta" userId="ae1fd34d-962a-4f58-b03d-990fd8c959a4" providerId="ADAL" clId="{F4C393AC-607A-4F5A-B8EE-4479AF8D26C7}" dt="2024-05-30T04:38:02.478" v="178"/>
          <ac:spMkLst>
            <pc:docMk/>
            <pc:sldMk cId="2296149125" sldId="364"/>
            <ac:spMk id="2" creationId="{4283795D-215C-A37E-CFD9-6D97A0E634B6}"/>
          </ac:spMkLst>
        </pc:spChg>
        <pc:spChg chg="mod">
          <ac:chgData name="Ramisetty, Manikanta" userId="ae1fd34d-962a-4f58-b03d-990fd8c959a4" providerId="ADAL" clId="{F4C393AC-607A-4F5A-B8EE-4479AF8D26C7}" dt="2024-05-30T04:38:17.806" v="190" actId="6549"/>
          <ac:spMkLst>
            <pc:docMk/>
            <pc:sldMk cId="2296149125" sldId="364"/>
            <ac:spMk id="3" creationId="{D4418541-7290-F1A9-2357-CA26E074EF45}"/>
          </ac:spMkLst>
        </pc:spChg>
        <pc:picChg chg="del">
          <ac:chgData name="Ramisetty, Manikanta" userId="ae1fd34d-962a-4f58-b03d-990fd8c959a4" providerId="ADAL" clId="{F4C393AC-607A-4F5A-B8EE-4479AF8D26C7}" dt="2024-05-30T04:37:59.434" v="177" actId="478"/>
          <ac:picMkLst>
            <pc:docMk/>
            <pc:sldMk cId="2296149125" sldId="364"/>
            <ac:picMk id="4" creationId="{16FDB872-A134-9E3C-656D-49E17A5ACD14}"/>
          </ac:picMkLst>
        </pc:picChg>
      </pc:sldChg>
      <pc:sldChg chg="addSp delSp modSp add mod">
        <pc:chgData name="Ramisetty, Manikanta" userId="ae1fd34d-962a-4f58-b03d-990fd8c959a4" providerId="ADAL" clId="{F4C393AC-607A-4F5A-B8EE-4479AF8D26C7}" dt="2024-05-30T04:37:33.951" v="176" actId="27636"/>
        <pc:sldMkLst>
          <pc:docMk/>
          <pc:sldMk cId="3769421672" sldId="365"/>
        </pc:sldMkLst>
        <pc:spChg chg="add">
          <ac:chgData name="Ramisetty, Manikanta" userId="ae1fd34d-962a-4f58-b03d-990fd8c959a4" providerId="ADAL" clId="{F4C393AC-607A-4F5A-B8EE-4479AF8D26C7}" dt="2024-05-30T04:37:20.507" v="164"/>
          <ac:spMkLst>
            <pc:docMk/>
            <pc:sldMk cId="3769421672" sldId="365"/>
            <ac:spMk id="2" creationId="{EAE3329B-36E5-2C04-24F0-2110870CB18C}"/>
          </ac:spMkLst>
        </pc:spChg>
        <pc:spChg chg="mod">
          <ac:chgData name="Ramisetty, Manikanta" userId="ae1fd34d-962a-4f58-b03d-990fd8c959a4" providerId="ADAL" clId="{F4C393AC-607A-4F5A-B8EE-4479AF8D26C7}" dt="2024-05-30T04:37:33.951" v="176" actId="27636"/>
          <ac:spMkLst>
            <pc:docMk/>
            <pc:sldMk cId="3769421672" sldId="365"/>
            <ac:spMk id="3" creationId="{D4418541-7290-F1A9-2357-CA26E074EF45}"/>
          </ac:spMkLst>
        </pc:spChg>
        <pc:picChg chg="del">
          <ac:chgData name="Ramisetty, Manikanta" userId="ae1fd34d-962a-4f58-b03d-990fd8c959a4" providerId="ADAL" clId="{F4C393AC-607A-4F5A-B8EE-4479AF8D26C7}" dt="2024-05-30T04:36:52.112" v="162" actId="478"/>
          <ac:picMkLst>
            <pc:docMk/>
            <pc:sldMk cId="3769421672" sldId="365"/>
            <ac:picMk id="4" creationId="{16FDB872-A134-9E3C-656D-49E17A5ACD14}"/>
          </ac:picMkLst>
        </pc:picChg>
      </pc:sldChg>
      <pc:sldChg chg="delSp modSp add mod">
        <pc:chgData name="Ramisetty, Manikanta" userId="ae1fd34d-962a-4f58-b03d-990fd8c959a4" providerId="ADAL" clId="{F4C393AC-607A-4F5A-B8EE-4479AF8D26C7}" dt="2024-05-30T04:36:40.554" v="160" actId="20577"/>
        <pc:sldMkLst>
          <pc:docMk/>
          <pc:sldMk cId="2788013771" sldId="366"/>
        </pc:sldMkLst>
        <pc:spChg chg="mod">
          <ac:chgData name="Ramisetty, Manikanta" userId="ae1fd34d-962a-4f58-b03d-990fd8c959a4" providerId="ADAL" clId="{F4C393AC-607A-4F5A-B8EE-4479AF8D26C7}" dt="2024-05-30T04:36:40.554" v="160" actId="20577"/>
          <ac:spMkLst>
            <pc:docMk/>
            <pc:sldMk cId="2788013771" sldId="366"/>
            <ac:spMk id="3" creationId="{D4418541-7290-F1A9-2357-CA26E074EF45}"/>
          </ac:spMkLst>
        </pc:spChg>
        <pc:picChg chg="del">
          <ac:chgData name="Ramisetty, Manikanta" userId="ae1fd34d-962a-4f58-b03d-990fd8c959a4" providerId="ADAL" clId="{F4C393AC-607A-4F5A-B8EE-4479AF8D26C7}" dt="2024-05-30T04:25:24.076" v="147" actId="478"/>
          <ac:picMkLst>
            <pc:docMk/>
            <pc:sldMk cId="2788013771" sldId="366"/>
            <ac:picMk id="4" creationId="{16FDB872-A134-9E3C-656D-49E17A5ACD14}"/>
          </ac:picMkLst>
        </pc:picChg>
      </pc:sldChg>
      <pc:sldChg chg="addSp delSp modSp add mod">
        <pc:chgData name="Ramisetty, Manikanta" userId="ae1fd34d-962a-4f58-b03d-990fd8c959a4" providerId="ADAL" clId="{F4C393AC-607A-4F5A-B8EE-4479AF8D26C7}" dt="2024-05-30T04:44:50.022" v="281" actId="12"/>
        <pc:sldMkLst>
          <pc:docMk/>
          <pc:sldMk cId="4136701896" sldId="367"/>
        </pc:sldMkLst>
        <pc:spChg chg="add mod">
          <ac:chgData name="Ramisetty, Manikanta" userId="ae1fd34d-962a-4f58-b03d-990fd8c959a4" providerId="ADAL" clId="{F4C393AC-607A-4F5A-B8EE-4479AF8D26C7}" dt="2024-05-30T04:43:39.276" v="237"/>
          <ac:spMkLst>
            <pc:docMk/>
            <pc:sldMk cId="4136701896" sldId="367"/>
            <ac:spMk id="2" creationId="{B1387F0B-1178-AA27-5025-28EF8F02E50F}"/>
          </ac:spMkLst>
        </pc:spChg>
        <pc:spChg chg="add del mod">
          <ac:chgData name="Ramisetty, Manikanta" userId="ae1fd34d-962a-4f58-b03d-990fd8c959a4" providerId="ADAL" clId="{F4C393AC-607A-4F5A-B8EE-4479AF8D26C7}" dt="2024-05-30T04:44:50.022" v="281" actId="12"/>
          <ac:spMkLst>
            <pc:docMk/>
            <pc:sldMk cId="4136701896" sldId="367"/>
            <ac:spMk id="3" creationId="{D4418541-7290-F1A9-2357-CA26E074EF45}"/>
          </ac:spMkLst>
        </pc:spChg>
        <pc:spChg chg="add">
          <ac:chgData name="Ramisetty, Manikanta" userId="ae1fd34d-962a-4f58-b03d-990fd8c959a4" providerId="ADAL" clId="{F4C393AC-607A-4F5A-B8EE-4479AF8D26C7}" dt="2024-05-30T04:44:00.968" v="250"/>
          <ac:spMkLst>
            <pc:docMk/>
            <pc:sldMk cId="4136701896" sldId="367"/>
            <ac:spMk id="4" creationId="{314A2AD1-BD87-8402-61CC-E63CC7DA1C51}"/>
          </ac:spMkLst>
        </pc:spChg>
        <pc:spChg chg="add">
          <ac:chgData name="Ramisetty, Manikanta" userId="ae1fd34d-962a-4f58-b03d-990fd8c959a4" providerId="ADAL" clId="{F4C393AC-607A-4F5A-B8EE-4479AF8D26C7}" dt="2024-05-30T04:44:34.406" v="274"/>
          <ac:spMkLst>
            <pc:docMk/>
            <pc:sldMk cId="4136701896" sldId="367"/>
            <ac:spMk id="5" creationId="{5E612FBD-C47F-8239-CF4E-F9A9146B133A}"/>
          </ac:spMkLst>
        </pc:spChg>
        <pc:spChg chg="add">
          <ac:chgData name="Ramisetty, Manikanta" userId="ae1fd34d-962a-4f58-b03d-990fd8c959a4" providerId="ADAL" clId="{F4C393AC-607A-4F5A-B8EE-4479AF8D26C7}" dt="2024-05-30T04:44:37.202" v="275"/>
          <ac:spMkLst>
            <pc:docMk/>
            <pc:sldMk cId="4136701896" sldId="367"/>
            <ac:spMk id="6" creationId="{037652D7-B8D8-89A2-7AAF-1C7688372AC6}"/>
          </ac:spMkLst>
        </pc:spChg>
        <pc:spChg chg="add">
          <ac:chgData name="Ramisetty, Manikanta" userId="ae1fd34d-962a-4f58-b03d-990fd8c959a4" providerId="ADAL" clId="{F4C393AC-607A-4F5A-B8EE-4479AF8D26C7}" dt="2024-05-30T04:44:39.349" v="277"/>
          <ac:spMkLst>
            <pc:docMk/>
            <pc:sldMk cId="4136701896" sldId="367"/>
            <ac:spMk id="7" creationId="{991A04D3-7083-2B18-9FC2-F2197685B643}"/>
          </ac:spMkLst>
        </pc:spChg>
      </pc:sldChg>
      <pc:sldChg chg="modSp add mod">
        <pc:chgData name="Ramisetty, Manikanta" userId="ae1fd34d-962a-4f58-b03d-990fd8c959a4" providerId="ADAL" clId="{F4C393AC-607A-4F5A-B8EE-4479AF8D26C7}" dt="2024-05-30T04:52:46.068" v="313"/>
        <pc:sldMkLst>
          <pc:docMk/>
          <pc:sldMk cId="2858029555" sldId="368"/>
        </pc:sldMkLst>
        <pc:spChg chg="mod">
          <ac:chgData name="Ramisetty, Manikanta" userId="ae1fd34d-962a-4f58-b03d-990fd8c959a4" providerId="ADAL" clId="{F4C393AC-607A-4F5A-B8EE-4479AF8D26C7}" dt="2024-05-30T04:52:46.068" v="313"/>
          <ac:spMkLst>
            <pc:docMk/>
            <pc:sldMk cId="2858029555" sldId="368"/>
            <ac:spMk id="3" creationId="{D4418541-7290-F1A9-2357-CA26E074EF45}"/>
          </ac:spMkLst>
        </pc:spChg>
      </pc:sldChg>
      <pc:sldChg chg="addSp delSp modSp add mod">
        <pc:chgData name="Ramisetty, Manikanta" userId="ae1fd34d-962a-4f58-b03d-990fd8c959a4" providerId="ADAL" clId="{F4C393AC-607A-4F5A-B8EE-4479AF8D26C7}" dt="2024-05-30T04:56:25.294" v="335" actId="113"/>
        <pc:sldMkLst>
          <pc:docMk/>
          <pc:sldMk cId="1489936160" sldId="369"/>
        </pc:sldMkLst>
        <pc:spChg chg="mod">
          <ac:chgData name="Ramisetty, Manikanta" userId="ae1fd34d-962a-4f58-b03d-990fd8c959a4" providerId="ADAL" clId="{F4C393AC-607A-4F5A-B8EE-4479AF8D26C7}" dt="2024-05-30T04:56:25.294" v="335" actId="113"/>
          <ac:spMkLst>
            <pc:docMk/>
            <pc:sldMk cId="1489936160" sldId="369"/>
            <ac:spMk id="3" creationId="{D4418541-7290-F1A9-2357-CA26E074EF45}"/>
          </ac:spMkLst>
        </pc:spChg>
        <pc:spChg chg="add del">
          <ac:chgData name="Ramisetty, Manikanta" userId="ae1fd34d-962a-4f58-b03d-990fd8c959a4" providerId="ADAL" clId="{F4C393AC-607A-4F5A-B8EE-4479AF8D26C7}" dt="2024-05-30T04:55:15.796" v="326" actId="22"/>
          <ac:spMkLst>
            <pc:docMk/>
            <pc:sldMk cId="1489936160" sldId="369"/>
            <ac:spMk id="4" creationId="{107C8A90-1A53-B2C0-6975-2BFDF14EB3B0}"/>
          </ac:spMkLst>
        </pc:spChg>
      </pc:sldChg>
      <pc:sldChg chg="add del">
        <pc:chgData name="Ramisetty, Manikanta" userId="ae1fd34d-962a-4f58-b03d-990fd8c959a4" providerId="ADAL" clId="{F4C393AC-607A-4F5A-B8EE-4479AF8D26C7}" dt="2024-05-30T05:05:03.447" v="336" actId="47"/>
        <pc:sldMkLst>
          <pc:docMk/>
          <pc:sldMk cId="1752043421" sldId="370"/>
        </pc:sldMkLst>
      </pc:sldChg>
      <pc:sldChg chg="add del">
        <pc:chgData name="Ramisetty, Manikanta" userId="ae1fd34d-962a-4f58-b03d-990fd8c959a4" providerId="ADAL" clId="{F4C393AC-607A-4F5A-B8EE-4479AF8D26C7}" dt="2024-05-30T05:05:07.203" v="338" actId="47"/>
        <pc:sldMkLst>
          <pc:docMk/>
          <pc:sldMk cId="959147038" sldId="371"/>
        </pc:sldMkLst>
      </pc:sldChg>
      <pc:sldChg chg="add del">
        <pc:chgData name="Ramisetty, Manikanta" userId="ae1fd34d-962a-4f58-b03d-990fd8c959a4" providerId="ADAL" clId="{F4C393AC-607A-4F5A-B8EE-4479AF8D26C7}" dt="2024-05-30T05:05:09.857" v="339" actId="47"/>
        <pc:sldMkLst>
          <pc:docMk/>
          <pc:sldMk cId="2321244669" sldId="372"/>
        </pc:sldMkLst>
      </pc:sldChg>
      <pc:sldChg chg="add del">
        <pc:chgData name="Ramisetty, Manikanta" userId="ae1fd34d-962a-4f58-b03d-990fd8c959a4" providerId="ADAL" clId="{F4C393AC-607A-4F5A-B8EE-4479AF8D26C7}" dt="2024-05-30T05:05:06.431" v="337" actId="47"/>
        <pc:sldMkLst>
          <pc:docMk/>
          <pc:sldMk cId="402196302"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5/30/2024</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5/30/2024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46677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10</a:t>
            </a:fld>
            <a:endParaRPr lang="en-US" dirty="0"/>
          </a:p>
        </p:txBody>
      </p:sp>
    </p:spTree>
    <p:extLst>
      <p:ext uri="{BB962C8B-B14F-4D97-AF65-F5344CB8AC3E}">
        <p14:creationId xmlns:p14="http://schemas.microsoft.com/office/powerpoint/2010/main" val="1483022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3181870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12</a:t>
            </a:fld>
            <a:endParaRPr lang="en-US" dirty="0"/>
          </a:p>
        </p:txBody>
      </p:sp>
    </p:spTree>
    <p:extLst>
      <p:ext uri="{BB962C8B-B14F-4D97-AF65-F5344CB8AC3E}">
        <p14:creationId xmlns:p14="http://schemas.microsoft.com/office/powerpoint/2010/main" val="2562808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13</a:t>
            </a:fld>
            <a:endParaRPr lang="en-US" dirty="0"/>
          </a:p>
        </p:txBody>
      </p:sp>
    </p:spTree>
    <p:extLst>
      <p:ext uri="{BB962C8B-B14F-4D97-AF65-F5344CB8AC3E}">
        <p14:creationId xmlns:p14="http://schemas.microsoft.com/office/powerpoint/2010/main" val="2892612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14</a:t>
            </a:fld>
            <a:endParaRPr lang="en-US" dirty="0"/>
          </a:p>
        </p:txBody>
      </p:sp>
    </p:spTree>
    <p:extLst>
      <p:ext uri="{BB962C8B-B14F-4D97-AF65-F5344CB8AC3E}">
        <p14:creationId xmlns:p14="http://schemas.microsoft.com/office/powerpoint/2010/main" val="2752149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15</a:t>
            </a:fld>
            <a:endParaRPr lang="en-US" dirty="0"/>
          </a:p>
        </p:txBody>
      </p:sp>
    </p:spTree>
    <p:extLst>
      <p:ext uri="{BB962C8B-B14F-4D97-AF65-F5344CB8AC3E}">
        <p14:creationId xmlns:p14="http://schemas.microsoft.com/office/powerpoint/2010/main" val="3464291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16</a:t>
            </a:fld>
            <a:endParaRPr lang="en-US" dirty="0"/>
          </a:p>
        </p:txBody>
      </p:sp>
    </p:spTree>
    <p:extLst>
      <p:ext uri="{BB962C8B-B14F-4D97-AF65-F5344CB8AC3E}">
        <p14:creationId xmlns:p14="http://schemas.microsoft.com/office/powerpoint/2010/main" val="1778121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17</a:t>
            </a:fld>
            <a:endParaRPr lang="en-US" dirty="0"/>
          </a:p>
        </p:txBody>
      </p:sp>
    </p:spTree>
    <p:extLst>
      <p:ext uri="{BB962C8B-B14F-4D97-AF65-F5344CB8AC3E}">
        <p14:creationId xmlns:p14="http://schemas.microsoft.com/office/powerpoint/2010/main" val="2639097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18</a:t>
            </a:fld>
            <a:endParaRPr lang="en-US" dirty="0"/>
          </a:p>
        </p:txBody>
      </p:sp>
    </p:spTree>
    <p:extLst>
      <p:ext uri="{BB962C8B-B14F-4D97-AF65-F5344CB8AC3E}">
        <p14:creationId xmlns:p14="http://schemas.microsoft.com/office/powerpoint/2010/main" val="2106751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19</a:t>
            </a:fld>
            <a:endParaRPr lang="en-US" dirty="0"/>
          </a:p>
        </p:txBody>
      </p:sp>
    </p:spTree>
    <p:extLst>
      <p:ext uri="{BB962C8B-B14F-4D97-AF65-F5344CB8AC3E}">
        <p14:creationId xmlns:p14="http://schemas.microsoft.com/office/powerpoint/2010/main" val="21924613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20</a:t>
            </a:fld>
            <a:endParaRPr lang="en-US" dirty="0"/>
          </a:p>
        </p:txBody>
      </p:sp>
    </p:spTree>
    <p:extLst>
      <p:ext uri="{BB962C8B-B14F-4D97-AF65-F5344CB8AC3E}">
        <p14:creationId xmlns:p14="http://schemas.microsoft.com/office/powerpoint/2010/main" val="3709457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21</a:t>
            </a:fld>
            <a:endParaRPr lang="en-US" dirty="0"/>
          </a:p>
        </p:txBody>
      </p:sp>
    </p:spTree>
    <p:extLst>
      <p:ext uri="{BB962C8B-B14F-4D97-AF65-F5344CB8AC3E}">
        <p14:creationId xmlns:p14="http://schemas.microsoft.com/office/powerpoint/2010/main" val="3433519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22</a:t>
            </a:fld>
            <a:endParaRPr lang="en-US" dirty="0"/>
          </a:p>
        </p:txBody>
      </p:sp>
    </p:spTree>
    <p:extLst>
      <p:ext uri="{BB962C8B-B14F-4D97-AF65-F5344CB8AC3E}">
        <p14:creationId xmlns:p14="http://schemas.microsoft.com/office/powerpoint/2010/main" val="3735507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23</a:t>
            </a:fld>
            <a:endParaRPr lang="en-US" dirty="0"/>
          </a:p>
        </p:txBody>
      </p:sp>
    </p:spTree>
    <p:extLst>
      <p:ext uri="{BB962C8B-B14F-4D97-AF65-F5344CB8AC3E}">
        <p14:creationId xmlns:p14="http://schemas.microsoft.com/office/powerpoint/2010/main" val="1410050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24</a:t>
            </a:fld>
            <a:endParaRPr lang="en-US" dirty="0"/>
          </a:p>
        </p:txBody>
      </p:sp>
    </p:spTree>
    <p:extLst>
      <p:ext uri="{BB962C8B-B14F-4D97-AF65-F5344CB8AC3E}">
        <p14:creationId xmlns:p14="http://schemas.microsoft.com/office/powerpoint/2010/main" val="361336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default-array-values-in-java/"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string-class-in-java/"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new-operator-java/"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US" dirty="0"/>
              <a:t>Core Java</a:t>
            </a:r>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p:txBody>
          <a:bodyPr/>
          <a:lstStyle/>
          <a:p>
            <a:r>
              <a:rPr lang="en-US" dirty="0"/>
              <a:t>Agenda</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p:pic>
      <p:sp>
        <p:nvSpPr>
          <p:cNvPr id="4" name="Text Placeholder 3">
            <a:extLst>
              <a:ext uri="{FF2B5EF4-FFF2-40B4-BE49-F238E27FC236}">
                <a16:creationId xmlns:a16="http://schemas.microsoft.com/office/drawing/2014/main" id="{BFAF7377-87AF-3A8C-539C-8A9651F5DA33}"/>
              </a:ext>
            </a:extLst>
          </p:cNvPr>
          <p:cNvSpPr>
            <a:spLocks noGrp="1"/>
          </p:cNvSpPr>
          <p:nvPr>
            <p:ph type="body" sz="quarter" idx="17"/>
          </p:nvPr>
        </p:nvSpPr>
        <p:spPr/>
        <p:txBody>
          <a:bodyPr/>
          <a:lstStyle/>
          <a:p>
            <a:r>
              <a:rPr lang="en-US" dirty="0"/>
              <a:t>Arrays</a:t>
            </a:r>
          </a:p>
          <a:p>
            <a:r>
              <a:rPr lang="en-US" dirty="0"/>
              <a:t>	String</a:t>
            </a:r>
            <a:br>
              <a:rPr lang="en-US" dirty="0"/>
            </a:br>
            <a:r>
              <a:rPr lang="en-US" dirty="0"/>
              <a:t>String Buffer</a:t>
            </a:r>
          </a:p>
          <a:p>
            <a:r>
              <a:rPr lang="en-US" dirty="0"/>
              <a:t>StringBuilder</a:t>
            </a:r>
          </a:p>
          <a:p>
            <a:endParaRPr lang="en-US" dirty="0"/>
          </a:p>
        </p:txBody>
      </p:sp>
    </p:spTree>
    <p:extLst>
      <p:ext uri="{BB962C8B-B14F-4D97-AF65-F5344CB8AC3E}">
        <p14:creationId xmlns:p14="http://schemas.microsoft.com/office/powerpoint/2010/main" val="30378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Arrays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lnSpcReduction="10000"/>
          </a:bodyPr>
          <a:lstStyle/>
          <a:p>
            <a:r>
              <a:rPr lang="en-US" dirty="0"/>
              <a:t>Normally, an array is a collection of similar type of elements which has contiguous memory location.</a:t>
            </a:r>
          </a:p>
          <a:p>
            <a:r>
              <a:rPr lang="en-US" dirty="0"/>
              <a:t>Arrays are used to store multiple values in a single variable, instead of declaring separate variables for each value.</a:t>
            </a:r>
          </a:p>
          <a:p>
            <a:r>
              <a:rPr lang="en-US" b="1" dirty="0"/>
              <a:t>Java array</a:t>
            </a:r>
            <a:r>
              <a:rPr lang="en-US" dirty="0"/>
              <a:t> is an object which contains elements of a similar data type. Additionally, The elements of an array are stored in a contiguous memory location. It is a data structure where we store similar elements. We can store only a fixed set of elements in a Java array.</a:t>
            </a:r>
          </a:p>
          <a:p>
            <a:r>
              <a:rPr lang="en-US" dirty="0"/>
              <a:t>Array in Java is index-based, the first element of the array is stored at the 0th index, 2nd element is stored on 1st index and so on. </a:t>
            </a:r>
          </a:p>
          <a:p>
            <a:r>
              <a:rPr lang="en-US" dirty="0"/>
              <a:t>To declare an array, define the variable type with </a:t>
            </a:r>
            <a:r>
              <a:rPr lang="en-US" b="1" dirty="0"/>
              <a:t>square brackets</a:t>
            </a:r>
            <a:r>
              <a:rPr lang="en-US" dirty="0"/>
              <a:t>:</a:t>
            </a:r>
          </a:p>
          <a:p>
            <a:r>
              <a:rPr lang="en-US" b="1" dirty="0"/>
              <a:t>String[] cars;</a:t>
            </a:r>
          </a:p>
          <a:p>
            <a:r>
              <a:rPr lang="en-US" dirty="0"/>
              <a:t>We have now declared a variable that holds an array of strings. To insert values to it, you can place the values in a comma-separated list, inside curly braces:</a:t>
            </a:r>
          </a:p>
          <a:p>
            <a:r>
              <a:rPr lang="en-US" b="1" dirty="0"/>
              <a:t>String[] cars = {"Volvo", "BMW", "Ford"};</a:t>
            </a:r>
          </a:p>
        </p:txBody>
      </p:sp>
    </p:spTree>
    <p:extLst>
      <p:ext uri="{BB962C8B-B14F-4D97-AF65-F5344CB8AC3E}">
        <p14:creationId xmlns:p14="http://schemas.microsoft.com/office/powerpoint/2010/main" val="1450287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Arrays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b="1" dirty="0"/>
              <a:t>Arrays in Java</a:t>
            </a:r>
          </a:p>
          <a:p>
            <a:pPr>
              <a:buFont typeface="Arial" panose="020B0604020202020204" pitchFamily="34" charset="0"/>
              <a:buChar char="•"/>
            </a:pPr>
            <a:r>
              <a:rPr lang="en-US" dirty="0"/>
              <a:t>In Java, all arrays are dynamically allocated. (discussed below)</a:t>
            </a:r>
          </a:p>
          <a:p>
            <a:pPr>
              <a:buFont typeface="Arial" panose="020B0604020202020204" pitchFamily="34" charset="0"/>
              <a:buChar char="•"/>
            </a:pPr>
            <a:r>
              <a:rPr lang="en-US" dirty="0"/>
              <a:t>Arrays may be stored in contiguous memory [consecutive memory locations].</a:t>
            </a:r>
          </a:p>
          <a:p>
            <a:pPr>
              <a:buFont typeface="Arial" panose="020B0604020202020204" pitchFamily="34" charset="0"/>
              <a:buChar char="•"/>
            </a:pPr>
            <a:r>
              <a:rPr lang="en-US" dirty="0"/>
              <a:t>Since arrays are objects in Java, we can find their length using the object property </a:t>
            </a:r>
            <a:r>
              <a:rPr lang="en-US" i="1" dirty="0"/>
              <a:t>length</a:t>
            </a:r>
            <a:r>
              <a:rPr lang="en-US" dirty="0"/>
              <a:t>. This is different from C/C++, where we find length using </a:t>
            </a:r>
            <a:r>
              <a:rPr lang="en-US" dirty="0" err="1"/>
              <a:t>sizeof</a:t>
            </a:r>
            <a:r>
              <a:rPr lang="en-US" dirty="0"/>
              <a:t>.</a:t>
            </a:r>
          </a:p>
          <a:p>
            <a:pPr>
              <a:buFont typeface="Arial" panose="020B0604020202020204" pitchFamily="34" charset="0"/>
              <a:buChar char="•"/>
            </a:pPr>
            <a:r>
              <a:rPr lang="en-US" dirty="0"/>
              <a:t>A Java array variable can also be declared like other variables with [] after the data type.</a:t>
            </a:r>
          </a:p>
          <a:p>
            <a:pPr>
              <a:buFont typeface="Arial" panose="020B0604020202020204" pitchFamily="34" charset="0"/>
              <a:buChar char="•"/>
            </a:pPr>
            <a:r>
              <a:rPr lang="en-US" dirty="0"/>
              <a:t>The variables in the array are ordered, and each has an index beginning with 0.</a:t>
            </a:r>
          </a:p>
          <a:p>
            <a:pPr>
              <a:buFont typeface="Arial" panose="020B0604020202020204" pitchFamily="34" charset="0"/>
              <a:buChar char="•"/>
            </a:pPr>
            <a:r>
              <a:rPr lang="en-US" dirty="0"/>
              <a:t>Java array can also be used as a static field, a local variable, or a method parameter.</a:t>
            </a:r>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432641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An array can contain primitives (int, char, etc.) and object (or non-primitive) references of a class depending on the definition of the array. In the case of primitive data types, the actual values might be stored in contiguous memory locations(JVM does not guarantee this behavior). In the case of class objects, the actual objects are stored in a heap segment. </a:t>
            </a:r>
          </a:p>
          <a:p>
            <a:endParaRPr lang="en-US" dirty="0"/>
          </a:p>
          <a:p>
            <a:endParaRPr lang="en-US" dirty="0"/>
          </a:p>
          <a:p>
            <a:endParaRPr lang="en-US" dirty="0"/>
          </a:p>
          <a:p>
            <a:endParaRPr lang="en-US" dirty="0"/>
          </a:p>
        </p:txBody>
      </p:sp>
      <p:pic>
        <p:nvPicPr>
          <p:cNvPr id="4" name="Picture 3" descr="A number in a row&#10;&#10;Description automatically generated with medium confidence">
            <a:extLst>
              <a:ext uri="{FF2B5EF4-FFF2-40B4-BE49-F238E27FC236}">
                <a16:creationId xmlns:a16="http://schemas.microsoft.com/office/drawing/2014/main" id="{670CCF07-1006-F2FA-BEE9-EBA6F89989DD}"/>
              </a:ext>
            </a:extLst>
          </p:cNvPr>
          <p:cNvPicPr>
            <a:picLocks noChangeAspect="1"/>
          </p:cNvPicPr>
          <p:nvPr/>
        </p:nvPicPr>
        <p:blipFill>
          <a:blip r:embed="rId3"/>
          <a:stretch>
            <a:fillRect/>
          </a:stretch>
        </p:blipFill>
        <p:spPr>
          <a:xfrm>
            <a:off x="1615357" y="3429000"/>
            <a:ext cx="5639587" cy="1648055"/>
          </a:xfrm>
          <a:prstGeom prst="rect">
            <a:avLst/>
          </a:prstGeom>
        </p:spPr>
      </p:pic>
    </p:spTree>
    <p:extLst>
      <p:ext uri="{BB962C8B-B14F-4D97-AF65-F5344CB8AC3E}">
        <p14:creationId xmlns:p14="http://schemas.microsoft.com/office/powerpoint/2010/main" val="3831383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b="1" dirty="0"/>
              <a:t>Creating, Initializing, and Accessing an Arrays</a:t>
            </a:r>
          </a:p>
          <a:p>
            <a:r>
              <a:rPr lang="en-US" b="1" dirty="0"/>
              <a:t>One-Dimensional Arrays</a:t>
            </a:r>
          </a:p>
          <a:p>
            <a:r>
              <a:rPr lang="en-US" dirty="0"/>
              <a:t>	The general form of a one-dimensional array declaration is </a:t>
            </a:r>
          </a:p>
          <a:p>
            <a:r>
              <a:rPr lang="en-US" dirty="0"/>
              <a:t>-- type var-name[];</a:t>
            </a:r>
          </a:p>
          <a:p>
            <a:r>
              <a:rPr lang="en-US" dirty="0"/>
              <a:t>-- type[] var-name;</a:t>
            </a:r>
          </a:p>
          <a:p>
            <a:r>
              <a:rPr lang="en-US" dirty="0"/>
              <a:t>An array declaration has two components: the type and the name. </a:t>
            </a:r>
            <a:r>
              <a:rPr lang="en-US" i="1" dirty="0"/>
              <a:t>type</a:t>
            </a:r>
            <a:r>
              <a:rPr lang="en-US" dirty="0"/>
              <a:t> declares the element type of the array. The element type determines the data type of each element that comprises the array. Like an array of integers, we can also create an array of other primitive data types like char, float, double, etc., or user-defined data types (objects of a class). Thus, the element type for the array determines what type of data the array will hold. </a:t>
            </a:r>
          </a:p>
          <a:p>
            <a:endParaRPr lang="en-US" dirty="0"/>
          </a:p>
        </p:txBody>
      </p:sp>
    </p:spTree>
    <p:extLst>
      <p:ext uri="{BB962C8B-B14F-4D97-AF65-F5344CB8AC3E}">
        <p14:creationId xmlns:p14="http://schemas.microsoft.com/office/powerpoint/2010/main" val="2982084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lnSpcReduction="10000"/>
          </a:bodyPr>
          <a:lstStyle/>
          <a:p>
            <a:r>
              <a:rPr lang="en-US" b="1" dirty="0"/>
              <a:t>Instantiating an Array in Java</a:t>
            </a:r>
          </a:p>
          <a:p>
            <a:pPr rtl="0"/>
            <a:r>
              <a:rPr lang="en-US" dirty="0"/>
              <a:t>When an array is declared, only a reference of an array is created. To create or give memory to the array, you create an array like this: The general form of </a:t>
            </a:r>
            <a:r>
              <a:rPr lang="en-US" i="1" dirty="0"/>
              <a:t>new</a:t>
            </a:r>
            <a:r>
              <a:rPr lang="en-US" dirty="0"/>
              <a:t> as it applies to one-dimensional arrays appears as follows: </a:t>
            </a:r>
          </a:p>
          <a:p>
            <a:r>
              <a:rPr lang="en-US" b="1" dirty="0"/>
              <a:t>var-name</a:t>
            </a:r>
            <a:r>
              <a:rPr lang="en-US" dirty="0"/>
              <a:t> = new type [size];</a:t>
            </a:r>
          </a:p>
          <a:p>
            <a:r>
              <a:rPr lang="en-US" dirty="0"/>
              <a:t>Here, </a:t>
            </a:r>
            <a:r>
              <a:rPr lang="en-US" i="1" dirty="0"/>
              <a:t>type</a:t>
            </a:r>
            <a:r>
              <a:rPr lang="en-US" dirty="0"/>
              <a:t> specifies the type of data being allocated, </a:t>
            </a:r>
            <a:r>
              <a:rPr lang="en-US" i="1" dirty="0"/>
              <a:t>size</a:t>
            </a:r>
            <a:r>
              <a:rPr lang="en-US" dirty="0"/>
              <a:t> determines the number of elements in the array, and </a:t>
            </a:r>
            <a:r>
              <a:rPr lang="en-US" b="1" i="1" dirty="0"/>
              <a:t>var-name</a:t>
            </a:r>
            <a:r>
              <a:rPr lang="en-US" dirty="0"/>
              <a:t> is the name of the array variable that is linked to the array. To use </a:t>
            </a:r>
            <a:r>
              <a:rPr lang="en-US" b="1" i="1" dirty="0"/>
              <a:t>new</a:t>
            </a:r>
            <a:r>
              <a:rPr lang="en-US" dirty="0"/>
              <a:t> to allocate an array, </a:t>
            </a:r>
            <a:r>
              <a:rPr lang="en-US" b="1" dirty="0"/>
              <a:t>you must specify the type and number of elements to allocate.</a:t>
            </a:r>
          </a:p>
          <a:p>
            <a:r>
              <a:rPr lang="en-US" dirty="0"/>
              <a:t>//declaring array</a:t>
            </a:r>
          </a:p>
          <a:p>
            <a:r>
              <a:rPr lang="en-US" dirty="0"/>
              <a:t>int </a:t>
            </a:r>
            <a:r>
              <a:rPr lang="en-US" dirty="0" err="1"/>
              <a:t>intArray</a:t>
            </a:r>
            <a:r>
              <a:rPr lang="en-US" dirty="0"/>
              <a:t>[];</a:t>
            </a:r>
          </a:p>
          <a:p>
            <a:r>
              <a:rPr lang="en-US" dirty="0"/>
              <a:t>// allocating memory to array</a:t>
            </a:r>
          </a:p>
          <a:p>
            <a:r>
              <a:rPr lang="en-US" dirty="0" err="1"/>
              <a:t>intArray</a:t>
            </a:r>
            <a:r>
              <a:rPr lang="en-US" dirty="0"/>
              <a:t> = new int[20];  </a:t>
            </a:r>
          </a:p>
          <a:p>
            <a:r>
              <a:rPr lang="en-US" dirty="0"/>
              <a:t>// combining both statements in one</a:t>
            </a:r>
          </a:p>
          <a:p>
            <a:r>
              <a:rPr lang="en-US" dirty="0"/>
              <a:t>int[] </a:t>
            </a:r>
            <a:r>
              <a:rPr lang="en-US" dirty="0" err="1"/>
              <a:t>intArray</a:t>
            </a:r>
            <a:r>
              <a:rPr lang="en-US" dirty="0"/>
              <a:t> = new int[20];</a:t>
            </a:r>
          </a:p>
          <a:p>
            <a:endParaRPr lang="en-US" dirty="0"/>
          </a:p>
        </p:txBody>
      </p:sp>
    </p:spTree>
    <p:extLst>
      <p:ext uri="{BB962C8B-B14F-4D97-AF65-F5344CB8AC3E}">
        <p14:creationId xmlns:p14="http://schemas.microsoft.com/office/powerpoint/2010/main" val="2687405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pPr rtl="0"/>
            <a:r>
              <a:rPr lang="en-US" b="1" dirty="0"/>
              <a:t>Note: </a:t>
            </a:r>
            <a:r>
              <a:rPr lang="en-US" dirty="0"/>
              <a:t>The elements in the array allocated by </a:t>
            </a:r>
            <a:r>
              <a:rPr lang="en-US" i="1" dirty="0"/>
              <a:t>new</a:t>
            </a:r>
            <a:r>
              <a:rPr lang="en-US" dirty="0"/>
              <a:t> will automatically be initialized to </a:t>
            </a:r>
            <a:r>
              <a:rPr lang="en-US" b="1" dirty="0"/>
              <a:t>zero</a:t>
            </a:r>
            <a:r>
              <a:rPr lang="en-US" dirty="0"/>
              <a:t> (for numeric types), </a:t>
            </a:r>
            <a:r>
              <a:rPr lang="en-US" b="1" dirty="0"/>
              <a:t>false</a:t>
            </a:r>
            <a:r>
              <a:rPr lang="en-US" dirty="0"/>
              <a:t> (for </a:t>
            </a:r>
            <a:r>
              <a:rPr lang="en-US" dirty="0" err="1"/>
              <a:t>boolean</a:t>
            </a:r>
            <a:r>
              <a:rPr lang="en-US" dirty="0"/>
              <a:t>), or </a:t>
            </a:r>
            <a:r>
              <a:rPr lang="en-US" b="1" dirty="0"/>
              <a:t>null</a:t>
            </a:r>
            <a:r>
              <a:rPr lang="en-US" dirty="0"/>
              <a:t> (for reference types). Do refer to </a:t>
            </a:r>
            <a:r>
              <a:rPr lang="en-US" dirty="0">
                <a:hlinkClick r:id="rId3"/>
              </a:rPr>
              <a:t>default array values in Java</a:t>
            </a:r>
            <a:r>
              <a:rPr lang="en-US" dirty="0"/>
              <a:t>.</a:t>
            </a:r>
          </a:p>
          <a:p>
            <a:pPr rtl="0"/>
            <a:endParaRPr lang="en-US" dirty="0"/>
          </a:p>
          <a:p>
            <a:pPr rtl="0"/>
            <a:endParaRPr lang="en-US" dirty="0"/>
          </a:p>
          <a:p>
            <a:pPr rtl="0"/>
            <a:endParaRPr lang="en-US" dirty="0"/>
          </a:p>
          <a:p>
            <a:endParaRPr lang="en-US" dirty="0"/>
          </a:p>
        </p:txBody>
      </p:sp>
      <p:graphicFrame>
        <p:nvGraphicFramePr>
          <p:cNvPr id="9" name="Table 8">
            <a:extLst>
              <a:ext uri="{FF2B5EF4-FFF2-40B4-BE49-F238E27FC236}">
                <a16:creationId xmlns:a16="http://schemas.microsoft.com/office/drawing/2014/main" id="{869208B0-105D-FB11-EFC3-2A3779C4DA6A}"/>
              </a:ext>
            </a:extLst>
          </p:cNvPr>
          <p:cNvGraphicFramePr>
            <a:graphicFrameLocks noGrp="1"/>
          </p:cNvGraphicFramePr>
          <p:nvPr/>
        </p:nvGraphicFramePr>
        <p:xfrm>
          <a:off x="1435100" y="2904014"/>
          <a:ext cx="9918699" cy="2194560"/>
        </p:xfrm>
        <a:graphic>
          <a:graphicData uri="http://schemas.openxmlformats.org/drawingml/2006/table">
            <a:tbl>
              <a:tblPr/>
              <a:tblGrid>
                <a:gridCol w="3306233">
                  <a:extLst>
                    <a:ext uri="{9D8B030D-6E8A-4147-A177-3AD203B41FA5}">
                      <a16:colId xmlns:a16="http://schemas.microsoft.com/office/drawing/2014/main" val="461472945"/>
                    </a:ext>
                  </a:extLst>
                </a:gridCol>
                <a:gridCol w="3306233">
                  <a:extLst>
                    <a:ext uri="{9D8B030D-6E8A-4147-A177-3AD203B41FA5}">
                      <a16:colId xmlns:a16="http://schemas.microsoft.com/office/drawing/2014/main" val="1281237246"/>
                    </a:ext>
                  </a:extLst>
                </a:gridCol>
                <a:gridCol w="3306233">
                  <a:extLst>
                    <a:ext uri="{9D8B030D-6E8A-4147-A177-3AD203B41FA5}">
                      <a16:colId xmlns:a16="http://schemas.microsoft.com/office/drawing/2014/main" val="1606197104"/>
                    </a:ext>
                  </a:extLst>
                </a:gridCol>
              </a:tblGrid>
              <a:tr h="0">
                <a:tc>
                  <a:txBody>
                    <a:bodyPr/>
                    <a:lstStyle/>
                    <a:p>
                      <a:r>
                        <a:rPr lang="en-US"/>
                        <a:t>S. No.</a:t>
                      </a:r>
                    </a:p>
                  </a:txBody>
                  <a:tcPr anchor="ctr">
                    <a:lnL>
                      <a:noFill/>
                    </a:lnL>
                    <a:lnR>
                      <a:noFill/>
                    </a:lnR>
                    <a:lnT>
                      <a:noFill/>
                    </a:lnT>
                    <a:lnB>
                      <a:noFill/>
                    </a:lnB>
                    <a:noFill/>
                  </a:tcPr>
                </a:tc>
                <a:tc>
                  <a:txBody>
                    <a:bodyPr/>
                    <a:lstStyle/>
                    <a:p>
                      <a:r>
                        <a:rPr lang="en-US"/>
                        <a:t>Datatype</a:t>
                      </a:r>
                    </a:p>
                  </a:txBody>
                  <a:tcPr anchor="ctr">
                    <a:lnL>
                      <a:noFill/>
                    </a:lnL>
                    <a:lnR>
                      <a:noFill/>
                    </a:lnR>
                    <a:lnT>
                      <a:noFill/>
                    </a:lnT>
                    <a:lnB>
                      <a:noFill/>
                    </a:lnB>
                    <a:noFill/>
                  </a:tcPr>
                </a:tc>
                <a:tc>
                  <a:txBody>
                    <a:bodyPr/>
                    <a:lstStyle/>
                    <a:p>
                      <a:r>
                        <a:rPr lang="en-US"/>
                        <a:t>Default Value</a:t>
                      </a:r>
                    </a:p>
                  </a:txBody>
                  <a:tcPr anchor="ctr">
                    <a:lnL>
                      <a:noFill/>
                    </a:lnL>
                    <a:lnR>
                      <a:noFill/>
                    </a:lnR>
                    <a:lnT>
                      <a:noFill/>
                    </a:lnT>
                    <a:lnB>
                      <a:noFill/>
                    </a:lnB>
                    <a:noFill/>
                  </a:tcPr>
                </a:tc>
                <a:extLst>
                  <a:ext uri="{0D108BD9-81ED-4DB2-BD59-A6C34878D82A}">
                    <a16:rowId xmlns:a16="http://schemas.microsoft.com/office/drawing/2014/main" val="2028333004"/>
                  </a:ext>
                </a:extLst>
              </a:tr>
              <a:tr h="0">
                <a:tc>
                  <a:txBody>
                    <a:bodyPr/>
                    <a:lstStyle/>
                    <a:p>
                      <a:r>
                        <a:rPr lang="en-US"/>
                        <a:t>1</a:t>
                      </a:r>
                    </a:p>
                  </a:txBody>
                  <a:tcPr anchor="ctr">
                    <a:lnL>
                      <a:noFill/>
                    </a:lnL>
                    <a:lnR>
                      <a:noFill/>
                    </a:lnR>
                    <a:lnT>
                      <a:noFill/>
                    </a:lnT>
                    <a:lnB>
                      <a:noFill/>
                    </a:lnB>
                    <a:noFill/>
                  </a:tcPr>
                </a:tc>
                <a:tc>
                  <a:txBody>
                    <a:bodyPr/>
                    <a:lstStyle/>
                    <a:p>
                      <a:r>
                        <a:rPr lang="en-US"/>
                        <a:t>boolean</a:t>
                      </a:r>
                    </a:p>
                  </a:txBody>
                  <a:tcPr anchor="ctr">
                    <a:lnL>
                      <a:noFill/>
                    </a:lnL>
                    <a:lnR>
                      <a:noFill/>
                    </a:lnR>
                    <a:lnT>
                      <a:noFill/>
                    </a:lnT>
                    <a:lnB>
                      <a:noFill/>
                    </a:lnB>
                    <a:noFill/>
                  </a:tcPr>
                </a:tc>
                <a:tc>
                  <a:txBody>
                    <a:bodyPr/>
                    <a:lstStyle/>
                    <a:p>
                      <a:r>
                        <a:rPr lang="en-US"/>
                        <a:t>false</a:t>
                      </a:r>
                    </a:p>
                  </a:txBody>
                  <a:tcPr anchor="ctr">
                    <a:lnL>
                      <a:noFill/>
                    </a:lnL>
                    <a:lnR>
                      <a:noFill/>
                    </a:lnR>
                    <a:lnT>
                      <a:noFill/>
                    </a:lnT>
                    <a:lnB>
                      <a:noFill/>
                    </a:lnB>
                    <a:noFill/>
                  </a:tcPr>
                </a:tc>
                <a:extLst>
                  <a:ext uri="{0D108BD9-81ED-4DB2-BD59-A6C34878D82A}">
                    <a16:rowId xmlns:a16="http://schemas.microsoft.com/office/drawing/2014/main" val="2222645599"/>
                  </a:ext>
                </a:extLst>
              </a:tr>
              <a:tr h="0">
                <a:tc>
                  <a:txBody>
                    <a:bodyPr/>
                    <a:lstStyle/>
                    <a:p>
                      <a:r>
                        <a:rPr lang="en-US"/>
                        <a:t>2</a:t>
                      </a:r>
                    </a:p>
                  </a:txBody>
                  <a:tcPr anchor="ctr">
                    <a:lnL>
                      <a:noFill/>
                    </a:lnL>
                    <a:lnR>
                      <a:noFill/>
                    </a:lnR>
                    <a:lnT>
                      <a:noFill/>
                    </a:lnT>
                    <a:lnB>
                      <a:noFill/>
                    </a:lnB>
                    <a:noFill/>
                  </a:tcPr>
                </a:tc>
                <a:tc>
                  <a:txBody>
                    <a:bodyPr/>
                    <a:lstStyle/>
                    <a:p>
                      <a:r>
                        <a:rPr lang="en-US"/>
                        <a:t>int</a:t>
                      </a:r>
                    </a:p>
                  </a:txBody>
                  <a:tcPr anchor="ctr">
                    <a:lnL>
                      <a:noFill/>
                    </a:lnL>
                    <a:lnR>
                      <a:noFill/>
                    </a:lnR>
                    <a:lnT>
                      <a:noFill/>
                    </a:lnT>
                    <a:lnB>
                      <a:noFill/>
                    </a:lnB>
                    <a:noFill/>
                  </a:tcPr>
                </a:tc>
                <a:tc>
                  <a:txBody>
                    <a:bodyPr/>
                    <a:lstStyle/>
                    <a:p>
                      <a:r>
                        <a:rPr lang="en-US"/>
                        <a:t>0</a:t>
                      </a:r>
                    </a:p>
                  </a:txBody>
                  <a:tcPr anchor="ctr">
                    <a:lnL>
                      <a:noFill/>
                    </a:lnL>
                    <a:lnR>
                      <a:noFill/>
                    </a:lnR>
                    <a:lnT>
                      <a:noFill/>
                    </a:lnT>
                    <a:lnB>
                      <a:noFill/>
                    </a:lnB>
                    <a:noFill/>
                  </a:tcPr>
                </a:tc>
                <a:extLst>
                  <a:ext uri="{0D108BD9-81ED-4DB2-BD59-A6C34878D82A}">
                    <a16:rowId xmlns:a16="http://schemas.microsoft.com/office/drawing/2014/main" val="728530686"/>
                  </a:ext>
                </a:extLst>
              </a:tr>
              <a:tr h="0">
                <a:tc>
                  <a:txBody>
                    <a:bodyPr/>
                    <a:lstStyle/>
                    <a:p>
                      <a:r>
                        <a:rPr lang="en-US"/>
                        <a:t>3</a:t>
                      </a:r>
                    </a:p>
                  </a:txBody>
                  <a:tcPr anchor="ctr">
                    <a:lnL>
                      <a:noFill/>
                    </a:lnL>
                    <a:lnR>
                      <a:noFill/>
                    </a:lnR>
                    <a:lnT>
                      <a:noFill/>
                    </a:lnT>
                    <a:lnB>
                      <a:noFill/>
                    </a:lnB>
                    <a:noFill/>
                  </a:tcPr>
                </a:tc>
                <a:tc>
                  <a:txBody>
                    <a:bodyPr/>
                    <a:lstStyle/>
                    <a:p>
                      <a:r>
                        <a:rPr lang="en-US"/>
                        <a:t>double</a:t>
                      </a:r>
                    </a:p>
                  </a:txBody>
                  <a:tcPr anchor="ctr">
                    <a:lnL>
                      <a:noFill/>
                    </a:lnL>
                    <a:lnR>
                      <a:noFill/>
                    </a:lnR>
                    <a:lnT>
                      <a:noFill/>
                    </a:lnT>
                    <a:lnB>
                      <a:noFill/>
                    </a:lnB>
                    <a:noFill/>
                  </a:tcPr>
                </a:tc>
                <a:tc>
                  <a:txBody>
                    <a:bodyPr/>
                    <a:lstStyle/>
                    <a:p>
                      <a:r>
                        <a:rPr lang="en-US"/>
                        <a:t>0.0</a:t>
                      </a:r>
                    </a:p>
                  </a:txBody>
                  <a:tcPr anchor="ctr">
                    <a:lnL>
                      <a:noFill/>
                    </a:lnL>
                    <a:lnR>
                      <a:noFill/>
                    </a:lnR>
                    <a:lnT>
                      <a:noFill/>
                    </a:lnT>
                    <a:lnB>
                      <a:noFill/>
                    </a:lnB>
                    <a:noFill/>
                  </a:tcPr>
                </a:tc>
                <a:extLst>
                  <a:ext uri="{0D108BD9-81ED-4DB2-BD59-A6C34878D82A}">
                    <a16:rowId xmlns:a16="http://schemas.microsoft.com/office/drawing/2014/main" val="3349703678"/>
                  </a:ext>
                </a:extLst>
              </a:tr>
              <a:tr h="0">
                <a:tc>
                  <a:txBody>
                    <a:bodyPr/>
                    <a:lstStyle/>
                    <a:p>
                      <a:r>
                        <a:rPr lang="en-US"/>
                        <a:t>4</a:t>
                      </a:r>
                    </a:p>
                  </a:txBody>
                  <a:tcPr anchor="ctr">
                    <a:lnL>
                      <a:noFill/>
                    </a:lnL>
                    <a:lnR>
                      <a:noFill/>
                    </a:lnR>
                    <a:lnT>
                      <a:noFill/>
                    </a:lnT>
                    <a:lnB>
                      <a:noFill/>
                    </a:lnB>
                    <a:noFill/>
                  </a:tcPr>
                </a:tc>
                <a:tc>
                  <a:txBody>
                    <a:bodyPr/>
                    <a:lstStyle/>
                    <a:p>
                      <a:r>
                        <a:rPr lang="en-US"/>
                        <a:t>String</a:t>
                      </a:r>
                    </a:p>
                  </a:txBody>
                  <a:tcPr anchor="ctr">
                    <a:lnL>
                      <a:noFill/>
                    </a:lnL>
                    <a:lnR>
                      <a:noFill/>
                    </a:lnR>
                    <a:lnT>
                      <a:noFill/>
                    </a:lnT>
                    <a:lnB>
                      <a:noFill/>
                    </a:lnB>
                    <a:noFill/>
                  </a:tcPr>
                </a:tc>
                <a:tc>
                  <a:txBody>
                    <a:bodyPr/>
                    <a:lstStyle/>
                    <a:p>
                      <a:r>
                        <a:rPr lang="en-US"/>
                        <a:t>null</a:t>
                      </a:r>
                    </a:p>
                  </a:txBody>
                  <a:tcPr anchor="ctr">
                    <a:lnL>
                      <a:noFill/>
                    </a:lnL>
                    <a:lnR>
                      <a:noFill/>
                    </a:lnR>
                    <a:lnT>
                      <a:noFill/>
                    </a:lnT>
                    <a:lnB>
                      <a:noFill/>
                    </a:lnB>
                    <a:noFill/>
                  </a:tcPr>
                </a:tc>
                <a:extLst>
                  <a:ext uri="{0D108BD9-81ED-4DB2-BD59-A6C34878D82A}">
                    <a16:rowId xmlns:a16="http://schemas.microsoft.com/office/drawing/2014/main" val="2212788395"/>
                  </a:ext>
                </a:extLst>
              </a:tr>
              <a:tr h="0">
                <a:tc>
                  <a:txBody>
                    <a:bodyPr/>
                    <a:lstStyle/>
                    <a:p>
                      <a:r>
                        <a:rPr lang="en-US"/>
                        <a:t>5</a:t>
                      </a:r>
                    </a:p>
                  </a:txBody>
                  <a:tcPr anchor="ctr">
                    <a:lnL>
                      <a:noFill/>
                    </a:lnL>
                    <a:lnR>
                      <a:noFill/>
                    </a:lnR>
                    <a:lnT>
                      <a:noFill/>
                    </a:lnT>
                    <a:lnB>
                      <a:noFill/>
                    </a:lnB>
                    <a:noFill/>
                  </a:tcPr>
                </a:tc>
                <a:tc>
                  <a:txBody>
                    <a:bodyPr/>
                    <a:lstStyle/>
                    <a:p>
                      <a:r>
                        <a:rPr lang="en-US"/>
                        <a:t>User-Defined Type</a:t>
                      </a:r>
                    </a:p>
                  </a:txBody>
                  <a:tcPr anchor="ctr">
                    <a:lnL>
                      <a:noFill/>
                    </a:lnL>
                    <a:lnR>
                      <a:noFill/>
                    </a:lnR>
                    <a:lnT>
                      <a:noFill/>
                    </a:lnT>
                    <a:lnB>
                      <a:noFill/>
                    </a:lnB>
                    <a:noFill/>
                  </a:tcPr>
                </a:tc>
                <a:tc>
                  <a:txBody>
                    <a:bodyPr/>
                    <a:lstStyle/>
                    <a:p>
                      <a:r>
                        <a:rPr lang="en-US" dirty="0"/>
                        <a:t>null</a:t>
                      </a:r>
                    </a:p>
                  </a:txBody>
                  <a:tcPr anchor="ctr">
                    <a:lnL>
                      <a:noFill/>
                    </a:lnL>
                    <a:lnR>
                      <a:noFill/>
                    </a:lnR>
                    <a:lnT>
                      <a:noFill/>
                    </a:lnT>
                    <a:lnB>
                      <a:noFill/>
                    </a:lnB>
                    <a:noFill/>
                  </a:tcPr>
                </a:tc>
                <a:extLst>
                  <a:ext uri="{0D108BD9-81ED-4DB2-BD59-A6C34878D82A}">
                    <a16:rowId xmlns:a16="http://schemas.microsoft.com/office/drawing/2014/main" val="4113444795"/>
                  </a:ext>
                </a:extLst>
              </a:tr>
            </a:tbl>
          </a:graphicData>
        </a:graphic>
      </p:graphicFrame>
    </p:spTree>
    <p:extLst>
      <p:ext uri="{BB962C8B-B14F-4D97-AF65-F5344CB8AC3E}">
        <p14:creationId xmlns:p14="http://schemas.microsoft.com/office/powerpoint/2010/main" val="2278245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b="1" dirty="0"/>
              <a:t>Array Literal in Java</a:t>
            </a:r>
          </a:p>
          <a:p>
            <a:pPr rtl="0"/>
            <a:r>
              <a:rPr lang="en-US" dirty="0"/>
              <a:t>In a situation where the size of the array and variables of the array are already known, array literals can be used. </a:t>
            </a:r>
          </a:p>
          <a:p>
            <a:pPr rtl="0"/>
            <a:r>
              <a:rPr lang="en-US" dirty="0"/>
              <a:t>// Declaring array literal </a:t>
            </a:r>
          </a:p>
          <a:p>
            <a:pPr rtl="0"/>
            <a:r>
              <a:rPr lang="en-US" dirty="0"/>
              <a:t>int[] </a:t>
            </a:r>
            <a:r>
              <a:rPr lang="en-US" dirty="0" err="1"/>
              <a:t>intArray</a:t>
            </a:r>
            <a:r>
              <a:rPr lang="en-US" dirty="0"/>
              <a:t> = new int[]{ 1,2,3,4,5,6,7,8,9,10 }; </a:t>
            </a:r>
          </a:p>
          <a:p>
            <a:pPr>
              <a:buFont typeface="Arial" panose="020B0604020202020204" pitchFamily="34" charset="0"/>
              <a:buChar char="•"/>
            </a:pPr>
            <a:r>
              <a:rPr lang="en-US" dirty="0"/>
              <a:t>The length of this array determines the length of the created array.</a:t>
            </a:r>
          </a:p>
          <a:p>
            <a:pPr>
              <a:buFont typeface="Arial" panose="020B0604020202020204" pitchFamily="34" charset="0"/>
              <a:buChar char="•"/>
            </a:pPr>
            <a:r>
              <a:rPr lang="en-US" dirty="0"/>
              <a:t>There is no need to write the new int[] part in the latest versions of Java.</a:t>
            </a:r>
          </a:p>
          <a:p>
            <a:r>
              <a:rPr lang="en-US" b="1" dirty="0"/>
              <a:t>Accessing Java Array Elements using for Loop</a:t>
            </a:r>
          </a:p>
          <a:p>
            <a:r>
              <a:rPr lang="en-US" dirty="0"/>
              <a:t> // accessing the elements of the specified array</a:t>
            </a:r>
          </a:p>
          <a:p>
            <a:r>
              <a:rPr lang="en-US" dirty="0"/>
              <a:t>for (int </a:t>
            </a:r>
            <a:r>
              <a:rPr lang="en-US" dirty="0" err="1"/>
              <a:t>i</a:t>
            </a:r>
            <a:r>
              <a:rPr lang="en-US" dirty="0"/>
              <a:t> = 0; </a:t>
            </a:r>
            <a:r>
              <a:rPr lang="en-US" dirty="0" err="1"/>
              <a:t>i</a:t>
            </a:r>
            <a:r>
              <a:rPr lang="en-US" dirty="0"/>
              <a:t> &lt; </a:t>
            </a:r>
            <a:r>
              <a:rPr lang="en-US" dirty="0" err="1"/>
              <a:t>arr.length</a:t>
            </a:r>
            <a:r>
              <a:rPr lang="en-US" dirty="0"/>
              <a:t>; </a:t>
            </a:r>
            <a:r>
              <a:rPr lang="en-US" dirty="0" err="1"/>
              <a:t>i</a:t>
            </a:r>
            <a:r>
              <a:rPr lang="en-US" dirty="0"/>
              <a:t>++)</a:t>
            </a:r>
          </a:p>
          <a:p>
            <a:r>
              <a:rPr lang="en-US" dirty="0"/>
              <a:t>             </a:t>
            </a:r>
            <a:r>
              <a:rPr lang="en-US" dirty="0" err="1"/>
              <a:t>System.out.println</a:t>
            </a:r>
            <a:r>
              <a:rPr lang="en-US" dirty="0"/>
              <a:t>("Element at index " + </a:t>
            </a:r>
            <a:r>
              <a:rPr lang="en-US" dirty="0" err="1"/>
              <a:t>i</a:t>
            </a:r>
            <a:r>
              <a:rPr lang="en-US" dirty="0"/>
              <a:t> + " : "+ </a:t>
            </a:r>
            <a:r>
              <a:rPr lang="en-US" dirty="0" err="1"/>
              <a:t>arr</a:t>
            </a:r>
            <a:r>
              <a:rPr lang="en-US" dirty="0"/>
              <a:t>[</a:t>
            </a:r>
            <a:r>
              <a:rPr lang="en-US" dirty="0" err="1"/>
              <a:t>i</a:t>
            </a:r>
            <a:r>
              <a:rPr lang="en-US" dirty="0"/>
              <a:t>]);</a:t>
            </a:r>
          </a:p>
          <a:p>
            <a:pPr rtl="0"/>
            <a:endParaRPr lang="en-US" dirty="0"/>
          </a:p>
          <a:p>
            <a:pPr rtl="0"/>
            <a:endParaRPr lang="en-US" dirty="0"/>
          </a:p>
          <a:p>
            <a:pPr rtl="0"/>
            <a:endParaRPr lang="en-US" dirty="0"/>
          </a:p>
          <a:p>
            <a:pPr rtl="0"/>
            <a:endParaRPr lang="en-US" dirty="0"/>
          </a:p>
          <a:p>
            <a:endParaRPr lang="en-US" dirty="0"/>
          </a:p>
        </p:txBody>
      </p:sp>
    </p:spTree>
    <p:extLst>
      <p:ext uri="{BB962C8B-B14F-4D97-AF65-F5344CB8AC3E}">
        <p14:creationId xmlns:p14="http://schemas.microsoft.com/office/powerpoint/2010/main" val="482727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What happens if we try to access elements outside the array size?</a:t>
            </a:r>
          </a:p>
          <a:p>
            <a:r>
              <a:rPr lang="en-US" dirty="0"/>
              <a:t>JVM throws </a:t>
            </a:r>
            <a:r>
              <a:rPr lang="en-US" dirty="0" err="1"/>
              <a:t>ArrayIndexOutOfBoundsException</a:t>
            </a:r>
            <a:r>
              <a:rPr lang="en-US" dirty="0"/>
              <a:t> to indicate that the array has been accessed with an illegal index. The index is either negative or greater than or equal to the size of an array.</a:t>
            </a:r>
          </a:p>
          <a:p>
            <a:r>
              <a:rPr lang="en-US" b="1" dirty="0"/>
              <a:t>Multidimensional Arrays</a:t>
            </a:r>
            <a:r>
              <a:rPr lang="en-US" dirty="0"/>
              <a:t> can be defined in simple words as array of arrays. Data in multidimensional arrays are stored in tabular form (in row major order). </a:t>
            </a:r>
          </a:p>
          <a:p>
            <a:r>
              <a:rPr lang="en-US" dirty="0" err="1"/>
              <a:t>data_type</a:t>
            </a:r>
            <a:r>
              <a:rPr lang="en-US" dirty="0"/>
              <a:t>[1st dimension][2nd dimension][]..[Nth dimension] </a:t>
            </a:r>
            <a:r>
              <a:rPr lang="en-US" dirty="0" err="1"/>
              <a:t>array_name</a:t>
            </a:r>
            <a:r>
              <a:rPr lang="en-US" dirty="0"/>
              <a:t> = new </a:t>
            </a:r>
            <a:r>
              <a:rPr lang="en-US" dirty="0" err="1"/>
              <a:t>data_type</a:t>
            </a:r>
            <a:r>
              <a:rPr lang="en-US" dirty="0"/>
              <a:t>[size1][size2]….[</a:t>
            </a:r>
            <a:r>
              <a:rPr lang="en-US" dirty="0" err="1"/>
              <a:t>sizeN</a:t>
            </a:r>
            <a:r>
              <a:rPr lang="en-US" dirty="0"/>
              <a:t>];</a:t>
            </a:r>
          </a:p>
          <a:p>
            <a:endParaRPr lang="en-US" dirty="0"/>
          </a:p>
          <a:p>
            <a:r>
              <a:rPr lang="en-US" dirty="0" err="1"/>
              <a:t>data_type</a:t>
            </a:r>
            <a:r>
              <a:rPr lang="en-US" dirty="0"/>
              <a:t>: Type of data to be stored in the array. For example: int, char, etc.</a:t>
            </a:r>
          </a:p>
          <a:p>
            <a:r>
              <a:rPr lang="en-US" dirty="0"/>
              <a:t>dimension: The dimension of the array created. For example: 1D, 2D, etc.</a:t>
            </a:r>
          </a:p>
          <a:p>
            <a:r>
              <a:rPr lang="en-US" dirty="0" err="1"/>
              <a:t>array_name</a:t>
            </a:r>
            <a:r>
              <a:rPr lang="en-US" dirty="0"/>
              <a:t>: Name of the array</a:t>
            </a:r>
          </a:p>
          <a:p>
            <a:r>
              <a:rPr lang="en-US" dirty="0"/>
              <a:t>size1, size2, …, </a:t>
            </a:r>
            <a:r>
              <a:rPr lang="en-US" dirty="0" err="1"/>
              <a:t>sizeN</a:t>
            </a:r>
            <a:r>
              <a:rPr lang="en-US" dirty="0"/>
              <a:t>: Sizes of the dimensions respectively.</a:t>
            </a:r>
          </a:p>
        </p:txBody>
      </p:sp>
    </p:spTree>
    <p:extLst>
      <p:ext uri="{BB962C8B-B14F-4D97-AF65-F5344CB8AC3E}">
        <p14:creationId xmlns:p14="http://schemas.microsoft.com/office/powerpoint/2010/main" val="1254773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lnSpcReduction="10000"/>
          </a:bodyPr>
          <a:lstStyle/>
          <a:p>
            <a:r>
              <a:rPr lang="en-US" dirty="0"/>
              <a:t>Two dimensional array:</a:t>
            </a:r>
          </a:p>
          <a:p>
            <a:r>
              <a:rPr lang="en-US" dirty="0"/>
              <a:t>int[][] </a:t>
            </a:r>
            <a:r>
              <a:rPr lang="en-US" dirty="0" err="1"/>
              <a:t>twoD_arr</a:t>
            </a:r>
            <a:r>
              <a:rPr lang="en-US" dirty="0"/>
              <a:t> = new int[10][20];</a:t>
            </a:r>
          </a:p>
          <a:p>
            <a:r>
              <a:rPr lang="en-US" dirty="0"/>
              <a:t>Three dimensional array:</a:t>
            </a:r>
          </a:p>
          <a:p>
            <a:r>
              <a:rPr lang="en-US" dirty="0"/>
              <a:t>int[][][] </a:t>
            </a:r>
            <a:r>
              <a:rPr lang="en-US" dirty="0" err="1"/>
              <a:t>threeD_arr</a:t>
            </a:r>
            <a:r>
              <a:rPr lang="en-US" dirty="0"/>
              <a:t> = new int[10][20][30];</a:t>
            </a:r>
          </a:p>
          <a:p>
            <a:r>
              <a:rPr lang="en-US" dirty="0"/>
              <a:t>Size of multidimensional arrays: The total number of elements that can be stored in a multidimensional array can be calculated by multiplying the size of all the dimensions. </a:t>
            </a:r>
          </a:p>
          <a:p>
            <a:r>
              <a:rPr lang="en-US" dirty="0"/>
              <a:t>For example: The array int[][] x = new int[10][20] can store a total of (10*20) = 200 elements. Similarly, array int[][][] x = new int[5][10][20] can store a total of (5*10*20) = 1000 elements.</a:t>
            </a:r>
          </a:p>
          <a:p>
            <a:r>
              <a:rPr lang="en-US" dirty="0"/>
              <a:t>Application of Multi-Dimensional Array</a:t>
            </a:r>
          </a:p>
          <a:p>
            <a:pPr marL="285750" indent="-285750">
              <a:buFont typeface="Arial" panose="020B0604020202020204" pitchFamily="34" charset="0"/>
              <a:buChar char="•"/>
            </a:pPr>
            <a:r>
              <a:rPr lang="en-US" dirty="0"/>
              <a:t>Multidimensional arrays are used to store the data in a tabular form. For example, storing the roll number and marks of a student can be easily done using multidimensional arrays. Another common usage is to store the images in 3D arrays. </a:t>
            </a:r>
          </a:p>
          <a:p>
            <a:pPr marL="285750" indent="-285750">
              <a:buFont typeface="Arial" panose="020B0604020202020204" pitchFamily="34" charset="0"/>
              <a:buChar char="•"/>
            </a:pPr>
            <a:r>
              <a:rPr lang="en-US" dirty="0"/>
              <a:t>Apart from these, they also have applications in many standard algorithmic problems like:  Matrix Multiplication, Adjacency matrix representation in graphs, Grid search problems</a:t>
            </a:r>
          </a:p>
        </p:txBody>
      </p:sp>
    </p:spTree>
    <p:extLst>
      <p:ext uri="{BB962C8B-B14F-4D97-AF65-F5344CB8AC3E}">
        <p14:creationId xmlns:p14="http://schemas.microsoft.com/office/powerpoint/2010/main" val="117333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A two – dimensional array can be seen as a table with ‘x’ rows and ‘y’ columns where the row number ranges from 0 to (x-1) and column number ranges from 0 to (y-1). A two – dimensional array ‘x’ with 3 rows and 3 columns is shown below: </a:t>
            </a:r>
          </a:p>
        </p:txBody>
      </p:sp>
      <p:pic>
        <p:nvPicPr>
          <p:cNvPr id="4" name="Picture 3" descr="A table with numbers and symbols&#10;&#10;Description automatically generated">
            <a:extLst>
              <a:ext uri="{FF2B5EF4-FFF2-40B4-BE49-F238E27FC236}">
                <a16:creationId xmlns:a16="http://schemas.microsoft.com/office/drawing/2014/main" id="{16FDB872-A134-9E3C-656D-49E17A5ACD14}"/>
              </a:ext>
            </a:extLst>
          </p:cNvPr>
          <p:cNvPicPr>
            <a:picLocks noChangeAspect="1"/>
          </p:cNvPicPr>
          <p:nvPr/>
        </p:nvPicPr>
        <p:blipFill>
          <a:blip r:embed="rId3"/>
          <a:stretch>
            <a:fillRect/>
          </a:stretch>
        </p:blipFill>
        <p:spPr>
          <a:xfrm>
            <a:off x="1572883" y="3205459"/>
            <a:ext cx="7049484" cy="2686425"/>
          </a:xfrm>
          <a:prstGeom prst="rect">
            <a:avLst/>
          </a:prstGeom>
        </p:spPr>
      </p:pic>
    </p:spTree>
    <p:extLst>
      <p:ext uri="{BB962C8B-B14F-4D97-AF65-F5344CB8AC3E}">
        <p14:creationId xmlns:p14="http://schemas.microsoft.com/office/powerpoint/2010/main" val="569061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The string is a sequence of characters. In Java, objects of String are immutable which means a constant and cannot be changed once created. </a:t>
            </a:r>
          </a:p>
          <a:p>
            <a:r>
              <a:rPr lang="en-US" dirty="0"/>
              <a:t>Creating a String</a:t>
            </a:r>
          </a:p>
          <a:p>
            <a:r>
              <a:rPr lang="en-US" dirty="0"/>
              <a:t>	There are two ways to create string in Java: </a:t>
            </a:r>
          </a:p>
          <a:p>
            <a:r>
              <a:rPr lang="en-US" dirty="0"/>
              <a:t>1) String literal</a:t>
            </a:r>
          </a:p>
          <a:p>
            <a:r>
              <a:rPr lang="en-US" dirty="0"/>
              <a:t>	String s = “Hello”;</a:t>
            </a:r>
          </a:p>
          <a:p>
            <a:r>
              <a:rPr lang="en-US" dirty="0"/>
              <a:t>2) Using new keyword</a:t>
            </a:r>
          </a:p>
          <a:p>
            <a:r>
              <a:rPr lang="en-US" dirty="0"/>
              <a:t>	String s = new String (“Hello”);</a:t>
            </a:r>
          </a:p>
          <a:p>
            <a:endParaRPr lang="en-US" dirty="0"/>
          </a:p>
          <a:p>
            <a:r>
              <a:rPr lang="en-US" dirty="0"/>
              <a:t>Strings are the type of objects that can store the character of values and in Java, every character is stored in 16 bits </a:t>
            </a:r>
            <a:r>
              <a:rPr lang="en-US" dirty="0" err="1"/>
              <a:t>i,e</a:t>
            </a:r>
            <a:r>
              <a:rPr lang="en-US" dirty="0"/>
              <a:t> using UTF 16-bit encoding. A string acts the same as an array of characters in Java.</a:t>
            </a:r>
          </a:p>
        </p:txBody>
      </p:sp>
    </p:spTree>
    <p:extLst>
      <p:ext uri="{BB962C8B-B14F-4D97-AF65-F5344CB8AC3E}">
        <p14:creationId xmlns:p14="http://schemas.microsoft.com/office/powerpoint/2010/main" val="2788013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lnSpcReduction="10000"/>
          </a:bodyPr>
          <a:lstStyle/>
          <a:p>
            <a:pPr algn="just"/>
            <a:r>
              <a:rPr lang="en-US" b="1" dirty="0">
                <a:effectLst/>
              </a:rPr>
              <a:t>What is Java String Pool?</a:t>
            </a:r>
          </a:p>
          <a:p>
            <a:pPr algn="just"/>
            <a:r>
              <a:rPr lang="en-US" dirty="0">
                <a:effectLst/>
              </a:rPr>
              <a:t>A Java String Pool is a place in heap memory where all the strings defined in the program are stored. A separate place in a stack is there where the variable storing the string is stored. Whenever we create a new string object, JVM checks for the presence of the object in the String pool, If String is available in the pool, the same object reference is shared with the variable, else a new object is created.</a:t>
            </a:r>
          </a:p>
          <a:p>
            <a:pPr algn="just"/>
            <a:r>
              <a:rPr lang="en-US" dirty="0">
                <a:effectLst/>
              </a:rPr>
              <a:t>       String s1 = "</a:t>
            </a:r>
            <a:r>
              <a:rPr lang="en-US" dirty="0" err="1">
                <a:effectLst/>
              </a:rPr>
              <a:t>abc</a:t>
            </a:r>
            <a:r>
              <a:rPr lang="en-US" dirty="0">
                <a:effectLst/>
              </a:rPr>
              <a:t>"; </a:t>
            </a:r>
          </a:p>
          <a:p>
            <a:pPr algn="just"/>
            <a:r>
              <a:rPr lang="en-US" dirty="0">
                <a:effectLst/>
              </a:rPr>
              <a:t>        String s2 = "</a:t>
            </a:r>
            <a:r>
              <a:rPr lang="en-US" dirty="0" err="1">
                <a:effectLst/>
              </a:rPr>
              <a:t>abc</a:t>
            </a:r>
            <a:r>
              <a:rPr lang="en-US" dirty="0">
                <a:effectLst/>
              </a:rPr>
              <a:t>";   </a:t>
            </a:r>
          </a:p>
          <a:p>
            <a:pPr algn="just"/>
            <a:r>
              <a:rPr lang="en-US" dirty="0">
                <a:effectLst/>
              </a:rPr>
              <a:t>        // Note that this == compares whether </a:t>
            </a:r>
          </a:p>
          <a:p>
            <a:pPr algn="just"/>
            <a:r>
              <a:rPr lang="en-US" dirty="0">
                <a:effectLst/>
              </a:rPr>
              <a:t>        // s1 and s2 refer to same object or not </a:t>
            </a:r>
          </a:p>
          <a:p>
            <a:pPr algn="just"/>
            <a:r>
              <a:rPr lang="en-US" dirty="0">
                <a:effectLst/>
              </a:rPr>
              <a:t>        if (s1 == s2) </a:t>
            </a:r>
          </a:p>
          <a:p>
            <a:pPr algn="just"/>
            <a:r>
              <a:rPr lang="en-US" dirty="0">
                <a:effectLst/>
              </a:rPr>
              <a:t>            </a:t>
            </a:r>
            <a:r>
              <a:rPr lang="en-US" dirty="0" err="1">
                <a:effectLst/>
              </a:rPr>
              <a:t>System.out.println</a:t>
            </a:r>
            <a:r>
              <a:rPr lang="en-US" dirty="0">
                <a:effectLst/>
              </a:rPr>
              <a:t>("Yes"); </a:t>
            </a:r>
          </a:p>
          <a:p>
            <a:pPr algn="just"/>
            <a:r>
              <a:rPr lang="en-US" dirty="0">
                <a:effectLst/>
              </a:rPr>
              <a:t>        else</a:t>
            </a:r>
          </a:p>
          <a:p>
            <a:pPr algn="just"/>
            <a:r>
              <a:rPr lang="en-US" dirty="0">
                <a:effectLst/>
              </a:rPr>
              <a:t>            </a:t>
            </a:r>
            <a:r>
              <a:rPr lang="en-US" dirty="0" err="1">
                <a:effectLst/>
              </a:rPr>
              <a:t>System.out.println</a:t>
            </a:r>
            <a:r>
              <a:rPr lang="en-US" dirty="0">
                <a:effectLst/>
              </a:rPr>
              <a:t>("No"); </a:t>
            </a:r>
          </a:p>
        </p:txBody>
      </p:sp>
    </p:spTree>
    <p:extLst>
      <p:ext uri="{BB962C8B-B14F-4D97-AF65-F5344CB8AC3E}">
        <p14:creationId xmlns:p14="http://schemas.microsoft.com/office/powerpoint/2010/main" val="3769421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        String s1 = new String("</a:t>
            </a:r>
            <a:r>
              <a:rPr lang="en-US" dirty="0" err="1"/>
              <a:t>abc</a:t>
            </a:r>
            <a:r>
              <a:rPr lang="en-US" dirty="0"/>
              <a:t>"); </a:t>
            </a:r>
          </a:p>
          <a:p>
            <a:r>
              <a:rPr lang="en-US" dirty="0"/>
              <a:t>        String s2 = new String("</a:t>
            </a:r>
            <a:r>
              <a:rPr lang="en-US" dirty="0" err="1"/>
              <a:t>abc</a:t>
            </a:r>
            <a:r>
              <a:rPr lang="en-US" dirty="0"/>
              <a:t>");   </a:t>
            </a:r>
          </a:p>
          <a:p>
            <a:r>
              <a:rPr lang="en-US" dirty="0"/>
              <a:t>        // Note that this == compares whether </a:t>
            </a:r>
          </a:p>
          <a:p>
            <a:r>
              <a:rPr lang="en-US" dirty="0"/>
              <a:t>        // s1 and s2 refer to same object or not </a:t>
            </a:r>
          </a:p>
          <a:p>
            <a:r>
              <a:rPr lang="en-US" dirty="0"/>
              <a:t>        if (s1 == s2) </a:t>
            </a:r>
          </a:p>
          <a:p>
            <a:r>
              <a:rPr lang="en-US" dirty="0"/>
              <a:t>            </a:t>
            </a:r>
            <a:r>
              <a:rPr lang="en-US" dirty="0" err="1"/>
              <a:t>System.out.println</a:t>
            </a:r>
            <a:r>
              <a:rPr lang="en-US" dirty="0"/>
              <a:t>("Yes"); </a:t>
            </a:r>
          </a:p>
          <a:p>
            <a:r>
              <a:rPr lang="en-US" dirty="0"/>
              <a:t>        else</a:t>
            </a:r>
          </a:p>
          <a:p>
            <a:r>
              <a:rPr lang="en-US" dirty="0"/>
              <a:t>            </a:t>
            </a:r>
            <a:r>
              <a:rPr lang="en-US" dirty="0" err="1"/>
              <a:t>System.out.println</a:t>
            </a:r>
            <a:r>
              <a:rPr lang="en-US" dirty="0"/>
              <a:t>("No"); </a:t>
            </a:r>
          </a:p>
        </p:txBody>
      </p:sp>
    </p:spTree>
    <p:extLst>
      <p:ext uri="{BB962C8B-B14F-4D97-AF65-F5344CB8AC3E}">
        <p14:creationId xmlns:p14="http://schemas.microsoft.com/office/powerpoint/2010/main" val="2296149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The </a:t>
            </a:r>
            <a:r>
              <a:rPr lang="en-US" dirty="0">
                <a:hlinkClick r:id="rId3"/>
              </a:rPr>
              <a:t>String</a:t>
            </a:r>
            <a:r>
              <a:rPr lang="en-US" dirty="0"/>
              <a:t> is a sequence of characters. One of the most important characteristics of a string in Java is that they are immutable. In other words, once created, the internal state of a string remains the same throughout the execution of the program. This immutability is achieved through the use of a special string constant pool in the heap. In this article, we will understand about the storage of the strings. A string constant pool is a separate place in the heap memory where the values of all the strings which are defined in the program are stored. When we declare a string, an object of type String is created in the stack, while an instance with the value of the string is created in the heap. On standard assignment of a value to a string variable, the variable is allocated stack, while the value is stored in the heap in the string constant pool. For example, let’s assign some value to a string str1.</a:t>
            </a:r>
          </a:p>
          <a:p>
            <a:r>
              <a:rPr lang="en-US" b="1" dirty="0">
                <a:effectLst/>
              </a:rPr>
              <a:t>How String Pool Works?</a:t>
            </a:r>
          </a:p>
          <a:p>
            <a:r>
              <a:rPr lang="en-US" dirty="0">
                <a:effectLst/>
              </a:rPr>
              <a:t>String str1 = "Hello";</a:t>
            </a:r>
          </a:p>
          <a:p>
            <a:endParaRPr lang="en-US" dirty="0"/>
          </a:p>
        </p:txBody>
      </p:sp>
    </p:spTree>
    <p:extLst>
      <p:ext uri="{BB962C8B-B14F-4D97-AF65-F5344CB8AC3E}">
        <p14:creationId xmlns:p14="http://schemas.microsoft.com/office/powerpoint/2010/main" val="983620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pic>
        <p:nvPicPr>
          <p:cNvPr id="5" name="Content Placeholder 4" descr="A diagram of a string connected to a string&#10;&#10;Description automatically generated">
            <a:extLst>
              <a:ext uri="{FF2B5EF4-FFF2-40B4-BE49-F238E27FC236}">
                <a16:creationId xmlns:a16="http://schemas.microsoft.com/office/drawing/2014/main" id="{BC08334C-BEFE-38B7-04E5-493D5111B8B2}"/>
              </a:ext>
            </a:extLst>
          </p:cNvPr>
          <p:cNvPicPr>
            <a:picLocks noGrp="1" noChangeAspect="1"/>
          </p:cNvPicPr>
          <p:nvPr>
            <p:ph sz="half" idx="2"/>
          </p:nvPr>
        </p:nvPicPr>
        <p:blipFill>
          <a:blip r:embed="rId3"/>
          <a:stretch>
            <a:fillRect/>
          </a:stretch>
        </p:blipFill>
        <p:spPr>
          <a:xfrm>
            <a:off x="1900740" y="2784151"/>
            <a:ext cx="6286500" cy="3171825"/>
          </a:xfrm>
        </p:spPr>
      </p:pic>
    </p:spTree>
    <p:extLst>
      <p:ext uri="{BB962C8B-B14F-4D97-AF65-F5344CB8AC3E}">
        <p14:creationId xmlns:p14="http://schemas.microsoft.com/office/powerpoint/2010/main" val="782157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In the above scenario, a string object is created in the stack, and the value “Hello” is created and stored in the heap. Since we have normally assigned the value, it is stored in the constant pool area of the heap. A pointer points towards the value stored in the heap from the object in the stack. Now, let’s take the same example with multiple string variables having the same value as follows:</a:t>
            </a:r>
          </a:p>
          <a:p>
            <a:r>
              <a:rPr lang="en-US" dirty="0"/>
              <a:t>String str1 = "Hello";</a:t>
            </a:r>
          </a:p>
          <a:p>
            <a:r>
              <a:rPr lang="en-US" dirty="0"/>
              <a:t>String str2 = "Hello";</a:t>
            </a:r>
          </a:p>
          <a:p>
            <a:endParaRPr lang="en-US" dirty="0"/>
          </a:p>
        </p:txBody>
      </p:sp>
      <p:pic>
        <p:nvPicPr>
          <p:cNvPr id="5" name="Picture 4" descr="Diagram of a string connected to a string connected to a string connected to a string connected to a string connected to a string connected to a string connected to a string connected to a string connected to a">
            <a:extLst>
              <a:ext uri="{FF2B5EF4-FFF2-40B4-BE49-F238E27FC236}">
                <a16:creationId xmlns:a16="http://schemas.microsoft.com/office/drawing/2014/main" id="{6E596524-8DDD-7C99-6BB1-47D59E0B4136}"/>
              </a:ext>
            </a:extLst>
          </p:cNvPr>
          <p:cNvPicPr>
            <a:picLocks noChangeAspect="1"/>
          </p:cNvPicPr>
          <p:nvPr/>
        </p:nvPicPr>
        <p:blipFill>
          <a:blip r:embed="rId3"/>
          <a:stretch>
            <a:fillRect/>
          </a:stretch>
        </p:blipFill>
        <p:spPr>
          <a:xfrm>
            <a:off x="4553339" y="3209269"/>
            <a:ext cx="5702948" cy="3228975"/>
          </a:xfrm>
          <a:prstGeom prst="rect">
            <a:avLst/>
          </a:prstGeom>
        </p:spPr>
      </p:pic>
    </p:spTree>
    <p:extLst>
      <p:ext uri="{BB962C8B-B14F-4D97-AF65-F5344CB8AC3E}">
        <p14:creationId xmlns:p14="http://schemas.microsoft.com/office/powerpoint/2010/main" val="3601154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a:t>One way to skip this memory allocation is to use the </a:t>
            </a:r>
            <a:r>
              <a:rPr lang="en-US" dirty="0">
                <a:hlinkClick r:id="rId3"/>
              </a:rPr>
              <a:t>new keyword</a:t>
            </a:r>
            <a:r>
              <a:rPr lang="en-US" dirty="0"/>
              <a:t> while creating a new string object. The ‘new’ keyword forces a new instance to always be created regardless of whether the same value was used previously or not. Using ‘new’ forces the instance to be created in the heap outside the string constant pool which is clear, since caching and re-using of instances isn’t allowed here. </a:t>
            </a:r>
          </a:p>
          <a:p>
            <a:endParaRPr lang="en-US" dirty="0"/>
          </a:p>
        </p:txBody>
      </p:sp>
    </p:spTree>
    <p:extLst>
      <p:ext uri="{BB962C8B-B14F-4D97-AF65-F5344CB8AC3E}">
        <p14:creationId xmlns:p14="http://schemas.microsoft.com/office/powerpoint/2010/main" val="3225294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dirty="0" err="1"/>
              <a:t>StringBuffer</a:t>
            </a:r>
            <a:r>
              <a:rPr lang="en-US" dirty="0"/>
              <a:t> is a class in Java that represents a mutable sequence of characters. It provides an alternative to the immutable String class, allowing you to modify the contents of a string without creating a new object every time.</a:t>
            </a:r>
          </a:p>
          <a:p>
            <a:r>
              <a:rPr lang="en-US" b="1" dirty="0"/>
              <a:t>Here are some important features and methods of the </a:t>
            </a:r>
            <a:r>
              <a:rPr lang="en-US" b="1" dirty="0" err="1"/>
              <a:t>StringBuffer</a:t>
            </a:r>
            <a:r>
              <a:rPr lang="en-US" b="1" dirty="0"/>
              <a:t> class</a:t>
            </a:r>
            <a:r>
              <a:rPr lang="en-US" dirty="0"/>
              <a:t>:</a:t>
            </a:r>
          </a:p>
          <a:p>
            <a:r>
              <a:rPr lang="en-US" dirty="0" err="1"/>
              <a:t>StringBuffer</a:t>
            </a:r>
            <a:r>
              <a:rPr lang="en-US" dirty="0"/>
              <a:t> objects are mutable, meaning that you can change the contents of the buffer without creating a new object.</a:t>
            </a:r>
          </a:p>
          <a:p>
            <a:r>
              <a:rPr lang="en-US" dirty="0"/>
              <a:t>    The initial capacity of a </a:t>
            </a:r>
            <a:r>
              <a:rPr lang="en-US" dirty="0" err="1"/>
              <a:t>StringBuffer</a:t>
            </a:r>
            <a:r>
              <a:rPr lang="en-US" dirty="0"/>
              <a:t> can be specified when it is created, or it can be set later with the </a:t>
            </a:r>
            <a:r>
              <a:rPr lang="en-US" dirty="0" err="1"/>
              <a:t>ensureCapacity</a:t>
            </a:r>
            <a:r>
              <a:rPr lang="en-US" dirty="0"/>
              <a:t>() method.</a:t>
            </a:r>
          </a:p>
          <a:p>
            <a:r>
              <a:rPr lang="en-US" dirty="0"/>
              <a:t>    The append() method is used to add characters, strings, or other objects to the end of the buffer.</a:t>
            </a:r>
          </a:p>
          <a:p>
            <a:r>
              <a:rPr lang="en-US" dirty="0"/>
              <a:t>    The insert() method is used to insert characters, strings, or other objects at a specified position in the buffer.</a:t>
            </a:r>
          </a:p>
          <a:p>
            <a:r>
              <a:rPr lang="en-US" dirty="0"/>
              <a:t>    The delete() method is used to remove characters from the buffer.</a:t>
            </a:r>
          </a:p>
          <a:p>
            <a:r>
              <a:rPr lang="en-US" dirty="0"/>
              <a:t>    The reverse() method is used to reverse the order of the characters in the buffer.</a:t>
            </a:r>
          </a:p>
        </p:txBody>
      </p:sp>
    </p:spTree>
    <p:extLst>
      <p:ext uri="{BB962C8B-B14F-4D97-AF65-F5344CB8AC3E}">
        <p14:creationId xmlns:p14="http://schemas.microsoft.com/office/powerpoint/2010/main" val="1999595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fontScale="92500" lnSpcReduction="10000"/>
          </a:bodyPr>
          <a:lstStyle/>
          <a:p>
            <a:r>
              <a:rPr lang="en-US" dirty="0"/>
              <a:t> </a:t>
            </a:r>
            <a:r>
              <a:rPr lang="en-US" dirty="0" err="1"/>
              <a:t>StringBuffer</a:t>
            </a:r>
            <a:r>
              <a:rPr lang="en-US" dirty="0"/>
              <a:t> sb = new </a:t>
            </a:r>
            <a:r>
              <a:rPr lang="en-US" dirty="0" err="1"/>
              <a:t>StringBuffer</a:t>
            </a:r>
            <a:r>
              <a:rPr lang="en-US" dirty="0"/>
              <a:t>();</a:t>
            </a:r>
          </a:p>
          <a:p>
            <a:r>
              <a:rPr lang="en-US" dirty="0"/>
              <a:t>        </a:t>
            </a:r>
            <a:r>
              <a:rPr lang="en-US" dirty="0" err="1"/>
              <a:t>sb.append</a:t>
            </a:r>
            <a:r>
              <a:rPr lang="en-US" dirty="0"/>
              <a:t>("Hello");</a:t>
            </a:r>
          </a:p>
          <a:p>
            <a:r>
              <a:rPr lang="en-US" dirty="0"/>
              <a:t>        </a:t>
            </a:r>
            <a:r>
              <a:rPr lang="en-US" dirty="0" err="1"/>
              <a:t>sb.append</a:t>
            </a:r>
            <a:r>
              <a:rPr lang="en-US" dirty="0"/>
              <a:t>(" ");</a:t>
            </a:r>
          </a:p>
          <a:p>
            <a:r>
              <a:rPr lang="en-US" dirty="0"/>
              <a:t>        </a:t>
            </a:r>
            <a:r>
              <a:rPr lang="en-US" dirty="0" err="1"/>
              <a:t>sb.append</a:t>
            </a:r>
            <a:r>
              <a:rPr lang="en-US" dirty="0"/>
              <a:t>("world");</a:t>
            </a:r>
          </a:p>
          <a:p>
            <a:r>
              <a:rPr lang="en-US" dirty="0"/>
              <a:t>        String message = </a:t>
            </a:r>
            <a:r>
              <a:rPr lang="en-US" dirty="0" err="1"/>
              <a:t>sb.toString</a:t>
            </a:r>
            <a:r>
              <a:rPr lang="en-US" dirty="0"/>
              <a:t>();</a:t>
            </a:r>
          </a:p>
          <a:p>
            <a:r>
              <a:rPr lang="en-US" dirty="0"/>
              <a:t>        </a:t>
            </a:r>
            <a:r>
              <a:rPr lang="en-US" dirty="0" err="1"/>
              <a:t>System.out.println</a:t>
            </a:r>
            <a:r>
              <a:rPr lang="en-US" dirty="0"/>
              <a:t>(message);</a:t>
            </a:r>
          </a:p>
          <a:p>
            <a:r>
              <a:rPr lang="en-US" dirty="0"/>
              <a:t>Output : Hello world</a:t>
            </a:r>
          </a:p>
          <a:p>
            <a:r>
              <a:rPr lang="en-US" b="1" dirty="0"/>
              <a:t>Advantages :</a:t>
            </a:r>
          </a:p>
          <a:p>
            <a:pPr marL="342900" indent="-342900">
              <a:buFont typeface="+mj-lt"/>
              <a:buAutoNum type="arabicPeriod"/>
            </a:pPr>
            <a:r>
              <a:rPr lang="en-US" dirty="0"/>
              <a:t> Mutable: </a:t>
            </a:r>
            <a:r>
              <a:rPr lang="en-US" dirty="0" err="1"/>
              <a:t>StringBuffer</a:t>
            </a:r>
            <a:r>
              <a:rPr lang="en-US" dirty="0"/>
              <a:t> objects are mutable, which means that you can modify the contents of the object after it has been created. In contrast, String objects are immutable, which means that you cannot change the contents of a String once it has been created.</a:t>
            </a:r>
          </a:p>
          <a:p>
            <a:pPr marL="342900" indent="-342900">
              <a:buFont typeface="+mj-lt"/>
              <a:buAutoNum type="arabicPeriod"/>
            </a:pPr>
            <a:r>
              <a:rPr lang="en-US" dirty="0"/>
              <a:t>Efficient: Because </a:t>
            </a:r>
            <a:r>
              <a:rPr lang="en-US" dirty="0" err="1"/>
              <a:t>StringBuffer</a:t>
            </a:r>
            <a:r>
              <a:rPr lang="en-US" dirty="0"/>
              <a:t> objects are mutable, they are more efficient than creating new String objects each time you need to modify a string. This is especially true if you need to modify a string multiple times, as each modification to a String object creates a new object and discards the old one.</a:t>
            </a:r>
          </a:p>
          <a:p>
            <a:endParaRPr lang="en-US" dirty="0"/>
          </a:p>
        </p:txBody>
      </p:sp>
    </p:spTree>
    <p:extLst>
      <p:ext uri="{BB962C8B-B14F-4D97-AF65-F5344CB8AC3E}">
        <p14:creationId xmlns:p14="http://schemas.microsoft.com/office/powerpoint/2010/main" val="4136701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pPr marL="342900" indent="-342900">
              <a:buAutoNum type="arabicPeriod" startAt="3"/>
            </a:pPr>
            <a:r>
              <a:rPr lang="en-US" dirty="0"/>
              <a:t>Thread-safe: </a:t>
            </a:r>
            <a:r>
              <a:rPr lang="en-US" dirty="0" err="1"/>
              <a:t>StringBuffer</a:t>
            </a:r>
            <a:r>
              <a:rPr lang="en-US" dirty="0"/>
              <a:t> objects are thread-safe, which means multiple threads can access it simultaneously( they can be safely accessed and modified by multiple threads simultaneously). In contrast, String objects are not thread-safe, which means that you need to use synchronization if you want to access a String object from multiple threads.</a:t>
            </a:r>
          </a:p>
          <a:p>
            <a:r>
              <a:rPr lang="en-US" dirty="0"/>
              <a:t>Overall, if you need to perform multiple modifications to a string, or if you need to access a string from multiple threads, using </a:t>
            </a:r>
            <a:r>
              <a:rPr lang="en-US" dirty="0" err="1"/>
              <a:t>StringBuffer</a:t>
            </a:r>
            <a:r>
              <a:rPr lang="en-US" dirty="0"/>
              <a:t> can be more efficient and safer than using regular String objects.</a:t>
            </a:r>
          </a:p>
          <a:p>
            <a:r>
              <a:rPr lang="en-US" b="1" dirty="0" err="1"/>
              <a:t>StringBuffer</a:t>
            </a:r>
            <a:r>
              <a:rPr lang="en-US" dirty="0"/>
              <a:t> is a peer class of </a:t>
            </a:r>
            <a:r>
              <a:rPr lang="en-US" b="1" dirty="0"/>
              <a:t>String</a:t>
            </a:r>
            <a:r>
              <a:rPr lang="en-US" dirty="0"/>
              <a:t> that provides much of the functionality of strings. The string represents fixed-length, immutable character sequences while </a:t>
            </a:r>
            <a:r>
              <a:rPr lang="en-US" dirty="0" err="1"/>
              <a:t>StringBuffer</a:t>
            </a:r>
            <a:r>
              <a:rPr lang="en-US" dirty="0"/>
              <a:t> represents growable and writable character sequences. </a:t>
            </a:r>
            <a:r>
              <a:rPr lang="en-US" dirty="0" err="1"/>
              <a:t>StringBuffer</a:t>
            </a:r>
            <a:r>
              <a:rPr lang="en-US" dirty="0"/>
              <a:t> may have characters and substrings inserted in the middle or appended to the end. It will automatically grow to make room for such additions and often has more characters </a:t>
            </a:r>
            <a:r>
              <a:rPr lang="en-US" dirty="0" err="1"/>
              <a:t>preallocated</a:t>
            </a:r>
            <a:r>
              <a:rPr lang="en-US" dirty="0"/>
              <a:t> than are actually needed, to allow room for growth.</a:t>
            </a:r>
          </a:p>
          <a:p>
            <a:r>
              <a:rPr lang="en-US" dirty="0"/>
              <a:t>Methods: </a:t>
            </a:r>
          </a:p>
          <a:p>
            <a:r>
              <a:rPr lang="en-US" dirty="0" err="1"/>
              <a:t>append,insert,replace,delete,reverse</a:t>
            </a:r>
            <a:endParaRPr lang="en-US" dirty="0"/>
          </a:p>
        </p:txBody>
      </p:sp>
    </p:spTree>
    <p:extLst>
      <p:ext uri="{BB962C8B-B14F-4D97-AF65-F5344CB8AC3E}">
        <p14:creationId xmlns:p14="http://schemas.microsoft.com/office/powerpoint/2010/main" val="2858029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Java</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59" y="2036190"/>
            <a:ext cx="10701309" cy="4331824"/>
          </a:xfrm>
        </p:spPr>
        <p:txBody>
          <a:bodyPr>
            <a:normAutofit/>
          </a:bodyPr>
          <a:lstStyle/>
          <a:p>
            <a:r>
              <a:rPr lang="en-US" b="1" dirty="0"/>
              <a:t>StringBuilder</a:t>
            </a:r>
            <a:r>
              <a:rPr lang="en-US" dirty="0"/>
              <a:t> in Java represents a mutable sequence of characters. Since the String Class in Java creates an immutable sequence of characters, the StringBuilder class provides an alternative to String Class, as it creates a </a:t>
            </a:r>
            <a:r>
              <a:rPr lang="en-US" b="1" dirty="0"/>
              <a:t>mutable</a:t>
            </a:r>
            <a:r>
              <a:rPr lang="en-US" dirty="0"/>
              <a:t> sequence of characters. The function of </a:t>
            </a:r>
            <a:r>
              <a:rPr lang="en-US" b="1" dirty="0"/>
              <a:t>StringBuilder</a:t>
            </a:r>
            <a:r>
              <a:rPr lang="en-US" dirty="0"/>
              <a:t> is very much similar to the </a:t>
            </a:r>
            <a:r>
              <a:rPr lang="en-US" b="1" dirty="0" err="1"/>
              <a:t>StringBuffer</a:t>
            </a:r>
            <a:r>
              <a:rPr lang="en-US" dirty="0"/>
              <a:t> class, as both of them provide an alternative to String Class by making a </a:t>
            </a:r>
            <a:r>
              <a:rPr lang="en-US" b="1" dirty="0"/>
              <a:t>mutable</a:t>
            </a:r>
            <a:r>
              <a:rPr lang="en-US" dirty="0"/>
              <a:t> sequence of characters. However, the StringBuilder class differs from the </a:t>
            </a:r>
            <a:r>
              <a:rPr lang="en-US" dirty="0" err="1"/>
              <a:t>StringBuffer</a:t>
            </a:r>
            <a:r>
              <a:rPr lang="en-US" dirty="0"/>
              <a:t> class on the basis of synchronization. The StringBuilder class provides no guarantee of synchronization whereas the </a:t>
            </a:r>
            <a:r>
              <a:rPr lang="en-US" dirty="0" err="1"/>
              <a:t>StringBuffer</a:t>
            </a:r>
            <a:r>
              <a:rPr lang="en-US" dirty="0"/>
              <a:t> class does. Therefore this class is designed for use as a drop-in replacement for </a:t>
            </a:r>
            <a:r>
              <a:rPr lang="en-US" dirty="0" err="1"/>
              <a:t>StringBuffer</a:t>
            </a:r>
            <a:r>
              <a:rPr lang="en-US" dirty="0"/>
              <a:t> in places where the </a:t>
            </a:r>
            <a:r>
              <a:rPr lang="en-US" dirty="0" err="1"/>
              <a:t>StringBuffer</a:t>
            </a:r>
            <a:r>
              <a:rPr lang="en-US" dirty="0"/>
              <a:t> was being used by a single thread (as is generally the case). Where possible, it is recommended that this class be used in preference to </a:t>
            </a:r>
            <a:r>
              <a:rPr lang="en-US" dirty="0" err="1"/>
              <a:t>StringBuffer</a:t>
            </a:r>
            <a:r>
              <a:rPr lang="en-US" dirty="0"/>
              <a:t> as it will be faster under most implementations. Instances of StringBuilder are not safe for use by multiple threads. If such synchronization is required then it is recommended that </a:t>
            </a:r>
            <a:r>
              <a:rPr lang="en-US" dirty="0" err="1"/>
              <a:t>StringBuffer</a:t>
            </a:r>
            <a:r>
              <a:rPr lang="en-US" dirty="0"/>
              <a:t> be used. String Builder is not thread-safe and high in performance compared to String buffer.</a:t>
            </a:r>
          </a:p>
        </p:txBody>
      </p:sp>
    </p:spTree>
    <p:extLst>
      <p:ext uri="{BB962C8B-B14F-4D97-AF65-F5344CB8AC3E}">
        <p14:creationId xmlns:p14="http://schemas.microsoft.com/office/powerpoint/2010/main" val="1489936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D893-E98A-260A-9EC4-B9365E533FD5}"/>
              </a:ext>
            </a:extLst>
          </p:cNvPr>
          <p:cNvSpPr>
            <a:spLocks noGrp="1"/>
          </p:cNvSpPr>
          <p:nvPr>
            <p:ph type="title"/>
          </p:nvPr>
        </p:nvSpPr>
        <p:spPr>
          <a:xfrm>
            <a:off x="2792897" y="585216"/>
            <a:ext cx="8965094" cy="2276856"/>
          </a:xfrm>
        </p:spPr>
        <p:txBody>
          <a:bodyPr/>
          <a:lstStyle/>
          <a:p>
            <a:r>
              <a:rPr lang="en-US" dirty="0"/>
              <a:t>Thank you</a:t>
            </a:r>
          </a:p>
        </p:txBody>
      </p:sp>
      <p:pic>
        <p:nvPicPr>
          <p:cNvPr id="5" name="Picture Placeholder 14" descr="Mountains under near dusk sky">
            <a:extLst>
              <a:ext uri="{FF2B5EF4-FFF2-40B4-BE49-F238E27FC236}">
                <a16:creationId xmlns:a16="http://schemas.microsoft.com/office/drawing/2014/main" id="{DE72DC91-8DC9-B68C-C1D3-8F5273481A74}"/>
              </a:ext>
            </a:extLst>
          </p:cNvPr>
          <p:cNvPicPr>
            <a:picLocks noGrp="1" noChangeAspect="1"/>
          </p:cNvPicPr>
          <p:nvPr>
            <p:ph type="pic" sz="quarter" idx="14"/>
          </p:nvPr>
        </p:nvPicPr>
        <p:blipFill rotWithShape="1">
          <a:blip r:embed="rId3"/>
          <a:srcRect l="13191" r="13191"/>
          <a:stretch/>
        </p:blipFill>
        <p:spPr>
          <a:xfrm>
            <a:off x="1371606" y="3205313"/>
            <a:ext cx="3043077" cy="3043083"/>
          </a:xfrm>
        </p:spPr>
      </p:pic>
      <p:sp>
        <p:nvSpPr>
          <p:cNvPr id="3" name="Text Placeholder 2">
            <a:extLst>
              <a:ext uri="{FF2B5EF4-FFF2-40B4-BE49-F238E27FC236}">
                <a16:creationId xmlns:a16="http://schemas.microsoft.com/office/drawing/2014/main" id="{FD70D88C-5989-4007-4953-F54A4A34B778}"/>
              </a:ext>
            </a:extLst>
          </p:cNvPr>
          <p:cNvSpPr>
            <a:spLocks noGrp="1"/>
          </p:cNvSpPr>
          <p:nvPr>
            <p:ph type="body" sz="quarter" idx="13"/>
          </p:nvPr>
        </p:nvSpPr>
        <p:spPr>
          <a:xfrm>
            <a:off x="5640609" y="3127248"/>
            <a:ext cx="6117381" cy="3017520"/>
          </a:xfrm>
        </p:spPr>
        <p:txBody>
          <a:bodyPr/>
          <a:lstStyle/>
          <a:p>
            <a:endParaRPr lang="en-US" dirty="0"/>
          </a:p>
          <a:p>
            <a:endParaRPr lang="en-US" dirty="0"/>
          </a:p>
        </p:txBody>
      </p:sp>
    </p:spTree>
    <p:extLst>
      <p:ext uri="{BB962C8B-B14F-4D97-AF65-F5344CB8AC3E}">
        <p14:creationId xmlns:p14="http://schemas.microsoft.com/office/powerpoint/2010/main" val="427394918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{A26652F7-CFF8-4006-B480-F32DCA386630}tf89338750_win32</Template>
  <TotalTime>187</TotalTime>
  <Words>2720</Words>
  <Application>Microsoft Office PowerPoint</Application>
  <PresentationFormat>Widescreen</PresentationFormat>
  <Paragraphs>196</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Univers</vt:lpstr>
      <vt:lpstr>GradientVTI</vt:lpstr>
      <vt:lpstr>Core Java</vt:lpstr>
      <vt:lpstr>Agenda</vt:lpstr>
      <vt:lpstr>Arrays</vt:lpstr>
      <vt:lpstr>Arrays</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Java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Java</dc:title>
  <dc:creator>Ramisetty, Manikanta</dc:creator>
  <cp:lastModifiedBy>Ramisetty, Manikanta</cp:lastModifiedBy>
  <cp:revision>1</cp:revision>
  <dcterms:created xsi:type="dcterms:W3CDTF">2024-05-30T01:57:55Z</dcterms:created>
  <dcterms:modified xsi:type="dcterms:W3CDTF">2024-05-30T05:05:12Z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