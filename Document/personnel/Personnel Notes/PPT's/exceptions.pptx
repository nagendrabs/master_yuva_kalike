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6" r:id="rId4"/>
  </p:sldMasterIdLst>
  <p:notesMasterIdLst>
    <p:notesMasterId r:id="rId26"/>
  </p:notesMasterIdLst>
  <p:handoutMasterIdLst>
    <p:handoutMasterId r:id="rId27"/>
  </p:handoutMasterIdLst>
  <p:sldIdLst>
    <p:sldId id="334" r:id="rId5"/>
    <p:sldId id="350" r:id="rId6"/>
    <p:sldId id="356" r:id="rId7"/>
    <p:sldId id="357" r:id="rId8"/>
    <p:sldId id="358" r:id="rId9"/>
    <p:sldId id="359" r:id="rId10"/>
    <p:sldId id="351" r:id="rId11"/>
    <p:sldId id="352" r:id="rId12"/>
    <p:sldId id="353" r:id="rId13"/>
    <p:sldId id="360" r:id="rId14"/>
    <p:sldId id="361" r:id="rId15"/>
    <p:sldId id="362" r:id="rId16"/>
    <p:sldId id="363" r:id="rId17"/>
    <p:sldId id="364" r:id="rId18"/>
    <p:sldId id="368" r:id="rId19"/>
    <p:sldId id="369" r:id="rId20"/>
    <p:sldId id="371" r:id="rId21"/>
    <p:sldId id="370" r:id="rId22"/>
    <p:sldId id="372" r:id="rId23"/>
    <p:sldId id="373" r:id="rId24"/>
    <p:sldId id="34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92" userDrawn="1">
          <p15:clr>
            <a:srgbClr val="A4A3A4"/>
          </p15:clr>
        </p15:guide>
        <p15:guide id="2" pos="7056" userDrawn="1">
          <p15:clr>
            <a:srgbClr val="A4A3A4"/>
          </p15:clr>
        </p15:guide>
        <p15:guide id="3" orient="horz" pos="31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4" autoAdjust="0"/>
    <p:restoredTop sz="84967" autoAdjust="0"/>
  </p:normalViewPr>
  <p:slideViewPr>
    <p:cSldViewPr snapToGrid="0">
      <p:cViewPr varScale="1">
        <p:scale>
          <a:sx n="82" d="100"/>
          <a:sy n="82" d="100"/>
        </p:scale>
        <p:origin x="720" y="77"/>
      </p:cViewPr>
      <p:guideLst>
        <p:guide orient="horz" pos="1392"/>
        <p:guide pos="7056"/>
        <p:guide orient="horz" pos="3168"/>
      </p:guideLst>
    </p:cSldViewPr>
  </p:slideViewPr>
  <p:outlineViewPr>
    <p:cViewPr>
      <p:scale>
        <a:sx n="33" d="100"/>
        <a:sy n="33" d="100"/>
      </p:scale>
      <p:origin x="0" y="-1103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E99E25-5B65-D93A-3010-8B947D67E65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DAEB28A-33CC-6CF5-1214-F2C3205F679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888634-FBA9-41D6-8B35-EE3A7D816B7C}" type="datetimeFigureOut">
              <a:rPr lang="en-US" smtClean="0"/>
              <a:t>6/6/2024</a:t>
            </a:fld>
            <a:endParaRPr lang="en-US" dirty="0"/>
          </a:p>
        </p:txBody>
      </p:sp>
      <p:sp>
        <p:nvSpPr>
          <p:cNvPr id="4" name="Footer Placeholder 3">
            <a:extLst>
              <a:ext uri="{FF2B5EF4-FFF2-40B4-BE49-F238E27FC236}">
                <a16:creationId xmlns:a16="http://schemas.microsoft.com/office/drawing/2014/main" id="{43D63414-6160-FF79-B3F6-CD615625C8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83E93F-BDEC-C5F7-2553-8324882C419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97C78D2-97D1-4B37-BDD1-08A09BD4CA99}" type="slidenum">
              <a:rPr lang="en-US" smtClean="0"/>
              <a:t>‹#›</a:t>
            </a:fld>
            <a:endParaRPr lang="en-US" dirty="0"/>
          </a:p>
        </p:txBody>
      </p:sp>
    </p:spTree>
    <p:extLst>
      <p:ext uri="{BB962C8B-B14F-4D97-AF65-F5344CB8AC3E}">
        <p14:creationId xmlns:p14="http://schemas.microsoft.com/office/powerpoint/2010/main" val="23691359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28068-AFBD-4979-B752-9EB6F90B1386}" type="datetimeFigureOut">
              <a:rPr lang="en-US" smtClean="0"/>
              <a:t>6/6/2024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939589-3E79-4C82-AA4A-FE78234FAA59}" type="slidenum">
              <a:rPr lang="en-US" smtClean="0"/>
              <a:t>‹#›</a:t>
            </a:fld>
            <a:endParaRPr lang="en-US" dirty="0"/>
          </a:p>
        </p:txBody>
      </p:sp>
    </p:spTree>
    <p:extLst>
      <p:ext uri="{BB962C8B-B14F-4D97-AF65-F5344CB8AC3E}">
        <p14:creationId xmlns:p14="http://schemas.microsoft.com/office/powerpoint/2010/main" val="2194968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a:t>
            </a:fld>
            <a:endParaRPr lang="en-US" dirty="0"/>
          </a:p>
        </p:txBody>
      </p:sp>
    </p:spTree>
    <p:extLst>
      <p:ext uri="{BB962C8B-B14F-4D97-AF65-F5344CB8AC3E}">
        <p14:creationId xmlns:p14="http://schemas.microsoft.com/office/powerpoint/2010/main" val="1801796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a:t>
            </a:fld>
            <a:endParaRPr lang="en-US" dirty="0"/>
          </a:p>
        </p:txBody>
      </p:sp>
    </p:spTree>
    <p:extLst>
      <p:ext uri="{BB962C8B-B14F-4D97-AF65-F5344CB8AC3E}">
        <p14:creationId xmlns:p14="http://schemas.microsoft.com/office/powerpoint/2010/main" val="3899010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a:t>
            </a:fld>
            <a:endParaRPr lang="en-US" dirty="0"/>
          </a:p>
        </p:txBody>
      </p:sp>
    </p:spTree>
    <p:extLst>
      <p:ext uri="{BB962C8B-B14F-4D97-AF65-F5344CB8AC3E}">
        <p14:creationId xmlns:p14="http://schemas.microsoft.com/office/powerpoint/2010/main" val="28022773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a:t>
            </a:fld>
            <a:endParaRPr lang="en-US" dirty="0"/>
          </a:p>
        </p:txBody>
      </p:sp>
    </p:spTree>
    <p:extLst>
      <p:ext uri="{BB962C8B-B14F-4D97-AF65-F5344CB8AC3E}">
        <p14:creationId xmlns:p14="http://schemas.microsoft.com/office/powerpoint/2010/main" val="1818933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5</a:t>
            </a:fld>
            <a:endParaRPr lang="en-US" dirty="0"/>
          </a:p>
        </p:txBody>
      </p:sp>
    </p:spTree>
    <p:extLst>
      <p:ext uri="{BB962C8B-B14F-4D97-AF65-F5344CB8AC3E}">
        <p14:creationId xmlns:p14="http://schemas.microsoft.com/office/powerpoint/2010/main" val="38076791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6</a:t>
            </a:fld>
            <a:endParaRPr lang="en-US" dirty="0"/>
          </a:p>
        </p:txBody>
      </p:sp>
    </p:spTree>
    <p:extLst>
      <p:ext uri="{BB962C8B-B14F-4D97-AF65-F5344CB8AC3E}">
        <p14:creationId xmlns:p14="http://schemas.microsoft.com/office/powerpoint/2010/main" val="3467237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7</a:t>
            </a:fld>
            <a:endParaRPr lang="en-US" dirty="0"/>
          </a:p>
        </p:txBody>
      </p:sp>
    </p:spTree>
    <p:extLst>
      <p:ext uri="{BB962C8B-B14F-4D97-AF65-F5344CB8AC3E}">
        <p14:creationId xmlns:p14="http://schemas.microsoft.com/office/powerpoint/2010/main" val="38990105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8</a:t>
            </a:fld>
            <a:endParaRPr lang="en-US" dirty="0"/>
          </a:p>
        </p:txBody>
      </p:sp>
    </p:spTree>
    <p:extLst>
      <p:ext uri="{BB962C8B-B14F-4D97-AF65-F5344CB8AC3E}">
        <p14:creationId xmlns:p14="http://schemas.microsoft.com/office/powerpoint/2010/main" val="38990105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9</a:t>
            </a:fld>
            <a:endParaRPr lang="en-US" dirty="0"/>
          </a:p>
        </p:txBody>
      </p:sp>
    </p:spTree>
    <p:extLst>
      <p:ext uri="{BB962C8B-B14F-4D97-AF65-F5344CB8AC3E}">
        <p14:creationId xmlns:p14="http://schemas.microsoft.com/office/powerpoint/2010/main" val="38990105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10</a:t>
            </a:fld>
            <a:endParaRPr lang="en-US" dirty="0"/>
          </a:p>
        </p:txBody>
      </p:sp>
    </p:spTree>
    <p:extLst>
      <p:ext uri="{BB962C8B-B14F-4D97-AF65-F5344CB8AC3E}">
        <p14:creationId xmlns:p14="http://schemas.microsoft.com/office/powerpoint/2010/main" val="41688010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11</a:t>
            </a:fld>
            <a:endParaRPr lang="en-US" dirty="0"/>
          </a:p>
        </p:txBody>
      </p:sp>
    </p:spTree>
    <p:extLst>
      <p:ext uri="{BB962C8B-B14F-4D97-AF65-F5344CB8AC3E}">
        <p14:creationId xmlns:p14="http://schemas.microsoft.com/office/powerpoint/2010/main" val="10860028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12</a:t>
            </a:fld>
            <a:endParaRPr lang="en-US" dirty="0"/>
          </a:p>
        </p:txBody>
      </p:sp>
    </p:spTree>
    <p:extLst>
      <p:ext uri="{BB962C8B-B14F-4D97-AF65-F5344CB8AC3E}">
        <p14:creationId xmlns:p14="http://schemas.microsoft.com/office/powerpoint/2010/main" val="33352588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13</a:t>
            </a:fld>
            <a:endParaRPr lang="en-US" dirty="0"/>
          </a:p>
        </p:txBody>
      </p:sp>
    </p:spTree>
    <p:extLst>
      <p:ext uri="{BB962C8B-B14F-4D97-AF65-F5344CB8AC3E}">
        <p14:creationId xmlns:p14="http://schemas.microsoft.com/office/powerpoint/2010/main" val="17235734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14</a:t>
            </a:fld>
            <a:endParaRPr lang="en-US" dirty="0"/>
          </a:p>
        </p:txBody>
      </p:sp>
    </p:spTree>
    <p:extLst>
      <p:ext uri="{BB962C8B-B14F-4D97-AF65-F5344CB8AC3E}">
        <p14:creationId xmlns:p14="http://schemas.microsoft.com/office/powerpoint/2010/main" val="25172059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15</a:t>
            </a:fld>
            <a:endParaRPr lang="en-US" dirty="0"/>
          </a:p>
        </p:txBody>
      </p:sp>
    </p:spTree>
    <p:extLst>
      <p:ext uri="{BB962C8B-B14F-4D97-AF65-F5344CB8AC3E}">
        <p14:creationId xmlns:p14="http://schemas.microsoft.com/office/powerpoint/2010/main" val="6770018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16</a:t>
            </a:fld>
            <a:endParaRPr lang="en-US" dirty="0"/>
          </a:p>
        </p:txBody>
      </p:sp>
    </p:spTree>
    <p:extLst>
      <p:ext uri="{BB962C8B-B14F-4D97-AF65-F5344CB8AC3E}">
        <p14:creationId xmlns:p14="http://schemas.microsoft.com/office/powerpoint/2010/main" val="18200770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17</a:t>
            </a:fld>
            <a:endParaRPr lang="en-US" dirty="0"/>
          </a:p>
        </p:txBody>
      </p:sp>
    </p:spTree>
    <p:extLst>
      <p:ext uri="{BB962C8B-B14F-4D97-AF65-F5344CB8AC3E}">
        <p14:creationId xmlns:p14="http://schemas.microsoft.com/office/powerpoint/2010/main" val="9447359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18</a:t>
            </a:fld>
            <a:endParaRPr lang="en-US" dirty="0"/>
          </a:p>
        </p:txBody>
      </p:sp>
    </p:spTree>
    <p:extLst>
      <p:ext uri="{BB962C8B-B14F-4D97-AF65-F5344CB8AC3E}">
        <p14:creationId xmlns:p14="http://schemas.microsoft.com/office/powerpoint/2010/main" val="25622145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19</a:t>
            </a:fld>
            <a:endParaRPr lang="en-US" dirty="0"/>
          </a:p>
        </p:txBody>
      </p:sp>
    </p:spTree>
    <p:extLst>
      <p:ext uri="{BB962C8B-B14F-4D97-AF65-F5344CB8AC3E}">
        <p14:creationId xmlns:p14="http://schemas.microsoft.com/office/powerpoint/2010/main" val="22861425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20</a:t>
            </a:fld>
            <a:endParaRPr lang="en-US" dirty="0"/>
          </a:p>
        </p:txBody>
      </p:sp>
    </p:spTree>
    <p:extLst>
      <p:ext uri="{BB962C8B-B14F-4D97-AF65-F5344CB8AC3E}">
        <p14:creationId xmlns:p14="http://schemas.microsoft.com/office/powerpoint/2010/main" val="35524382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21</a:t>
            </a:fld>
            <a:endParaRPr lang="en-US" dirty="0"/>
          </a:p>
        </p:txBody>
      </p:sp>
    </p:spTree>
    <p:extLst>
      <p:ext uri="{BB962C8B-B14F-4D97-AF65-F5344CB8AC3E}">
        <p14:creationId xmlns:p14="http://schemas.microsoft.com/office/powerpoint/2010/main" val="3613364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Slid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59" y="357809"/>
            <a:ext cx="7983110" cy="3080335"/>
          </a:xfrm>
        </p:spPr>
        <p:txBody>
          <a:bodyPr lIns="0" tIns="0" rIns="0" bIns="0" anchor="b"/>
          <a:lstStyle>
            <a:lvl1pPr algn="l">
              <a:lnSpc>
                <a:spcPts val="5400"/>
              </a:lnSpc>
              <a:defRPr sz="5400" b="1" i="0" cap="all" spc="0" baseline="0">
                <a:solidFill>
                  <a:schemeClr val="bg1"/>
                </a:solidFill>
              </a:defRPr>
            </a:lvl1pPr>
          </a:lstStyle>
          <a:p>
            <a:r>
              <a:rPr lang="en-US"/>
              <a:t>Click to edit Master title style</a:t>
            </a:r>
            <a:endParaRPr lang="en-US" dirty="0"/>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a:off x="8161510" y="2744546"/>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137906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image">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5116544" y="614202"/>
            <a:ext cx="5918072" cy="2276856"/>
          </a:xfrm>
        </p:spPr>
        <p:txBody>
          <a:bodyPr lIns="0" tIns="0" rIns="0" bIns="0" anchor="b"/>
          <a:lstStyle>
            <a:lvl1pPr algn="r">
              <a:lnSpc>
                <a:spcPts val="4000"/>
              </a:lnSpc>
              <a:defRPr sz="4000" b="1" cap="all" spc="0" baseline="0">
                <a:solidFill>
                  <a:schemeClr val="bg1"/>
                </a:solidFill>
              </a:defRPr>
            </a:lvl1pPr>
          </a:lstStyle>
          <a:p>
            <a:r>
              <a:rPr lang="en-US" dirty="0"/>
              <a:t>Click to add title</a:t>
            </a:r>
          </a:p>
        </p:txBody>
      </p:sp>
      <p:sp>
        <p:nvSpPr>
          <p:cNvPr id="8" name="Slide Number Placeholder 7">
            <a:extLst>
              <a:ext uri="{FF2B5EF4-FFF2-40B4-BE49-F238E27FC236}">
                <a16:creationId xmlns:a16="http://schemas.microsoft.com/office/drawing/2014/main" id="{1C738AB3-8054-6E21-C34C-36AF3A31AC4E}"/>
              </a:ext>
            </a:extLst>
          </p:cNvPr>
          <p:cNvSpPr>
            <a:spLocks noGrp="1"/>
          </p:cNvSpPr>
          <p:nvPr>
            <p:ph type="sldNum" sz="quarter" idx="20"/>
          </p:nvPr>
        </p:nvSpPr>
        <p:spPr/>
        <p:txBody>
          <a:bodyPr/>
          <a:lstStyle>
            <a:lvl1pPr>
              <a:defRPr>
                <a:solidFill>
                  <a:schemeClr val="bg1"/>
                </a:solidFill>
              </a:defRPr>
            </a:lvl1pPr>
          </a:lstStyle>
          <a:p>
            <a:fld id="{D8DA9DAA-006C-4F4B-980E-E3DF019B24E2}" type="slidenum">
              <a:rPr lang="en-US" smtClean="0"/>
              <a:pPr/>
              <a:t>‹#›</a:t>
            </a:fld>
            <a:endParaRPr lang="en-US" dirty="0"/>
          </a:p>
        </p:txBody>
      </p:sp>
      <p:sp>
        <p:nvSpPr>
          <p:cNvPr id="19" name="Picture Placeholder 18">
            <a:extLst>
              <a:ext uri="{FF2B5EF4-FFF2-40B4-BE49-F238E27FC236}">
                <a16:creationId xmlns:a16="http://schemas.microsoft.com/office/drawing/2014/main" id="{34120D15-E48C-4FBE-BB95-24DB36D9F458}"/>
              </a:ext>
            </a:extLst>
          </p:cNvPr>
          <p:cNvSpPr>
            <a:spLocks noGrp="1"/>
          </p:cNvSpPr>
          <p:nvPr>
            <p:ph type="pic" sz="quarter" idx="14" hasCustomPrompt="1"/>
          </p:nvPr>
        </p:nvSpPr>
        <p:spPr>
          <a:xfrm>
            <a:off x="1280160" y="2530058"/>
            <a:ext cx="3707972" cy="3707971"/>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p:spPr>
        <p:txBody>
          <a:bodyPr wrap="square" tIns="914400" anchor="t">
            <a:noAutofit/>
          </a:bodyPr>
          <a:lstStyle>
            <a:lvl1pPr algn="ctr">
              <a:buNone/>
              <a:defRPr sz="1600" b="1">
                <a:solidFill>
                  <a:schemeClr val="bg1"/>
                </a:solidFill>
              </a:defRPr>
            </a:lvl1pPr>
          </a:lstStyle>
          <a:p>
            <a:r>
              <a:rPr lang="en-US" dirty="0"/>
              <a:t>Click to add picture</a:t>
            </a:r>
          </a:p>
        </p:txBody>
      </p:sp>
      <p:sp>
        <p:nvSpPr>
          <p:cNvPr id="4" name="Text Placeholder 3">
            <a:extLst>
              <a:ext uri="{FF2B5EF4-FFF2-40B4-BE49-F238E27FC236}">
                <a16:creationId xmlns:a16="http://schemas.microsoft.com/office/drawing/2014/main" id="{94FD1B85-4BEF-C1C1-5619-B82E9E44A9F8}"/>
              </a:ext>
            </a:extLst>
          </p:cNvPr>
          <p:cNvSpPr>
            <a:spLocks noGrp="1"/>
          </p:cNvSpPr>
          <p:nvPr>
            <p:ph type="body" sz="quarter" idx="17"/>
          </p:nvPr>
        </p:nvSpPr>
        <p:spPr>
          <a:xfrm>
            <a:off x="5116548" y="3161752"/>
            <a:ext cx="5918068" cy="3144965"/>
          </a:xfrm>
        </p:spPr>
        <p:txBody>
          <a:bodyPr lIns="0" tIns="0" rIns="0" bIns="0">
            <a:normAutofit/>
          </a:bodyPr>
          <a:lstStyle>
            <a:lvl1pPr marL="0" indent="0" algn="r">
              <a:spcBef>
                <a:spcPts val="1200"/>
              </a:spcBef>
              <a:buNone/>
              <a:defRPr sz="2400">
                <a:solidFill>
                  <a:schemeClr val="bg1"/>
                </a:solidFill>
              </a:defRPr>
            </a:lvl1pPr>
            <a:lvl2pPr marL="457200" indent="0" algn="r">
              <a:spcBef>
                <a:spcPts val="1200"/>
              </a:spcBef>
              <a:buNone/>
              <a:defRPr sz="2400">
                <a:solidFill>
                  <a:schemeClr val="bg1"/>
                </a:solidFill>
              </a:defRPr>
            </a:lvl2pPr>
            <a:lvl3pPr marL="914400" indent="0" algn="r">
              <a:spcBef>
                <a:spcPts val="1200"/>
              </a:spcBef>
              <a:buNone/>
              <a:defRPr sz="2400">
                <a:solidFill>
                  <a:schemeClr val="bg1"/>
                </a:solidFill>
              </a:defRPr>
            </a:lvl3pPr>
            <a:lvl4pPr marL="1371600" indent="0" algn="r">
              <a:spcBef>
                <a:spcPts val="1200"/>
              </a:spcBef>
              <a:buNone/>
              <a:defRPr sz="2400">
                <a:solidFill>
                  <a:schemeClr val="bg1"/>
                </a:solidFill>
              </a:defRPr>
            </a:lvl4pPr>
            <a:lvl5pPr marL="1828800" indent="0" algn="r">
              <a:buNone/>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a:extLst>
              <a:ext uri="{FF2B5EF4-FFF2-40B4-BE49-F238E27FC236}">
                <a16:creationId xmlns:a16="http://schemas.microsoft.com/office/drawing/2014/main" id="{13AE7F8D-AE68-4A83-BAB5-3A97D473CE3C}"/>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1" name="Graphic 12">
            <a:extLst>
              <a:ext uri="{FF2B5EF4-FFF2-40B4-BE49-F238E27FC236}">
                <a16:creationId xmlns:a16="http://schemas.microsoft.com/office/drawing/2014/main" id="{EA1B6985-3E5A-40F4-9268-D4AB3BBF8C91}"/>
              </a:ext>
              <a:ext uri="{C183D7F6-B498-43B3-948B-1728B52AA6E4}">
                <adec:decorative xmlns:adec="http://schemas.microsoft.com/office/drawing/2017/decorative" val="1"/>
              </a:ext>
            </a:extLst>
          </p:cNvPr>
          <p:cNvSpPr/>
          <p:nvPr userDrawn="1"/>
        </p:nvSpPr>
        <p:spPr>
          <a:xfrm>
            <a:off x="4745394" y="276027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3" name="Graphic 13">
            <a:extLst>
              <a:ext uri="{FF2B5EF4-FFF2-40B4-BE49-F238E27FC236}">
                <a16:creationId xmlns:a16="http://schemas.microsoft.com/office/drawing/2014/main" id="{338BC906-9D03-4280-85E8-21A81BC21D73}"/>
              </a:ext>
              <a:ext uri="{C183D7F6-B498-43B3-948B-1728B52AA6E4}">
                <adec:decorative xmlns:adec="http://schemas.microsoft.com/office/drawing/2017/decorative" val="1"/>
              </a:ext>
            </a:extLst>
          </p:cNvPr>
          <p:cNvSpPr/>
          <p:nvPr userDrawn="1"/>
        </p:nvSpPr>
        <p:spPr>
          <a:xfrm>
            <a:off x="4386614" y="253098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17" name="Graphic 15">
            <a:extLst>
              <a:ext uri="{FF2B5EF4-FFF2-40B4-BE49-F238E27FC236}">
                <a16:creationId xmlns:a16="http://schemas.microsoft.com/office/drawing/2014/main" id="{C5C06D53-C9F6-47E8-BFE1-B8193A1AED8B}"/>
              </a:ext>
              <a:ext uri="{C183D7F6-B498-43B3-948B-1728B52AA6E4}">
                <adec:decorative xmlns:adec="http://schemas.microsoft.com/office/drawing/2017/decorative" val="1"/>
              </a:ext>
            </a:extLst>
          </p:cNvPr>
          <p:cNvSpPr/>
          <p:nvPr userDrawn="1"/>
        </p:nvSpPr>
        <p:spPr>
          <a:xfrm>
            <a:off x="1652402" y="6031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
        <p:nvSpPr>
          <p:cNvPr id="7" name="Footer Placeholder 6">
            <a:extLst>
              <a:ext uri="{FF2B5EF4-FFF2-40B4-BE49-F238E27FC236}">
                <a16:creationId xmlns:a16="http://schemas.microsoft.com/office/drawing/2014/main" id="{CE9872E9-2F0D-2FEB-0974-F0BBBC5E0331}"/>
              </a:ext>
            </a:extLst>
          </p:cNvPr>
          <p:cNvSpPr>
            <a:spLocks noGrp="1"/>
          </p:cNvSpPr>
          <p:nvPr>
            <p:ph type="ftr" sz="quarter" idx="19"/>
          </p:nvPr>
        </p:nvSpPr>
        <p:spPr>
          <a:xfrm>
            <a:off x="7238999" y="6356350"/>
            <a:ext cx="3795615" cy="365125"/>
          </a:xfrm>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2490768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59" y="3386775"/>
            <a:ext cx="8311102" cy="3080335"/>
          </a:xfrm>
        </p:spPr>
        <p:txBody>
          <a:bodyPr lIns="0" tIns="274320" rIns="0" bIns="0" anchor="t" anchorCtr="0"/>
          <a:lstStyle>
            <a:lvl1pPr algn="l">
              <a:lnSpc>
                <a:spcPts val="5400"/>
              </a:lnSpc>
              <a:defRPr sz="5400" b="1" i="0" cap="all" spc="0" baseline="0">
                <a:solidFill>
                  <a:schemeClr val="bg1"/>
                </a:solidFill>
              </a:defRPr>
            </a:lvl1pPr>
          </a:lstStyle>
          <a:p>
            <a:r>
              <a:rPr lang="en-US"/>
              <a:t>Click to edit Master title style</a:t>
            </a:r>
            <a:endParaRPr lang="en-US" dirty="0"/>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0"/>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rot="19670435">
            <a:off x="7632743" y="794953"/>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3" name="Picture Placeholder 14">
            <a:extLst>
              <a:ext uri="{FF2B5EF4-FFF2-40B4-BE49-F238E27FC236}">
                <a16:creationId xmlns:a16="http://schemas.microsoft.com/office/drawing/2014/main" id="{01D87F51-D69B-9038-0566-4FDC355AB6F0}"/>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Tree>
    <p:extLst>
      <p:ext uri="{BB962C8B-B14F-4D97-AF65-F5344CB8AC3E}">
        <p14:creationId xmlns:p14="http://schemas.microsoft.com/office/powerpoint/2010/main" val="1951239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280159" y="640080"/>
            <a:ext cx="10302240" cy="1852046"/>
          </a:xfrm>
        </p:spPr>
        <p:txBody>
          <a:bodyPr lIns="0" tIns="0" rIns="0" bIns="0" anchor="b"/>
          <a:lstStyle>
            <a:lvl1pPr algn="l">
              <a:lnSpc>
                <a:spcPts val="5400"/>
              </a:lnSpc>
              <a:defRPr sz="5400" b="1" i="0" cap="all" spc="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280158" y="2588447"/>
            <a:ext cx="7853678" cy="726645"/>
          </a:xfrm>
        </p:spPr>
        <p:txBody>
          <a:bodyPr lIns="0" tIns="0" rIns="0" bIns="0" anchor="t" anchorCtr="0">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flipH="1">
            <a:off x="7659974" y="4456458"/>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5" name="Picture Placeholder 14">
            <a:extLst>
              <a:ext uri="{FF2B5EF4-FFF2-40B4-BE49-F238E27FC236}">
                <a16:creationId xmlns:a16="http://schemas.microsoft.com/office/drawing/2014/main" id="{5DDB7824-50BA-B12F-AD49-CA8953CA3A0E}"/>
              </a:ext>
            </a:extLst>
          </p:cNvPr>
          <p:cNvSpPr>
            <a:spLocks noGrp="1"/>
          </p:cNvSpPr>
          <p:nvPr>
            <p:ph type="pic" sz="quarter" idx="13" hasCustomPrompt="1"/>
          </p:nvPr>
        </p:nvSpPr>
        <p:spPr>
          <a:xfrm>
            <a:off x="8536252" y="3205313"/>
            <a:ext cx="3043077" cy="3043083"/>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Tree>
    <p:extLst>
      <p:ext uri="{BB962C8B-B14F-4D97-AF65-F5344CB8AC3E}">
        <p14:creationId xmlns:p14="http://schemas.microsoft.com/office/powerpoint/2010/main" val="652645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imag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4114800" y="640080"/>
            <a:ext cx="7498080" cy="1280160"/>
          </a:xfrm>
        </p:spPr>
        <p:txBody>
          <a:bodyPr lIns="0" tIns="0" rIns="0" bIns="0" anchor="b" anchorCtr="0"/>
          <a:lstStyle>
            <a:lvl1pPr>
              <a:defRPr sz="4000" b="1" cap="all" spc="0" baseline="0"/>
            </a:lvl1pPr>
          </a:lstStyle>
          <a:p>
            <a:r>
              <a:rPr lang="en-US" dirty="0"/>
              <a:t>Click to add title</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a:xfrm>
            <a:off x="484632" y="722376"/>
            <a:ext cx="520991" cy="517379"/>
          </a:xfrm>
        </p:spPr>
        <p:txBody>
          <a:bodyPr anchor="t" anchorCtr="0"/>
          <a:lstStyle>
            <a:lvl1pPr>
              <a:defRPr>
                <a:solidFill>
                  <a:schemeClr val="accent2"/>
                </a:solidFill>
              </a:defRPr>
            </a:lvl1pPr>
          </a:lstStyle>
          <a:p>
            <a:fld id="{D8DA9DAA-006C-4F4B-980E-E3DF019B24E2}" type="slidenum">
              <a:rPr lang="en-US" smtClean="0"/>
              <a:pPr/>
              <a:t>‹#›</a:t>
            </a:fld>
            <a:endParaRPr lang="en-US" dirty="0"/>
          </a:p>
        </p:txBody>
      </p:sp>
      <p:sp>
        <p:nvSpPr>
          <p:cNvPr id="15" name="Picture Placeholder 14">
            <a:extLst>
              <a:ext uri="{FF2B5EF4-FFF2-40B4-BE49-F238E27FC236}">
                <a16:creationId xmlns:a16="http://schemas.microsoft.com/office/drawing/2014/main" id="{E62FC6D8-DD87-4B93-8491-43C84EE63FE2}"/>
              </a:ext>
            </a:extLst>
          </p:cNvPr>
          <p:cNvSpPr>
            <a:spLocks noGrp="1"/>
          </p:cNvSpPr>
          <p:nvPr>
            <p:ph type="pic" sz="quarter" idx="13" hasCustomPrompt="1"/>
          </p:nvPr>
        </p:nvSpPr>
        <p:spPr>
          <a:xfrm>
            <a:off x="1317615" y="895646"/>
            <a:ext cx="1956925" cy="1956928"/>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 anchor="t" anchorCtr="0">
            <a:noAutofit/>
          </a:bodyPr>
          <a:lstStyle>
            <a:lvl1pPr algn="ctr">
              <a:buNone/>
              <a:defRPr sz="1800"/>
            </a:lvl1pPr>
          </a:lstStyle>
          <a:p>
            <a:r>
              <a:rPr lang="en-US" dirty="0"/>
              <a:t>Click to add picture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4114800" y="2194560"/>
            <a:ext cx="7498080" cy="4023360"/>
          </a:xfrm>
        </p:spPr>
        <p:txBody>
          <a:bodyPr lIns="0" tIns="0" rIns="0" bIns="0">
            <a:noAutofit/>
          </a:bodyPr>
          <a:lstStyle>
            <a:lvl1pPr marL="0" indent="0">
              <a:lnSpc>
                <a:spcPct val="110000"/>
              </a:lnSpc>
              <a:buNone/>
              <a:defRPr sz="1800"/>
            </a:lvl1pPr>
            <a:lvl2pPr marL="228600">
              <a:defRPr sz="1600"/>
            </a:lvl2pPr>
            <a:lvl3pPr marL="457200">
              <a:defRPr sz="1400"/>
            </a:lvl3pPr>
            <a:lvl4pPr marL="685800">
              <a:defRPr sz="1200"/>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grpSp>
        <p:nvGrpSpPr>
          <p:cNvPr id="7" name="Group 6">
            <a:extLst>
              <a:ext uri="{FF2B5EF4-FFF2-40B4-BE49-F238E27FC236}">
                <a16:creationId xmlns:a16="http://schemas.microsoft.com/office/drawing/2014/main" id="{758B5E78-A531-681D-1312-F21B52D066B8}"/>
              </a:ext>
              <a:ext uri="{C183D7F6-B498-43B3-948B-1728B52AA6E4}">
                <adec:decorative xmlns:adec="http://schemas.microsoft.com/office/drawing/2017/decorative" val="1"/>
              </a:ext>
            </a:extLst>
          </p:cNvPr>
          <p:cNvGrpSpPr/>
          <p:nvPr userDrawn="1"/>
        </p:nvGrpSpPr>
        <p:grpSpPr>
          <a:xfrm>
            <a:off x="2970685" y="620661"/>
            <a:ext cx="403448" cy="381782"/>
            <a:chOff x="10969280" y="1780012"/>
            <a:chExt cx="403448" cy="381782"/>
          </a:xfrm>
        </p:grpSpPr>
        <p:sp>
          <p:nvSpPr>
            <p:cNvPr id="17" name="Graphic 10">
              <a:extLst>
                <a:ext uri="{FF2B5EF4-FFF2-40B4-BE49-F238E27FC236}">
                  <a16:creationId xmlns:a16="http://schemas.microsoft.com/office/drawing/2014/main" id="{AAD06B87-D9B2-4F94-B734-A8F039A2033F}"/>
                </a:ext>
                <a:ext uri="{C183D7F6-B498-43B3-948B-1728B52AA6E4}">
                  <adec:decorative xmlns:adec="http://schemas.microsoft.com/office/drawing/2017/decorative" val="1"/>
                </a:ext>
              </a:extLst>
            </p:cNvPr>
            <p:cNvSpPr/>
            <p:nvPr userDrawn="1"/>
          </p:nvSpPr>
          <p:spPr>
            <a:xfrm>
              <a:off x="11281590" y="2070656"/>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9" name="Graphic 11">
              <a:extLst>
                <a:ext uri="{FF2B5EF4-FFF2-40B4-BE49-F238E27FC236}">
                  <a16:creationId xmlns:a16="http://schemas.microsoft.com/office/drawing/2014/main" id="{BB13A13C-36EA-4B13-9175-C5FE95B34D33}"/>
                </a:ext>
                <a:ext uri="{C183D7F6-B498-43B3-948B-1728B52AA6E4}">
                  <adec:decorative xmlns:adec="http://schemas.microsoft.com/office/drawing/2017/decorative" val="1"/>
                </a:ext>
              </a:extLst>
            </p:cNvPr>
            <p:cNvSpPr/>
            <p:nvPr userDrawn="1"/>
          </p:nvSpPr>
          <p:spPr>
            <a:xfrm>
              <a:off x="10969280" y="178001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grpSp>
      <p:sp>
        <p:nvSpPr>
          <p:cNvPr id="4" name="Footer Placeholder 8">
            <a:extLst>
              <a:ext uri="{FF2B5EF4-FFF2-40B4-BE49-F238E27FC236}">
                <a16:creationId xmlns:a16="http://schemas.microsoft.com/office/drawing/2014/main" id="{5189CAD3-7011-6481-11F8-05B5CB106F01}"/>
              </a:ext>
            </a:extLst>
          </p:cNvPr>
          <p:cNvSpPr>
            <a:spLocks noGrp="1"/>
          </p:cNvSpPr>
          <p:nvPr>
            <p:ph type="ftr" sz="quarter" idx="17"/>
          </p:nvPr>
        </p:nvSpPr>
        <p:spPr>
          <a:xfrm>
            <a:off x="1280160" y="6356350"/>
            <a:ext cx="4114800" cy="365125"/>
          </a:xfrm>
        </p:spPr>
        <p:txBody>
          <a:bodyPr lIns="0" rIns="91440"/>
          <a:lstStyle>
            <a:lvl1pPr algn="l">
              <a:defRPr/>
            </a:lvl1pPr>
          </a:lstStyle>
          <a:p>
            <a:endParaRPr lang="en-US" dirty="0"/>
          </a:p>
        </p:txBody>
      </p:sp>
      <p:cxnSp>
        <p:nvCxnSpPr>
          <p:cNvPr id="10" name="Straight Connector 9">
            <a:extLst>
              <a:ext uri="{FF2B5EF4-FFF2-40B4-BE49-F238E27FC236}">
                <a16:creationId xmlns:a16="http://schemas.microsoft.com/office/drawing/2014/main" id="{CB7CB27F-7A56-A747-A4D6-5627C24638D9}"/>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7111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 Subtitle slide">
    <p:bg>
      <p:bgPr>
        <a:gradFill>
          <a:gsLst>
            <a:gs pos="100000">
              <a:schemeClr val="accent4"/>
            </a:gs>
            <a:gs pos="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280159" y="3383280"/>
            <a:ext cx="10302240" cy="1852046"/>
          </a:xfrm>
        </p:spPr>
        <p:txBody>
          <a:bodyPr lIns="0" tIns="274320" rIns="0" bIns="0" anchor="t" anchorCtr="0"/>
          <a:lstStyle>
            <a:lvl1pPr algn="l">
              <a:lnSpc>
                <a:spcPts val="5400"/>
              </a:lnSpc>
              <a:defRPr sz="5400" b="1" i="0" cap="all" spc="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280158" y="2966886"/>
            <a:ext cx="10302237" cy="397191"/>
          </a:xfrm>
        </p:spPr>
        <p:txBody>
          <a:bodyPr lIns="0" tIns="0" rIns="0" bIns="0" anchor="b" anchorCtr="0">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a:off x="10897692" y="620298"/>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cxnSp>
        <p:nvCxnSpPr>
          <p:cNvPr id="5" name="Straight Connector 4">
            <a:extLst>
              <a:ext uri="{FF2B5EF4-FFF2-40B4-BE49-F238E27FC236}">
                <a16:creationId xmlns:a16="http://schemas.microsoft.com/office/drawing/2014/main" id="{57912362-D30D-7B0B-BA94-0993B1EBC4E4}"/>
              </a:ext>
              <a:ext uri="{C183D7F6-B498-43B3-948B-1728B52AA6E4}">
                <adec:decorative xmlns:adec="http://schemas.microsoft.com/office/drawing/2017/decorative" val="1"/>
              </a:ext>
            </a:extLst>
          </p:cNvPr>
          <p:cNvCxnSpPr>
            <a:cxnSpLocks/>
          </p:cNvCxnSpPr>
          <p:nvPr userDrawn="1"/>
        </p:nvCxnSpPr>
        <p:spPr>
          <a:xfrm>
            <a:off x="1280160" y="0"/>
            <a:ext cx="0" cy="2775857"/>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7644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hasCustomPrompt="1"/>
          </p:nvPr>
        </p:nvSpPr>
        <p:spPr>
          <a:xfrm>
            <a:off x="1280160" y="685800"/>
            <a:ext cx="9137012" cy="1280160"/>
          </a:xfrm>
        </p:spPr>
        <p:txBody>
          <a:bodyPr lIns="0" tIns="0" rIns="0" bIns="0"/>
          <a:lstStyle>
            <a:lvl1pPr>
              <a:defRPr sz="4000" b="1" cap="all" spc="0" baseline="0"/>
            </a:lvl1pPr>
          </a:lstStyle>
          <a:p>
            <a:r>
              <a:rPr lang="en-US" dirty="0"/>
              <a:t>Click to add title</a:t>
            </a:r>
          </a:p>
        </p:txBody>
      </p:sp>
      <p:sp>
        <p:nvSpPr>
          <p:cNvPr id="15" name="Slide Number Placeholder 14">
            <a:extLst>
              <a:ext uri="{FF2B5EF4-FFF2-40B4-BE49-F238E27FC236}">
                <a16:creationId xmlns:a16="http://schemas.microsoft.com/office/drawing/2014/main" id="{0F91A5DB-A2CA-1D70-9A06-3869A288C924}"/>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hasCustomPrompt="1"/>
          </p:nvPr>
        </p:nvSpPr>
        <p:spPr>
          <a:xfrm>
            <a:off x="1280160" y="2327440"/>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6723402" y="2327441"/>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0" name="Straight Connector 9">
            <a:extLst>
              <a:ext uri="{FF2B5EF4-FFF2-40B4-BE49-F238E27FC236}">
                <a16:creationId xmlns:a16="http://schemas.microsoft.com/office/drawing/2014/main" id="{160F34ED-DA60-4CC2-B735-B0EC5D9FEA35}"/>
              </a:ext>
              <a:ext uri="{C183D7F6-B498-43B3-948B-1728B52AA6E4}">
                <adec:decorative xmlns:adec="http://schemas.microsoft.com/office/drawing/2017/decorative" val="1"/>
              </a:ext>
            </a:extLst>
          </p:cNvPr>
          <p:cNvCxnSpPr>
            <a:cxnSpLocks/>
          </p:cNvCxnSpPr>
          <p:nvPr/>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Graphic 15">
            <a:extLst>
              <a:ext uri="{FF2B5EF4-FFF2-40B4-BE49-F238E27FC236}">
                <a16:creationId xmlns:a16="http://schemas.microsoft.com/office/drawing/2014/main" id="{A9475260-301F-4744-B1DA-7B00F6FB4342}"/>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4" name="Graphic 16">
            <a:extLst>
              <a:ext uri="{FF2B5EF4-FFF2-40B4-BE49-F238E27FC236}">
                <a16:creationId xmlns:a16="http://schemas.microsoft.com/office/drawing/2014/main" id="{9BBD3F4B-0836-48C5-AC68-747456D1DD50}"/>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6" name="Graphic 14">
            <a:extLst>
              <a:ext uri="{FF2B5EF4-FFF2-40B4-BE49-F238E27FC236}">
                <a16:creationId xmlns:a16="http://schemas.microsoft.com/office/drawing/2014/main" id="{9B4398D5-99F4-4F83-AA77-9B4177648CAF}"/>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3" name="Footer Placeholder 12">
            <a:extLst>
              <a:ext uri="{FF2B5EF4-FFF2-40B4-BE49-F238E27FC236}">
                <a16:creationId xmlns:a16="http://schemas.microsoft.com/office/drawing/2014/main" id="{6D6A69CF-70D6-AB12-CD8B-FD75B7EE1420}"/>
              </a:ext>
            </a:extLst>
          </p:cNvPr>
          <p:cNvSpPr>
            <a:spLocks noGrp="1"/>
          </p:cNvSpPr>
          <p:nvPr>
            <p:ph type="ftr" sz="quarter" idx="11"/>
          </p:nvPr>
        </p:nvSpPr>
        <p:spPr>
          <a:xfrm>
            <a:off x="1280160" y="6356350"/>
            <a:ext cx="4114800" cy="365125"/>
          </a:xfrm>
        </p:spPr>
        <p:txBody>
          <a:bodyPr/>
          <a:lstStyle>
            <a:lvl1pPr algn="l">
              <a:defRPr/>
            </a:lvl1pPr>
          </a:lstStyle>
          <a:p>
            <a:endParaRPr lang="en-US" dirty="0"/>
          </a:p>
        </p:txBody>
      </p:sp>
    </p:spTree>
    <p:extLst>
      <p:ext uri="{BB962C8B-B14F-4D97-AF65-F5344CB8AC3E}">
        <p14:creationId xmlns:p14="http://schemas.microsoft.com/office/powerpoint/2010/main" val="937595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EFE408-BFE1-16DC-F7C6-47F55C171AC6}"/>
              </a:ext>
              <a:ext uri="{C183D7F6-B498-43B3-948B-1728B52AA6E4}">
                <adec:decorative xmlns:adec="http://schemas.microsoft.com/office/drawing/2017/decorative" val="1"/>
              </a:ext>
            </a:extLst>
          </p:cNvPr>
          <p:cNvSpPr/>
          <p:nvPr userDrawn="1"/>
        </p:nvSpPr>
        <p:spPr>
          <a:xfrm>
            <a:off x="6412992" y="0"/>
            <a:ext cx="577900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6915572" y="685800"/>
            <a:ext cx="4754880" cy="5670550"/>
          </a:xfrm>
        </p:spPr>
        <p:txBody>
          <a:bodyPr lIns="0" tIns="0" rIns="0" bIns="0" anchor="ctr" anchorCtr="0"/>
          <a:lstStyle>
            <a:lvl1pPr algn="l">
              <a:defRPr sz="4000" b="1" cap="all" spc="0" baseline="0">
                <a:solidFill>
                  <a:schemeClr val="bg1"/>
                </a:solidFill>
              </a:defRPr>
            </a:lvl1pPr>
          </a:lstStyle>
          <a:p>
            <a:r>
              <a:rPr lang="en-US"/>
              <a:t>Click to edit Master title style</a:t>
            </a:r>
            <a:endParaRPr lang="en-US" dirty="0"/>
          </a:p>
        </p:txBody>
      </p:sp>
      <p:sp>
        <p:nvSpPr>
          <p:cNvPr id="22" name="Slide Number Placeholder 21">
            <a:extLst>
              <a:ext uri="{FF2B5EF4-FFF2-40B4-BE49-F238E27FC236}">
                <a16:creationId xmlns:a16="http://schemas.microsoft.com/office/drawing/2014/main" id="{4C0ED5DD-6381-0FFD-7B45-D21179A390B5}"/>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5">
            <a:extLst>
              <a:ext uri="{FF2B5EF4-FFF2-40B4-BE49-F238E27FC236}">
                <a16:creationId xmlns:a16="http://schemas.microsoft.com/office/drawing/2014/main" id="{F042E432-AE48-385B-DEA1-32129394CE76}"/>
              </a:ext>
            </a:extLst>
          </p:cNvPr>
          <p:cNvSpPr>
            <a:spLocks noGrp="1"/>
          </p:cNvSpPr>
          <p:nvPr>
            <p:ph sz="quarter" idx="15" hasCustomPrompt="1"/>
          </p:nvPr>
        </p:nvSpPr>
        <p:spPr>
          <a:xfrm>
            <a:off x="1279526" y="1533524"/>
            <a:ext cx="4663440" cy="1895475"/>
          </a:xfrm>
        </p:spPr>
        <p:txBody>
          <a:bodyPr lIns="0" tIns="0" rIns="0" bIns="0" anchor="t" anchorCtr="0">
            <a:noAutofit/>
          </a:bodyPr>
          <a:lstStyle>
            <a:lvl1pPr marL="342900" indent="-512064">
              <a:spcBef>
                <a:spcPts val="1000"/>
              </a:spcBef>
              <a:buFont typeface="+mj-lt"/>
              <a:buAutoNum type="arabicPeriod"/>
              <a:defRPr sz="1800"/>
            </a:lvl1pPr>
            <a:lvl2pPr marL="1028700" indent="-342900">
              <a:spcBef>
                <a:spcPts val="1200"/>
              </a:spcBef>
              <a:buFont typeface="+mj-lt"/>
              <a:buAutoNum type="alphaLcPeriod"/>
              <a:defRPr sz="1800"/>
            </a:lvl2pPr>
            <a:lvl3pPr marL="1257300" indent="-342900">
              <a:spcBef>
                <a:spcPts val="1200"/>
              </a:spcBef>
              <a:buFont typeface="+mj-lt"/>
              <a:buAutoNum type="arabicParenR"/>
              <a:defRPr sz="1800"/>
            </a:lvl3pPr>
            <a:lvl4pPr marL="1714500" indent="-342900">
              <a:spcBef>
                <a:spcPts val="1200"/>
              </a:spcBef>
              <a:buFont typeface="+mj-lt"/>
              <a:buAutoNum type="alphaLcParenR"/>
              <a:defRPr sz="1800"/>
            </a:lvl4pPr>
            <a:lvl5pPr marL="2228850" indent="-400050">
              <a:spcBef>
                <a:spcPts val="1200"/>
              </a:spcBef>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DF111B2E-0535-57E2-FE92-620F9307A956}"/>
              </a:ext>
            </a:extLst>
          </p:cNvPr>
          <p:cNvSpPr>
            <a:spLocks noGrp="1"/>
          </p:cNvSpPr>
          <p:nvPr>
            <p:ph sz="quarter" idx="13" hasCustomPrompt="1"/>
          </p:nvPr>
        </p:nvSpPr>
        <p:spPr>
          <a:xfrm>
            <a:off x="1280160" y="3482974"/>
            <a:ext cx="4663440" cy="1190033"/>
          </a:xfrm>
        </p:spPr>
        <p:txBody>
          <a:bodyPr lIns="0" tIns="0" rIns="0" bIns="0" anchor="t" anchorCtr="0">
            <a:noAutofit/>
          </a:bodyPr>
          <a:lstStyle>
            <a:lvl1pPr marL="0" indent="0">
              <a:spcBef>
                <a:spcPts val="1200"/>
              </a:spcBef>
              <a:buNone/>
              <a:defRPr sz="1800"/>
            </a:lvl1pPr>
            <a:lvl2pPr marL="457200" indent="0">
              <a:spcBef>
                <a:spcPts val="1200"/>
              </a:spcBef>
              <a:buNone/>
              <a:defRPr sz="1600"/>
            </a:lvl2pPr>
            <a:lvl3pPr marL="914400" indent="0">
              <a:spcBef>
                <a:spcPts val="1200"/>
              </a:spcBef>
              <a:buNone/>
              <a:defRPr sz="1400"/>
            </a:lvl3pPr>
            <a:lvl4pPr marL="1371600" indent="0">
              <a:spcBef>
                <a:spcPts val="1200"/>
              </a:spcBef>
              <a:buNone/>
              <a:defRPr sz="1200"/>
            </a:lvl4pPr>
            <a:lvl5pPr marL="1828800" indent="0">
              <a:spcBef>
                <a:spcPts val="1200"/>
              </a:spcBef>
              <a:buNone/>
              <a:defRPr sz="1200"/>
            </a:lvl5pPr>
          </a:lstStyle>
          <a:p>
            <a:pPr lvl="0"/>
            <a:r>
              <a:rPr lang="en-US" dirty="0"/>
              <a:t>Click to add text</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1280160" y="4692058"/>
            <a:ext cx="4663440" cy="1584918"/>
          </a:xfrm>
        </p:spPr>
        <p:txBody>
          <a:bodyPr lIns="0" tIns="0" rIns="0" bIns="0" anchor="t" anchorCtr="0">
            <a:noAutofit/>
          </a:bodyPr>
          <a:lstStyle>
            <a:lvl1pPr>
              <a:spcBef>
                <a:spcPts val="1200"/>
              </a:spcBef>
              <a:defRPr sz="1800"/>
            </a:lvl1pPr>
            <a:lvl2pPr>
              <a:spcBef>
                <a:spcPts val="1200"/>
              </a:spcBef>
              <a:defRPr sz="1600"/>
            </a:lvl2pPr>
            <a:lvl3pPr>
              <a:spcBef>
                <a:spcPts val="1200"/>
              </a:spcBef>
              <a:defRPr sz="1400"/>
            </a:lvl3pPr>
            <a:lvl4pPr>
              <a:spcBef>
                <a:spcPts val="1200"/>
              </a:spcBef>
              <a:defRPr sz="1200"/>
            </a:lvl4pPr>
            <a:lvl5pPr>
              <a:spcBef>
                <a:spcPts val="1200"/>
              </a:spcBef>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Footer Placeholder 20">
            <a:extLst>
              <a:ext uri="{FF2B5EF4-FFF2-40B4-BE49-F238E27FC236}">
                <a16:creationId xmlns:a16="http://schemas.microsoft.com/office/drawing/2014/main" id="{34C23E1A-9E5E-DA12-8E11-83F486766E16}"/>
              </a:ext>
            </a:extLst>
          </p:cNvPr>
          <p:cNvSpPr>
            <a:spLocks noGrp="1"/>
          </p:cNvSpPr>
          <p:nvPr>
            <p:ph type="ftr" sz="quarter" idx="11"/>
          </p:nvPr>
        </p:nvSpPr>
        <p:spPr>
          <a:xfrm>
            <a:off x="1280160" y="6356350"/>
            <a:ext cx="4114800" cy="365125"/>
          </a:xfrm>
        </p:spPr>
        <p:txBody>
          <a:bodyPr lIns="0" rIns="91440"/>
          <a:lstStyle>
            <a:lvl1pPr algn="l">
              <a:defRPr/>
            </a:lvl1pPr>
          </a:lstStyle>
          <a:p>
            <a:endParaRPr lang="en-US" dirty="0"/>
          </a:p>
        </p:txBody>
      </p:sp>
      <p:cxnSp>
        <p:nvCxnSpPr>
          <p:cNvPr id="23" name="Straight Connector 22">
            <a:extLst>
              <a:ext uri="{FF2B5EF4-FFF2-40B4-BE49-F238E27FC236}">
                <a16:creationId xmlns:a16="http://schemas.microsoft.com/office/drawing/2014/main" id="{E3FE6E42-6A8F-C459-87EE-E2A5BAFA852B}"/>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320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60" y="301752"/>
            <a:ext cx="4663438" cy="2441448"/>
          </a:xfrm>
        </p:spPr>
        <p:txBody>
          <a:bodyPr lIns="0" tIns="0" rIns="0" bIns="0" anchor="ctr" anchorCtr="0"/>
          <a:lstStyle>
            <a:lvl1pPr algn="l">
              <a:lnSpc>
                <a:spcPts val="4000"/>
              </a:lnSpc>
              <a:spcBef>
                <a:spcPts val="1000"/>
              </a:spcBef>
              <a:defRPr sz="4000" b="1" i="0" cap="all" spc="0" baseline="0"/>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a:xfrm>
            <a:off x="484632" y="726630"/>
            <a:ext cx="520991" cy="517379"/>
          </a:xfrm>
        </p:spPr>
        <p:txBody>
          <a:bodyPr/>
          <a:lstStyle>
            <a:lvl1pPr>
              <a:defRPr>
                <a:solidFill>
                  <a:schemeClr val="accent2"/>
                </a:solidFill>
              </a:defRPr>
            </a:lvl1pPr>
          </a:lstStyle>
          <a:p>
            <a:fld id="{D8DA9DAA-006C-4F4B-980E-E3DF019B24E2}" type="slidenum">
              <a:rPr lang="en-US" smtClean="0"/>
              <a:pPr/>
              <a:t>‹#›</a:t>
            </a:fld>
            <a:endParaRPr lang="en-US" dirty="0"/>
          </a:p>
        </p:txBody>
      </p:sp>
      <p:sp>
        <p:nvSpPr>
          <p:cNvPr id="8" name="Text Placeholder 4">
            <a:extLst>
              <a:ext uri="{FF2B5EF4-FFF2-40B4-BE49-F238E27FC236}">
                <a16:creationId xmlns:a16="http://schemas.microsoft.com/office/drawing/2014/main" id="{9FB40175-FA51-DA14-A5B2-CD06DE6ECC31}"/>
              </a:ext>
            </a:extLst>
          </p:cNvPr>
          <p:cNvSpPr>
            <a:spLocks noGrp="1"/>
          </p:cNvSpPr>
          <p:nvPr>
            <p:ph type="body" sz="quarter" idx="14"/>
          </p:nvPr>
        </p:nvSpPr>
        <p:spPr>
          <a:xfrm>
            <a:off x="1280161" y="2777067"/>
            <a:ext cx="4663440" cy="3550581"/>
          </a:xfrm>
        </p:spPr>
        <p:txBody>
          <a:bodyPr lIns="0" tIns="0" rIns="0" bIns="0">
            <a:noAutofit/>
          </a:bodyPr>
          <a:lstStyle>
            <a:lvl1pPr marL="0" indent="0">
              <a:lnSpc>
                <a:spcPct val="110000"/>
              </a:lnSpc>
              <a:buNone/>
              <a:defRPr sz="1800"/>
            </a:lvl1pPr>
            <a:lvl2pPr marL="228600">
              <a:lnSpc>
                <a:spcPct val="110000"/>
              </a:lnSpc>
              <a:defRPr sz="1600"/>
            </a:lvl2pPr>
            <a:lvl3pPr marL="457200">
              <a:lnSpc>
                <a:spcPct val="110000"/>
              </a:lnSpc>
              <a:defRPr sz="1400"/>
            </a:lvl3pPr>
            <a:lvl4pPr marL="685800">
              <a:lnSpc>
                <a:spcPct val="110000"/>
              </a:lnSpc>
              <a:defRPr sz="1200"/>
            </a:lvl4pPr>
            <a:lvl5pPr marL="914400">
              <a:lnSpc>
                <a:spcPct val="11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8">
            <a:extLst>
              <a:ext uri="{FF2B5EF4-FFF2-40B4-BE49-F238E27FC236}">
                <a16:creationId xmlns:a16="http://schemas.microsoft.com/office/drawing/2014/main" id="{515930B2-E36D-4D05-A6B3-CA1BF61D50CC}"/>
              </a:ext>
              <a:ext uri="{C183D7F6-B498-43B3-948B-1728B52AA6E4}">
                <adec:decorative xmlns:adec="http://schemas.microsoft.com/office/drawing/2017/decorative" val="1"/>
              </a:ext>
            </a:extLst>
          </p:cNvPr>
          <p:cNvSpPr/>
          <p:nvPr userDrawn="1"/>
        </p:nvSpPr>
        <p:spPr>
          <a:xfrm>
            <a:off x="6412089"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12">
            <a:extLst>
              <a:ext uri="{FF2B5EF4-FFF2-40B4-BE49-F238E27FC236}">
                <a16:creationId xmlns:a16="http://schemas.microsoft.com/office/drawing/2014/main" id="{9CEC7E0F-60E8-418B-978D-C607C82E97F7}"/>
              </a:ext>
            </a:extLst>
          </p:cNvPr>
          <p:cNvSpPr>
            <a:spLocks noGrp="1"/>
          </p:cNvSpPr>
          <p:nvPr>
            <p:ph type="pic" sz="quarter" idx="13" hasCustomPrompt="1"/>
          </p:nvPr>
        </p:nvSpPr>
        <p:spPr>
          <a:xfrm>
            <a:off x="6695553" y="301752"/>
            <a:ext cx="5221224" cy="6263640"/>
          </a:xfrm>
        </p:spPr>
        <p:txBody>
          <a:bodyPr tIns="914400" anchor="t" anchorCtr="0"/>
          <a:lstStyle>
            <a:lvl1pPr algn="ctr">
              <a:buNone/>
              <a:defRPr>
                <a:solidFill>
                  <a:schemeClr val="bg1"/>
                </a:solidFill>
              </a:defRPr>
            </a:lvl1pPr>
          </a:lstStyle>
          <a:p>
            <a:r>
              <a:rPr lang="en-US" dirty="0"/>
              <a:t>Click to add picture</a:t>
            </a:r>
          </a:p>
        </p:txBody>
      </p:sp>
      <p:sp>
        <p:nvSpPr>
          <p:cNvPr id="10" name="Footer Placeholder 8">
            <a:extLst>
              <a:ext uri="{FF2B5EF4-FFF2-40B4-BE49-F238E27FC236}">
                <a16:creationId xmlns:a16="http://schemas.microsoft.com/office/drawing/2014/main" id="{7A4AE671-C203-0370-2888-FC8F7D444D11}"/>
              </a:ext>
            </a:extLst>
          </p:cNvPr>
          <p:cNvSpPr>
            <a:spLocks noGrp="1"/>
          </p:cNvSpPr>
          <p:nvPr>
            <p:ph type="ftr" sz="quarter" idx="17"/>
          </p:nvPr>
        </p:nvSpPr>
        <p:spPr>
          <a:xfrm>
            <a:off x="1280160" y="6356350"/>
            <a:ext cx="4434825" cy="365125"/>
          </a:xfrm>
        </p:spPr>
        <p:txBody>
          <a:bodyPr/>
          <a:lstStyle>
            <a:lvl1pPr algn="l">
              <a:defRPr/>
            </a:lvl1pPr>
          </a:lstStyle>
          <a:p>
            <a:endParaRPr lang="en-US" dirty="0"/>
          </a:p>
        </p:txBody>
      </p:sp>
      <p:cxnSp>
        <p:nvCxnSpPr>
          <p:cNvPr id="3" name="Straight Connector 2">
            <a:extLst>
              <a:ext uri="{FF2B5EF4-FFF2-40B4-BE49-F238E27FC236}">
                <a16:creationId xmlns:a16="http://schemas.microsoft.com/office/drawing/2014/main" id="{1792BFA8-57AD-0B5C-2534-1E862B58DAB3}"/>
              </a:ext>
              <a:ext uri="{C183D7F6-B498-43B3-948B-1728B52AA6E4}">
                <adec:decorative xmlns:adec="http://schemas.microsoft.com/office/drawing/2017/decorative" val="1"/>
              </a:ext>
            </a:extLst>
          </p:cNvPr>
          <p:cNvCxnSpPr>
            <a:cxnSpLocks/>
          </p:cNvCxnSpPr>
          <p:nvPr userDrawn="1"/>
        </p:nvCxnSpPr>
        <p:spPr>
          <a:xfrm>
            <a:off x="745127"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6807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1280159" y="640080"/>
            <a:ext cx="4815836" cy="2103120"/>
          </a:xfrm>
        </p:spPr>
        <p:txBody>
          <a:bodyPr lIns="0" tIns="0" rIns="0" bIns="0" anchor="ctr" anchorCtr="0"/>
          <a:lstStyle>
            <a:lvl1pPr algn="l">
              <a:defRPr sz="4000" b="1" cap="all" spc="0" baseline="0">
                <a:solidFill>
                  <a:schemeClr val="tx1"/>
                </a:solidFill>
              </a:defRPr>
            </a:lvl1pPr>
          </a:lstStyle>
          <a:p>
            <a:r>
              <a:rPr lang="en-US" dirty="0"/>
              <a:t>Click to add title</a:t>
            </a:r>
          </a:p>
        </p:txBody>
      </p:sp>
      <p:sp>
        <p:nvSpPr>
          <p:cNvPr id="16" name="Slide Number Placeholder 15">
            <a:extLst>
              <a:ext uri="{FF2B5EF4-FFF2-40B4-BE49-F238E27FC236}">
                <a16:creationId xmlns:a16="http://schemas.microsoft.com/office/drawing/2014/main" id="{6183E8BD-29F0-8F9F-FC7D-73F8067BCDDF}"/>
              </a:ext>
            </a:extLst>
          </p:cNvPr>
          <p:cNvSpPr>
            <a:spLocks noGrp="1"/>
          </p:cNvSpPr>
          <p:nvPr>
            <p:ph type="sldNum" sz="quarter" idx="20"/>
          </p:nvPr>
        </p:nvSpPr>
        <p:spPr/>
        <p:txBody>
          <a:bodyPr/>
          <a:lstStyle>
            <a:lvl1pPr>
              <a:defRPr>
                <a:solidFill>
                  <a:schemeClr val="accent2"/>
                </a:solidFill>
              </a:defRPr>
            </a:lvl1pPr>
          </a:lstStyle>
          <a:p>
            <a:fld id="{D8DA9DAA-006C-4F4B-980E-E3DF019B24E2}" type="slidenum">
              <a:rPr lang="en-US" smtClean="0"/>
              <a:pPr/>
              <a:t>‹#›</a:t>
            </a:fld>
            <a:endParaRPr lang="en-US" dirty="0"/>
          </a:p>
        </p:txBody>
      </p:sp>
      <p:sp>
        <p:nvSpPr>
          <p:cNvPr id="15" name="Content Placeholder 2">
            <a:extLst>
              <a:ext uri="{FF2B5EF4-FFF2-40B4-BE49-F238E27FC236}">
                <a16:creationId xmlns:a16="http://schemas.microsoft.com/office/drawing/2014/main" id="{5C983CA3-739C-6C20-AFE0-0997370354B4}"/>
              </a:ext>
            </a:extLst>
          </p:cNvPr>
          <p:cNvSpPr>
            <a:spLocks noGrp="1"/>
          </p:cNvSpPr>
          <p:nvPr>
            <p:ph idx="1" hasCustomPrompt="1"/>
          </p:nvPr>
        </p:nvSpPr>
        <p:spPr>
          <a:xfrm>
            <a:off x="6531427" y="640080"/>
            <a:ext cx="5122889" cy="2103120"/>
          </a:xfrm>
        </p:spPr>
        <p:txBody>
          <a:bodyPr lIns="0" tIns="0" rIns="0" bIns="0" anchor="ctr" anchorCtr="0">
            <a:normAutofit/>
          </a:bodyPr>
          <a:lstStyle>
            <a:lvl1pPr marL="0" indent="0">
              <a:lnSpc>
                <a:spcPct val="110000"/>
              </a:lnSpc>
              <a:buNone/>
              <a:defRPr sz="1800">
                <a:solidFill>
                  <a:schemeClr val="tx1"/>
                </a:solidFill>
              </a:defRPr>
            </a:lvl1pPr>
            <a:lvl2pPr marL="228600">
              <a:lnSpc>
                <a:spcPct val="100000"/>
              </a:lnSpc>
              <a:defRPr sz="1600">
                <a:solidFill>
                  <a:schemeClr val="tx1"/>
                </a:solidFill>
              </a:defRPr>
            </a:lvl2pPr>
            <a:lvl3pPr marL="457200">
              <a:lnSpc>
                <a:spcPct val="100000"/>
              </a:lnSpc>
              <a:defRPr sz="1400">
                <a:solidFill>
                  <a:schemeClr val="tx1"/>
                </a:solidFill>
              </a:defRPr>
            </a:lvl3pPr>
            <a:lvl4pPr marL="685800">
              <a:lnSpc>
                <a:spcPct val="100000"/>
              </a:lnSpc>
              <a:defRPr sz="1200">
                <a:solidFill>
                  <a:schemeClr val="tx1"/>
                </a:solidFill>
              </a:defRPr>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cxnSp>
        <p:nvCxnSpPr>
          <p:cNvPr id="4" name="Straight Connector 3">
            <a:extLst>
              <a:ext uri="{FF2B5EF4-FFF2-40B4-BE49-F238E27FC236}">
                <a16:creationId xmlns:a16="http://schemas.microsoft.com/office/drawing/2014/main" id="{4BC9F29C-BBE9-AFB4-AFC6-30BCA4EB2AFA}"/>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CBC4D286-C480-B4CF-4406-CACC323F9FAD}"/>
              </a:ext>
            </a:extLst>
          </p:cNvPr>
          <p:cNvSpPr>
            <a:spLocks noGrp="1"/>
          </p:cNvSpPr>
          <p:nvPr>
            <p:ph idx="21" hasCustomPrompt="1"/>
          </p:nvPr>
        </p:nvSpPr>
        <p:spPr>
          <a:xfrm>
            <a:off x="1280160" y="3017520"/>
            <a:ext cx="10374152" cy="3208866"/>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0BEE2817-4518-D59A-BD13-29A3D4FE64F0}"/>
              </a:ext>
            </a:extLst>
          </p:cNvPr>
          <p:cNvSpPr>
            <a:spLocks noGrp="1"/>
          </p:cNvSpPr>
          <p:nvPr>
            <p:ph type="ftr" sz="quarter" idx="19"/>
          </p:nvPr>
        </p:nvSpPr>
        <p:spPr>
          <a:xfrm>
            <a:off x="7539516" y="6356350"/>
            <a:ext cx="4114800" cy="365125"/>
          </a:xfrm>
        </p:spPr>
        <p:txBody>
          <a:bodyPr/>
          <a:lstStyle/>
          <a:p>
            <a:endParaRPr lang="en-US" dirty="0"/>
          </a:p>
        </p:txBody>
      </p:sp>
    </p:spTree>
    <p:extLst>
      <p:ext uri="{BB962C8B-B14F-4D97-AF65-F5344CB8AC3E}">
        <p14:creationId xmlns:p14="http://schemas.microsoft.com/office/powerpoint/2010/main" val="1068905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1280159" y="4970638"/>
            <a:ext cx="9144000" cy="1280160"/>
          </a:xfrm>
        </p:spPr>
        <p:txBody>
          <a:bodyPr lIns="0" tIns="0" rIns="0" bIns="0" anchor="b" anchorCtr="0"/>
          <a:lstStyle>
            <a:lvl1pPr algn="l">
              <a:defRPr sz="4000" b="1" cap="all" spc="0" baseline="0">
                <a:solidFill>
                  <a:schemeClr val="tx1"/>
                </a:solidFill>
              </a:defRPr>
            </a:lvl1pPr>
          </a:lstStyle>
          <a:p>
            <a:r>
              <a:rPr lang="en-US"/>
              <a:t>Click to edit Master title style</a:t>
            </a:r>
            <a:endParaRPr lang="en-US" dirty="0"/>
          </a:p>
        </p:txBody>
      </p:sp>
      <p:sp>
        <p:nvSpPr>
          <p:cNvPr id="22" name="Slide Number Placeholder 21">
            <a:extLst>
              <a:ext uri="{FF2B5EF4-FFF2-40B4-BE49-F238E27FC236}">
                <a16:creationId xmlns:a16="http://schemas.microsoft.com/office/drawing/2014/main" id="{F0626849-9D2D-3C95-8C10-FA8F325FE9AA}"/>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hasCustomPrompt="1"/>
          </p:nvPr>
        </p:nvSpPr>
        <p:spPr>
          <a:xfrm>
            <a:off x="1280160" y="685800"/>
            <a:ext cx="4937760" cy="4023360"/>
          </a:xfrm>
        </p:spPr>
        <p:txBody>
          <a:bodyPr lIns="0" tIns="0" rIns="0" bIns="0">
            <a:noAutofit/>
          </a:bodyPr>
          <a:lstStyle>
            <a:lvl1pPr marL="0" indent="0">
              <a:spcBef>
                <a:spcPts val="1200"/>
              </a:spcBef>
              <a:buNone/>
              <a:defRPr sz="1800"/>
            </a:lvl1pPr>
            <a:lvl2pPr marL="457200">
              <a:spcBef>
                <a:spcPts val="1200"/>
              </a:spcBef>
              <a:defRPr sz="1800"/>
            </a:lvl2pPr>
            <a:lvl3pPr marL="914400">
              <a:spcBef>
                <a:spcPts val="1200"/>
              </a:spcBef>
              <a:defRPr sz="1800"/>
            </a:lvl3pPr>
            <a:lvl4pPr marL="1371600">
              <a:spcBef>
                <a:spcPts val="1200"/>
              </a:spcBef>
              <a:defRPr sz="1800"/>
            </a:lvl4pPr>
            <a:lvl5pPr marL="18288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6704755" y="685800"/>
            <a:ext cx="4937760" cy="4023360"/>
          </a:xfrm>
        </p:spPr>
        <p:txBody>
          <a:bodyPr lIns="0" tIns="0" rIns="0" bIns="0">
            <a:noAutofit/>
          </a:bodyPr>
          <a:lstStyle>
            <a:lvl1pPr>
              <a:spcBef>
                <a:spcPts val="1200"/>
              </a:spcBef>
              <a:defRPr sz="1800"/>
            </a:lvl1pPr>
            <a:lvl2pPr>
              <a:spcBef>
                <a:spcPts val="1200"/>
              </a:spcBef>
              <a:defRPr sz="1800"/>
            </a:lvl2pPr>
            <a:lvl3pPr>
              <a:spcBef>
                <a:spcPts val="1200"/>
              </a:spcBef>
              <a:defRPr sz="1800"/>
            </a:lvl3pPr>
            <a:lvl4pPr>
              <a:spcBef>
                <a:spcPts val="1200"/>
              </a:spcBef>
              <a:defRPr sz="1800"/>
            </a:lvl4pPr>
            <a:lvl5pPr>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3" name="Group 12">
            <a:extLst>
              <a:ext uri="{FF2B5EF4-FFF2-40B4-BE49-F238E27FC236}">
                <a16:creationId xmlns:a16="http://schemas.microsoft.com/office/drawing/2014/main" id="{4717D91C-F78C-0E4C-FB27-7112AB840A1C}"/>
              </a:ext>
              <a:ext uri="{C183D7F6-B498-43B3-948B-1728B52AA6E4}">
                <adec:decorative xmlns:adec="http://schemas.microsoft.com/office/drawing/2017/decorative" val="1"/>
              </a:ext>
            </a:extLst>
          </p:cNvPr>
          <p:cNvGrpSpPr/>
          <p:nvPr userDrawn="1"/>
        </p:nvGrpSpPr>
        <p:grpSpPr>
          <a:xfrm>
            <a:off x="5322570" y="5680647"/>
            <a:ext cx="465456" cy="581432"/>
            <a:chOff x="7843462" y="2744546"/>
            <a:chExt cx="465456" cy="581432"/>
          </a:xfrm>
        </p:grpSpPr>
        <p:sp>
          <p:nvSpPr>
            <p:cNvPr id="15" name="Graphic 12">
              <a:extLst>
                <a:ext uri="{FF2B5EF4-FFF2-40B4-BE49-F238E27FC236}">
                  <a16:creationId xmlns:a16="http://schemas.microsoft.com/office/drawing/2014/main" id="{CC935CF3-75DF-0DC7-1B2A-E0E0205DF64B}"/>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7" name="Graphic 13">
              <a:extLst>
                <a:ext uri="{FF2B5EF4-FFF2-40B4-BE49-F238E27FC236}">
                  <a16:creationId xmlns:a16="http://schemas.microsoft.com/office/drawing/2014/main" id="{D5782BEB-6319-DEC1-F9ED-BA9201C6B9B7}"/>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18" name="Graphic 15">
              <a:extLst>
                <a:ext uri="{FF2B5EF4-FFF2-40B4-BE49-F238E27FC236}">
                  <a16:creationId xmlns:a16="http://schemas.microsoft.com/office/drawing/2014/main" id="{6E59DFAF-9794-BD12-D89A-422FFFFCE023}"/>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21" name="Footer Placeholder 20">
            <a:extLst>
              <a:ext uri="{FF2B5EF4-FFF2-40B4-BE49-F238E27FC236}">
                <a16:creationId xmlns:a16="http://schemas.microsoft.com/office/drawing/2014/main" id="{36444A47-BCB3-5C86-F2B8-25092BE8D9FF}"/>
              </a:ext>
            </a:extLst>
          </p:cNvPr>
          <p:cNvSpPr>
            <a:spLocks noGrp="1"/>
          </p:cNvSpPr>
          <p:nvPr>
            <p:ph type="ftr" sz="quarter" idx="11"/>
          </p:nvPr>
        </p:nvSpPr>
        <p:spPr>
          <a:xfrm>
            <a:off x="1280160" y="6356350"/>
            <a:ext cx="4114800" cy="365125"/>
          </a:xfrm>
        </p:spPr>
        <p:txBody>
          <a:bodyPr lIns="0" rIns="91440"/>
          <a:lstStyle>
            <a:lvl1pPr algn="l">
              <a:defRPr/>
            </a:lvl1pPr>
          </a:lstStyle>
          <a:p>
            <a:endParaRPr lang="en-US" dirty="0"/>
          </a:p>
        </p:txBody>
      </p:sp>
      <p:cxnSp>
        <p:nvCxnSpPr>
          <p:cNvPr id="23" name="Straight Connector 22">
            <a:extLst>
              <a:ext uri="{FF2B5EF4-FFF2-40B4-BE49-F238E27FC236}">
                <a16:creationId xmlns:a16="http://schemas.microsoft.com/office/drawing/2014/main" id="{C648C53D-49AB-C003-70E8-5117AF079715}"/>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A96BC1DE-6696-3408-564E-2D73B1266326}"/>
              </a:ext>
              <a:ext uri="{C183D7F6-B498-43B3-948B-1728B52AA6E4}">
                <adec:decorative xmlns:adec="http://schemas.microsoft.com/office/drawing/2017/decorative" val="1"/>
              </a:ext>
            </a:extLst>
          </p:cNvPr>
          <p:cNvGrpSpPr/>
          <p:nvPr userDrawn="1"/>
        </p:nvGrpSpPr>
        <p:grpSpPr>
          <a:xfrm rot="5400000">
            <a:off x="10711518" y="5393214"/>
            <a:ext cx="1097341" cy="736658"/>
            <a:chOff x="10508317" y="446637"/>
            <a:chExt cx="1097341" cy="736658"/>
          </a:xfrm>
        </p:grpSpPr>
        <p:sp>
          <p:nvSpPr>
            <p:cNvPr id="25" name="Graphic 15">
              <a:extLst>
                <a:ext uri="{FF2B5EF4-FFF2-40B4-BE49-F238E27FC236}">
                  <a16:creationId xmlns:a16="http://schemas.microsoft.com/office/drawing/2014/main" id="{268EB1E4-29D6-C3F5-BCBB-FB7E7EE5C25C}"/>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26" name="Graphic 16">
              <a:extLst>
                <a:ext uri="{FF2B5EF4-FFF2-40B4-BE49-F238E27FC236}">
                  <a16:creationId xmlns:a16="http://schemas.microsoft.com/office/drawing/2014/main" id="{09524D46-140F-2F4F-430B-F59815A07CF1}"/>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27" name="Graphic 14">
              <a:extLst>
                <a:ext uri="{FF2B5EF4-FFF2-40B4-BE49-F238E27FC236}">
                  <a16:creationId xmlns:a16="http://schemas.microsoft.com/office/drawing/2014/main" id="{AC75143B-C717-8D04-743C-B40FB5EFB21C}"/>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487376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1280160" y="640080"/>
            <a:ext cx="10087699" cy="1280160"/>
          </a:xfrm>
        </p:spPr>
        <p:txBody>
          <a:bodyPr lIns="0" tIns="0" rIns="0" bIns="0" anchor="b" anchorCtr="0"/>
          <a:lstStyle>
            <a:lvl1pPr>
              <a:defRPr sz="4000" b="1" cap="all" baseline="0"/>
            </a:lvl1pPr>
          </a:lstStyle>
          <a:p>
            <a:r>
              <a:rPr lang="en-US" dirty="0"/>
              <a:t>Click to add title</a:t>
            </a:r>
          </a:p>
        </p:txBody>
      </p:sp>
      <p:sp>
        <p:nvSpPr>
          <p:cNvPr id="10" name="Slide Number Placeholder 9">
            <a:extLst>
              <a:ext uri="{FF2B5EF4-FFF2-40B4-BE49-F238E27FC236}">
                <a16:creationId xmlns:a16="http://schemas.microsoft.com/office/drawing/2014/main" id="{116B8DF0-B7E6-5032-C3C7-E457E793BE37}"/>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1280160" y="2103119"/>
            <a:ext cx="10087699" cy="4114800"/>
          </a:xfrm>
        </p:spPr>
        <p:txBody>
          <a:bodyPr lIns="0" tIns="0" rIns="0" bIns="0"/>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5C05CAAB-DBA2-4548-AD5F-01BB97FBB207}"/>
              </a:ext>
              <a:ext uri="{C183D7F6-B498-43B3-948B-1728B52AA6E4}">
                <adec:decorative xmlns:adec="http://schemas.microsoft.com/office/drawing/2017/decorative" val="1"/>
              </a:ext>
            </a:extLst>
          </p:cNvPr>
          <p:cNvCxnSpPr>
            <a:cxnSpLocks/>
          </p:cNvCxnSpPr>
          <p:nvPr/>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DC5F4D40-ADE4-5EEB-436C-8563A49C55F8}"/>
              </a:ext>
            </a:extLst>
          </p:cNvPr>
          <p:cNvSpPr>
            <a:spLocks noGrp="1"/>
          </p:cNvSpPr>
          <p:nvPr>
            <p:ph type="ftr" sz="quarter" idx="11"/>
          </p:nvPr>
        </p:nvSpPr>
        <p:spPr>
          <a:xfrm>
            <a:off x="1280160" y="6356350"/>
            <a:ext cx="4114800" cy="365125"/>
          </a:xfrm>
        </p:spPr>
        <p:txBody>
          <a:bodyPr lIns="0"/>
          <a:lstStyle>
            <a:lvl1pPr algn="l">
              <a:defRPr/>
            </a:lvl1pPr>
          </a:lstStyle>
          <a:p>
            <a:endParaRPr lang="en-US" dirty="0"/>
          </a:p>
        </p:txBody>
      </p:sp>
    </p:spTree>
    <p:extLst>
      <p:ext uri="{BB962C8B-B14F-4D97-AF65-F5344CB8AC3E}">
        <p14:creationId xmlns:p14="http://schemas.microsoft.com/office/powerpoint/2010/main" val="33217450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Bubbles and Title 1">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a:xfrm>
            <a:off x="2792897" y="585216"/>
            <a:ext cx="8965094" cy="2276856"/>
          </a:xfrm>
        </p:spPr>
        <p:txBody>
          <a:bodyPr lIns="0" tIns="0" rIns="0" anchor="b"/>
          <a:lstStyle>
            <a:lvl1pPr algn="r">
              <a:lnSpc>
                <a:spcPts val="4800"/>
              </a:lnSpc>
              <a:defRPr sz="4800" b="1" cap="all" spc="0" baseline="0">
                <a:solidFill>
                  <a:schemeClr val="bg1"/>
                </a:solidFill>
              </a:defRPr>
            </a:lvl1pPr>
          </a:lstStyle>
          <a:p>
            <a:r>
              <a:rPr lang="en-US"/>
              <a:t>Click to edit Master title style</a:t>
            </a:r>
            <a:endParaRPr lang="en-US" dirty="0"/>
          </a:p>
        </p:txBody>
      </p:sp>
      <p:sp>
        <p:nvSpPr>
          <p:cNvPr id="7" name="Picture Placeholder 14">
            <a:extLst>
              <a:ext uri="{FF2B5EF4-FFF2-40B4-BE49-F238E27FC236}">
                <a16:creationId xmlns:a16="http://schemas.microsoft.com/office/drawing/2014/main" id="{FC9B12A4-113B-B3F6-5926-5C2A6F504ABA}"/>
              </a:ext>
            </a:extLst>
          </p:cNvPr>
          <p:cNvSpPr>
            <a:spLocks noGrp="1"/>
          </p:cNvSpPr>
          <p:nvPr>
            <p:ph type="pic" sz="quarter" idx="14" hasCustomPrompt="1"/>
          </p:nvPr>
        </p:nvSpPr>
        <p:spPr>
          <a:xfrm>
            <a:off x="1371606" y="3205313"/>
            <a:ext cx="3043077" cy="3043083"/>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
        <p:nvSpPr>
          <p:cNvPr id="16" name="Text Placeholder 15">
            <a:extLst>
              <a:ext uri="{FF2B5EF4-FFF2-40B4-BE49-F238E27FC236}">
                <a16:creationId xmlns:a16="http://schemas.microsoft.com/office/drawing/2014/main" id="{A928810C-E773-43AE-A2A1-4073955CC8DA}"/>
              </a:ext>
            </a:extLst>
          </p:cNvPr>
          <p:cNvSpPr>
            <a:spLocks noGrp="1"/>
          </p:cNvSpPr>
          <p:nvPr>
            <p:ph type="body" sz="quarter" idx="13" hasCustomPrompt="1"/>
          </p:nvPr>
        </p:nvSpPr>
        <p:spPr>
          <a:xfrm>
            <a:off x="5640609" y="3127248"/>
            <a:ext cx="6117381" cy="3017520"/>
          </a:xfrm>
        </p:spPr>
        <p:txBody>
          <a:bodyPr lIns="0" tIns="0" rIns="0" bIns="0">
            <a:normAutofit/>
          </a:bodyPr>
          <a:lstStyle>
            <a:lvl1pPr marL="0" indent="0" algn="r">
              <a:spcBef>
                <a:spcPts val="1200"/>
              </a:spcBef>
              <a:buNone/>
              <a:defRPr sz="2400">
                <a:solidFill>
                  <a:schemeClr val="bg1"/>
                </a:solidFill>
              </a:defRPr>
            </a:lvl1pPr>
          </a:lstStyle>
          <a:p>
            <a:pPr lvl="0"/>
            <a:r>
              <a:rPr lang="en-US" dirty="0"/>
              <a:t>Click to add text</a:t>
            </a:r>
          </a:p>
        </p:txBody>
      </p:sp>
      <p:grpSp>
        <p:nvGrpSpPr>
          <p:cNvPr id="3" name="Group 2">
            <a:extLst>
              <a:ext uri="{FF2B5EF4-FFF2-40B4-BE49-F238E27FC236}">
                <a16:creationId xmlns:a16="http://schemas.microsoft.com/office/drawing/2014/main" id="{8AF51D36-DB19-27CD-47E0-A4261648DA12}"/>
              </a:ext>
              <a:ext uri="{C183D7F6-B498-43B3-948B-1728B52AA6E4}">
                <adec:decorative xmlns:adec="http://schemas.microsoft.com/office/drawing/2017/decorative" val="1"/>
              </a:ext>
            </a:extLst>
          </p:cNvPr>
          <p:cNvGrpSpPr/>
          <p:nvPr userDrawn="1"/>
        </p:nvGrpSpPr>
        <p:grpSpPr>
          <a:xfrm rot="18614240">
            <a:off x="3975343" y="2819532"/>
            <a:ext cx="465456" cy="581432"/>
            <a:chOff x="7843462" y="2744546"/>
            <a:chExt cx="465456" cy="581432"/>
          </a:xfrm>
        </p:grpSpPr>
        <p:sp>
          <p:nvSpPr>
            <p:cNvPr id="4" name="Graphic 12">
              <a:extLst>
                <a:ext uri="{FF2B5EF4-FFF2-40B4-BE49-F238E27FC236}">
                  <a16:creationId xmlns:a16="http://schemas.microsoft.com/office/drawing/2014/main" id="{3EFED0E0-17D4-C5B0-09D0-B43338A856B3}"/>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5" name="Graphic 13">
              <a:extLst>
                <a:ext uri="{FF2B5EF4-FFF2-40B4-BE49-F238E27FC236}">
                  <a16:creationId xmlns:a16="http://schemas.microsoft.com/office/drawing/2014/main" id="{8F798BBE-9B6F-700D-08A1-09ABC5388CCE}"/>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6" name="Graphic 15">
              <a:extLst>
                <a:ext uri="{FF2B5EF4-FFF2-40B4-BE49-F238E27FC236}">
                  <a16:creationId xmlns:a16="http://schemas.microsoft.com/office/drawing/2014/main" id="{4AE2D1C5-9D85-9049-690C-3AFCE7E2DA56}"/>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cxnSp>
        <p:nvCxnSpPr>
          <p:cNvPr id="13" name="Straight Connector 12">
            <a:extLst>
              <a:ext uri="{FF2B5EF4-FFF2-40B4-BE49-F238E27FC236}">
                <a16:creationId xmlns:a16="http://schemas.microsoft.com/office/drawing/2014/main" id="{9D0FE75D-ACD3-655E-58A7-8F2C182760B4}"/>
              </a:ext>
              <a:ext uri="{C183D7F6-B498-43B3-948B-1728B52AA6E4}">
                <adec:decorative xmlns:adec="http://schemas.microsoft.com/office/drawing/2017/decorative" val="1"/>
              </a:ext>
            </a:extLst>
          </p:cNvPr>
          <p:cNvCxnSpPr>
            <a:cxnSpLocks/>
          </p:cNvCxnSpPr>
          <p:nvPr userDrawn="1"/>
        </p:nvCxnSpPr>
        <p:spPr>
          <a:xfrm>
            <a:off x="74066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93626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838200" y="136525"/>
            <a:ext cx="10515600" cy="1509713"/>
          </a:xfrm>
        </p:spPr>
        <p:txBody>
          <a:bodyPr/>
          <a:lstStyle/>
          <a:p>
            <a:r>
              <a:rPr lang="en-US" dirty="0"/>
              <a:t>Click to add title</a:t>
            </a:r>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a:xfrm>
            <a:off x="7239000" y="6356350"/>
            <a:ext cx="41148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a:xfrm>
            <a:off x="484632" y="726630"/>
            <a:ext cx="520991" cy="517379"/>
          </a:xfrm>
        </p:spPr>
        <p:txBody>
          <a:bodyPr/>
          <a:lstStyle/>
          <a:p>
            <a:fld id="{D8DA9DAA-006C-4F4B-980E-E3DF019B24E2}" type="slidenum">
              <a:rPr lang="en-US" smtClean="0"/>
              <a:t>‹#›</a:t>
            </a:fld>
            <a:endParaRPr lang="en-US" dirty="0"/>
          </a:p>
        </p:txBody>
      </p:sp>
      <p:cxnSp>
        <p:nvCxnSpPr>
          <p:cNvPr id="3" name="Straight Connector 2">
            <a:extLst>
              <a:ext uri="{FF2B5EF4-FFF2-40B4-BE49-F238E27FC236}">
                <a16:creationId xmlns:a16="http://schemas.microsoft.com/office/drawing/2014/main" id="{B5B2B208-F5B9-0151-C982-A389CB0B2996}"/>
              </a:ext>
              <a:ext uri="{C183D7F6-B498-43B3-948B-1728B52AA6E4}">
                <adec:decorative xmlns:adec="http://schemas.microsoft.com/office/drawing/2017/decorative" val="1"/>
              </a:ext>
            </a:extLst>
          </p:cNvPr>
          <p:cNvCxnSpPr>
            <a:cxnSpLocks/>
          </p:cNvCxnSpPr>
          <p:nvPr userDrawn="1"/>
        </p:nvCxnSpPr>
        <p:spPr>
          <a:xfrm>
            <a:off x="715890"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3291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0EEA6CA-DE1E-18ED-E69E-54A1372FE216}"/>
              </a:ext>
              <a:ext uri="{C183D7F6-B498-43B3-948B-1728B52AA6E4}">
                <adec:decorative xmlns:adec="http://schemas.microsoft.com/office/drawing/2017/decorative" val="1"/>
              </a:ext>
            </a:extLst>
          </p:cNvPr>
          <p:cNvCxnSpPr>
            <a:cxnSpLocks/>
          </p:cNvCxnSpPr>
          <p:nvPr userDrawn="1"/>
        </p:nvCxnSpPr>
        <p:spPr>
          <a:xfrm>
            <a:off x="715890"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id="{2F973C81-5E94-41F6-CE15-3B4763B3ABE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C835B5C-F994-9D57-3118-919EE90F57E1}"/>
              </a:ext>
            </a:extLst>
          </p:cNvPr>
          <p:cNvSpPr>
            <a:spLocks noGrp="1"/>
          </p:cNvSpPr>
          <p:nvPr>
            <p:ph type="sldNum" sz="quarter" idx="12"/>
          </p:nvPr>
        </p:nvSpPr>
        <p:spPr/>
        <p:txBody>
          <a:bodyPr/>
          <a:lstStyle/>
          <a:p>
            <a:fld id="{D8DA9DAA-006C-4F4B-980E-E3DF019B24E2}" type="slidenum">
              <a:rPr lang="en-US" smtClean="0"/>
              <a:pPr/>
              <a:t>‹#›</a:t>
            </a:fld>
            <a:endParaRPr lang="en-US" dirty="0"/>
          </a:p>
        </p:txBody>
      </p:sp>
    </p:spTree>
    <p:extLst>
      <p:ext uri="{BB962C8B-B14F-4D97-AF65-F5344CB8AC3E}">
        <p14:creationId xmlns:p14="http://schemas.microsoft.com/office/powerpoint/2010/main" val="3840867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1435394" y="1"/>
            <a:ext cx="9918405" cy="164623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1435394" y="1825625"/>
            <a:ext cx="991840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486121" y="726630"/>
            <a:ext cx="520991" cy="517379"/>
          </a:xfrm>
          <a:prstGeom prst="rect">
            <a:avLst/>
          </a:prstGeom>
        </p:spPr>
        <p:txBody>
          <a:bodyPr vert="horz" lIns="0" tIns="0" rIns="0" bIns="0" rtlCol="0" anchor="t" anchorCtr="0"/>
          <a:lstStyle>
            <a:lvl1pPr algn="ctr">
              <a:defRPr sz="1800" b="1" i="0" cap="all" spc="100" baseline="0">
                <a:solidFill>
                  <a:schemeClr val="accent2"/>
                </a:solidFill>
              </a:defRPr>
            </a:lvl1pPr>
          </a:lstStyle>
          <a:p>
            <a:fld id="{D8DA9DAA-006C-4F4B-980E-E3DF019B24E2}" type="slidenum">
              <a:rPr lang="en-US" smtClean="0"/>
              <a:pPr/>
              <a:t>‹#›</a:t>
            </a:fld>
            <a:endParaRPr lang="en-US" dirty="0"/>
          </a:p>
        </p:txBody>
      </p:sp>
      <p:sp>
        <p:nvSpPr>
          <p:cNvPr id="4" name="Date Placeholder 3">
            <a:extLst>
              <a:ext uri="{FF2B5EF4-FFF2-40B4-BE49-F238E27FC236}">
                <a16:creationId xmlns:a16="http://schemas.microsoft.com/office/drawing/2014/main" id="{B1EF1C86-6A9C-D287-D381-5634A69BF1C8}"/>
              </a:ext>
            </a:extLst>
          </p:cNvPr>
          <p:cNvSpPr>
            <a:spLocks noGrp="1"/>
          </p:cNvSpPr>
          <p:nvPr>
            <p:ph type="dt" sz="half" idx="2"/>
          </p:nvPr>
        </p:nvSpPr>
        <p:spPr>
          <a:xfrm>
            <a:off x="1435394" y="6356350"/>
            <a:ext cx="2743200" cy="365125"/>
          </a:xfrm>
          <a:prstGeom prst="rect">
            <a:avLst/>
          </a:prstGeom>
        </p:spPr>
        <p:txBody>
          <a:bodyPr vert="horz" lIns="0" tIns="45720" rIns="91440" bIns="45720" rtlCol="0" anchor="ctr"/>
          <a:lstStyle>
            <a:lvl1pPr algn="l">
              <a:defRPr sz="1200">
                <a:solidFill>
                  <a:schemeClr val="tx1">
                    <a:tint val="75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621B8477-3F24-EDCB-C8AC-84336363918B}"/>
              </a:ext>
            </a:extLst>
          </p:cNvPr>
          <p:cNvSpPr>
            <a:spLocks noGrp="1"/>
          </p:cNvSpPr>
          <p:nvPr>
            <p:ph type="ftr" sz="quarter" idx="3"/>
          </p:nvPr>
        </p:nvSpPr>
        <p:spPr>
          <a:xfrm>
            <a:off x="7238999" y="6356350"/>
            <a:ext cx="4114800" cy="365125"/>
          </a:xfrm>
          <a:prstGeom prst="rect">
            <a:avLst/>
          </a:prstGeom>
        </p:spPr>
        <p:txBody>
          <a:bodyPr vert="horz" lIns="91440" tIns="45720" rIns="0" bIns="45720" rtlCol="0" anchor="ctr"/>
          <a:lstStyle>
            <a:lvl1pPr algn="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1999713800"/>
      </p:ext>
    </p:extLst>
  </p:cSld>
  <p:clrMap bg1="lt1" tx1="dk1" bg2="lt2" tx2="dk2" accent1="accent1" accent2="accent2" accent3="accent3" accent4="accent4" accent5="accent5" accent6="accent6" hlink="hlink" folHlink="folHlink"/>
  <p:sldLayoutIdLst>
    <p:sldLayoutId id="2147483708" r:id="rId1"/>
    <p:sldLayoutId id="2147483717" r:id="rId2"/>
    <p:sldLayoutId id="2147483728" r:id="rId3"/>
    <p:sldLayoutId id="2147483729" r:id="rId4"/>
    <p:sldLayoutId id="2147483710" r:id="rId5"/>
    <p:sldLayoutId id="2147483727" r:id="rId6"/>
    <p:sldLayoutId id="2147483701" r:id="rId7"/>
    <p:sldLayoutId id="2147483721" r:id="rId8"/>
    <p:sldLayoutId id="2147483720" r:id="rId9"/>
    <p:sldLayoutId id="2147483730" r:id="rId10"/>
    <p:sldLayoutId id="2147483722" r:id="rId11"/>
    <p:sldLayoutId id="2147483698" r:id="rId12"/>
    <p:sldLayoutId id="2147483732" r:id="rId13"/>
    <p:sldLayoutId id="2147483702" r:id="rId14"/>
    <p:sldLayoutId id="2147483703" r:id="rId15"/>
  </p:sldLayoutIdLst>
  <p:hf sldNum="0" hdr="0" ftr="0"/>
  <p:txStyles>
    <p:titleStyle>
      <a:lvl1pPr algn="l" defTabSz="914400" rtl="0" eaLnBrk="1" latinLnBrk="0" hangingPunct="1">
        <a:lnSpc>
          <a:spcPts val="4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9968B-2619-4F71-AB00-4C493E120805}"/>
              </a:ext>
            </a:extLst>
          </p:cNvPr>
          <p:cNvSpPr>
            <a:spLocks noGrp="1"/>
          </p:cNvSpPr>
          <p:nvPr>
            <p:ph type="ctrTitle"/>
          </p:nvPr>
        </p:nvSpPr>
        <p:spPr>
          <a:xfrm>
            <a:off x="1280159" y="357809"/>
            <a:ext cx="7983110" cy="3080335"/>
          </a:xfrm>
        </p:spPr>
        <p:txBody>
          <a:bodyPr/>
          <a:lstStyle/>
          <a:p>
            <a:r>
              <a:rPr lang="en-US" dirty="0"/>
              <a:t>Exceptions</a:t>
            </a:r>
          </a:p>
        </p:txBody>
      </p:sp>
    </p:spTree>
    <p:extLst>
      <p:ext uri="{BB962C8B-B14F-4D97-AF65-F5344CB8AC3E}">
        <p14:creationId xmlns:p14="http://schemas.microsoft.com/office/powerpoint/2010/main" val="2955403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exceptions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dirty="0"/>
              <a:t>	 Exception Handling in Java is one of the effective ways to handle runtime errors so that the regular flow of the application can be preserved. Java Exception Handling is a mechanism to handle runtime errors such as </a:t>
            </a:r>
            <a:r>
              <a:rPr lang="en-US" dirty="0" err="1"/>
              <a:t>ClassNotFoundException</a:t>
            </a:r>
            <a:r>
              <a:rPr lang="en-US" dirty="0"/>
              <a:t>, </a:t>
            </a:r>
            <a:r>
              <a:rPr lang="en-US" dirty="0" err="1"/>
              <a:t>IOException</a:t>
            </a:r>
            <a:r>
              <a:rPr lang="en-US" dirty="0"/>
              <a:t>, </a:t>
            </a:r>
            <a:r>
              <a:rPr lang="en-US" dirty="0" err="1"/>
              <a:t>SQLException</a:t>
            </a:r>
            <a:r>
              <a:rPr lang="en-US" dirty="0"/>
              <a:t>, </a:t>
            </a:r>
            <a:r>
              <a:rPr lang="en-US" dirty="0" err="1"/>
              <a:t>RemoteException</a:t>
            </a:r>
            <a:r>
              <a:rPr lang="en-US" dirty="0"/>
              <a:t>, etc.</a:t>
            </a:r>
          </a:p>
          <a:p>
            <a:r>
              <a:rPr lang="en-US" dirty="0"/>
              <a:t>What are Java Exceptions?</a:t>
            </a:r>
          </a:p>
          <a:p>
            <a:r>
              <a:rPr lang="en-US" dirty="0"/>
              <a:t>	In Java, Exception is an unwanted or unexpected event, which occurs during the execution of a program, i.e. at run time, that disrupts the normal flow of the program’s instructions. Exceptions can be caught and handled by the program. When an exception occurs within a method, it creates an object. This object is called the exception object. It contains information about the exception, such as the name and description of the exception and the state of the program when the exception occurred.</a:t>
            </a:r>
          </a:p>
          <a:p>
            <a:endParaRPr lang="en-US" dirty="0"/>
          </a:p>
          <a:p>
            <a:endParaRPr lang="en-US" dirty="0"/>
          </a:p>
        </p:txBody>
      </p:sp>
    </p:spTree>
    <p:extLst>
      <p:ext uri="{BB962C8B-B14F-4D97-AF65-F5344CB8AC3E}">
        <p14:creationId xmlns:p14="http://schemas.microsoft.com/office/powerpoint/2010/main" val="2432641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exceptions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dirty="0"/>
              <a:t>Major reasons why an exception Occurs</a:t>
            </a:r>
          </a:p>
          <a:p>
            <a:r>
              <a:rPr lang="en-US" dirty="0"/>
              <a:t>    Invalid user input</a:t>
            </a:r>
          </a:p>
          <a:p>
            <a:r>
              <a:rPr lang="en-US" dirty="0"/>
              <a:t>    Device failure</a:t>
            </a:r>
          </a:p>
          <a:p>
            <a:r>
              <a:rPr lang="en-US" dirty="0"/>
              <a:t>    Loss of network connection</a:t>
            </a:r>
          </a:p>
          <a:p>
            <a:r>
              <a:rPr lang="en-US" dirty="0"/>
              <a:t>    Physical limitations (out-of-disk memory)</a:t>
            </a:r>
          </a:p>
          <a:p>
            <a:r>
              <a:rPr lang="en-US" dirty="0"/>
              <a:t>    Code errors</a:t>
            </a:r>
          </a:p>
          <a:p>
            <a:r>
              <a:rPr lang="en-US" dirty="0"/>
              <a:t>    Opening an unavailable file</a:t>
            </a:r>
          </a:p>
          <a:p>
            <a:r>
              <a:rPr lang="en-US" b="1" dirty="0">
                <a:effectLst/>
              </a:rPr>
              <a:t>Errors</a:t>
            </a:r>
            <a:r>
              <a:rPr lang="en-US" dirty="0">
                <a:effectLst/>
              </a:rPr>
              <a:t> represent irrecoverable conditions such as Java virtual machine (JVM) running out of memory, memory leaks, stack overflow errors, library incompatibility, infinite recursion, etc. Errors are usually beyond the control of the programmer, and we should not try to handle errors.</a:t>
            </a:r>
          </a:p>
          <a:p>
            <a:r>
              <a:rPr lang="en-US" dirty="0"/>
              <a:t>Difference between Error and Exception</a:t>
            </a:r>
          </a:p>
          <a:p>
            <a:r>
              <a:rPr lang="en-US" dirty="0"/>
              <a:t>    </a:t>
            </a:r>
            <a:r>
              <a:rPr lang="en-US" b="1" dirty="0"/>
              <a:t>Error</a:t>
            </a:r>
            <a:r>
              <a:rPr lang="en-US" dirty="0"/>
              <a:t>: An Error indicates a serious problem that a reasonable application should not try to catch.</a:t>
            </a:r>
          </a:p>
          <a:p>
            <a:r>
              <a:rPr lang="en-US" dirty="0"/>
              <a:t>    </a:t>
            </a:r>
            <a:r>
              <a:rPr lang="en-US" b="1" dirty="0"/>
              <a:t>Exception</a:t>
            </a:r>
            <a:r>
              <a:rPr lang="en-US" dirty="0"/>
              <a:t>: Exception indicates conditions that a reasonable application might try to catch</a:t>
            </a:r>
          </a:p>
          <a:p>
            <a:endParaRPr lang="en-US" dirty="0"/>
          </a:p>
        </p:txBody>
      </p:sp>
    </p:spTree>
    <p:extLst>
      <p:ext uri="{BB962C8B-B14F-4D97-AF65-F5344CB8AC3E}">
        <p14:creationId xmlns:p14="http://schemas.microsoft.com/office/powerpoint/2010/main" val="4165340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exceptions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dirty="0"/>
              <a:t>Exception Hierarchy</a:t>
            </a:r>
          </a:p>
          <a:p>
            <a:r>
              <a:rPr lang="en-US" dirty="0"/>
              <a:t>	All exception and error types are subclasses of the class Throwable, which is the base class of the hierarchy. One branch is headed by Exception. This class is used for exceptional conditions that user programs should catch. </a:t>
            </a:r>
            <a:r>
              <a:rPr lang="en-US" dirty="0" err="1"/>
              <a:t>NullPointerException</a:t>
            </a:r>
            <a:r>
              <a:rPr lang="en-US" dirty="0"/>
              <a:t> is an example of such an exception. Another branch, Error is used by the Java run-time system(JVM) to indicate errors having to do with the run-time environment itself(JRE). </a:t>
            </a:r>
            <a:r>
              <a:rPr lang="en-US" dirty="0" err="1"/>
              <a:t>StackOverflowError</a:t>
            </a:r>
            <a:r>
              <a:rPr lang="en-US" dirty="0"/>
              <a:t> is an example of such an error.</a:t>
            </a:r>
          </a:p>
          <a:p>
            <a:endParaRPr lang="en-US" dirty="0"/>
          </a:p>
        </p:txBody>
      </p:sp>
      <p:pic>
        <p:nvPicPr>
          <p:cNvPr id="4" name="Picture 3" descr="A diagram of a program&#10;&#10;Description automatically generated">
            <a:extLst>
              <a:ext uri="{FF2B5EF4-FFF2-40B4-BE49-F238E27FC236}">
                <a16:creationId xmlns:a16="http://schemas.microsoft.com/office/drawing/2014/main" id="{F7053131-001E-4359-CCC8-349FC0A4D4D3}"/>
              </a:ext>
            </a:extLst>
          </p:cNvPr>
          <p:cNvPicPr>
            <a:picLocks noChangeAspect="1"/>
          </p:cNvPicPr>
          <p:nvPr/>
        </p:nvPicPr>
        <p:blipFill>
          <a:blip r:embed="rId3"/>
          <a:stretch>
            <a:fillRect/>
          </a:stretch>
        </p:blipFill>
        <p:spPr>
          <a:xfrm>
            <a:off x="2093167" y="3551951"/>
            <a:ext cx="7315200" cy="2620249"/>
          </a:xfrm>
          <a:prstGeom prst="rect">
            <a:avLst/>
          </a:prstGeom>
        </p:spPr>
      </p:pic>
    </p:spTree>
    <p:extLst>
      <p:ext uri="{BB962C8B-B14F-4D97-AF65-F5344CB8AC3E}">
        <p14:creationId xmlns:p14="http://schemas.microsoft.com/office/powerpoint/2010/main" val="4135190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exceptions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dirty="0"/>
              <a:t>Exception Hierarchy</a:t>
            </a:r>
          </a:p>
          <a:p>
            <a:r>
              <a:rPr lang="en-US" dirty="0"/>
              <a:t>	</a:t>
            </a:r>
          </a:p>
        </p:txBody>
      </p:sp>
      <p:pic>
        <p:nvPicPr>
          <p:cNvPr id="4" name="Picture 3" descr="A diagram of a program&#10;&#10;Description automatically generated">
            <a:extLst>
              <a:ext uri="{FF2B5EF4-FFF2-40B4-BE49-F238E27FC236}">
                <a16:creationId xmlns:a16="http://schemas.microsoft.com/office/drawing/2014/main" id="{F7053131-001E-4359-CCC8-349FC0A4D4D3}"/>
              </a:ext>
            </a:extLst>
          </p:cNvPr>
          <p:cNvPicPr>
            <a:picLocks noChangeAspect="1"/>
          </p:cNvPicPr>
          <p:nvPr/>
        </p:nvPicPr>
        <p:blipFill>
          <a:blip r:embed="rId3"/>
          <a:stretch>
            <a:fillRect/>
          </a:stretch>
        </p:blipFill>
        <p:spPr>
          <a:xfrm>
            <a:off x="2093167" y="2230017"/>
            <a:ext cx="7315200" cy="3942184"/>
          </a:xfrm>
          <a:prstGeom prst="rect">
            <a:avLst/>
          </a:prstGeom>
        </p:spPr>
      </p:pic>
    </p:spTree>
    <p:extLst>
      <p:ext uri="{BB962C8B-B14F-4D97-AF65-F5344CB8AC3E}">
        <p14:creationId xmlns:p14="http://schemas.microsoft.com/office/powerpoint/2010/main" val="1926960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exceptions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dirty="0"/>
              <a:t>Types of Exceptions</a:t>
            </a:r>
          </a:p>
          <a:p>
            <a:r>
              <a:rPr lang="en-US" dirty="0"/>
              <a:t>	Java defines several types of exceptions that relate to its various class libraries. Java also allows users to define their own exceptions.</a:t>
            </a:r>
          </a:p>
          <a:p>
            <a:endParaRPr lang="en-US" dirty="0"/>
          </a:p>
        </p:txBody>
      </p:sp>
      <p:pic>
        <p:nvPicPr>
          <p:cNvPr id="4" name="Picture 3" descr="A diagram of several examples of exceptions&#10;&#10;Description automatically generated with medium confidence">
            <a:extLst>
              <a:ext uri="{FF2B5EF4-FFF2-40B4-BE49-F238E27FC236}">
                <a16:creationId xmlns:a16="http://schemas.microsoft.com/office/drawing/2014/main" id="{18BFA6B9-B814-16DE-3480-C14731A51C5A}"/>
              </a:ext>
            </a:extLst>
          </p:cNvPr>
          <p:cNvPicPr>
            <a:picLocks noChangeAspect="1"/>
          </p:cNvPicPr>
          <p:nvPr/>
        </p:nvPicPr>
        <p:blipFill>
          <a:blip r:embed="rId3"/>
          <a:stretch>
            <a:fillRect/>
          </a:stretch>
        </p:blipFill>
        <p:spPr>
          <a:xfrm>
            <a:off x="1878564" y="2700889"/>
            <a:ext cx="7315200" cy="3667125"/>
          </a:xfrm>
          <a:prstGeom prst="rect">
            <a:avLst/>
          </a:prstGeom>
        </p:spPr>
      </p:pic>
    </p:spTree>
    <p:extLst>
      <p:ext uri="{BB962C8B-B14F-4D97-AF65-F5344CB8AC3E}">
        <p14:creationId xmlns:p14="http://schemas.microsoft.com/office/powerpoint/2010/main" val="1586955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exceptions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lnSpcReduction="10000"/>
          </a:bodyPr>
          <a:lstStyle/>
          <a:p>
            <a:r>
              <a:rPr lang="en-US" dirty="0"/>
              <a:t>Exceptions can be categorized in two ways:</a:t>
            </a:r>
          </a:p>
          <a:p>
            <a:r>
              <a:rPr lang="en-US" dirty="0"/>
              <a:t> 1. Built-in Exceptions</a:t>
            </a:r>
          </a:p>
          <a:p>
            <a:r>
              <a:rPr lang="en-US" dirty="0"/>
              <a:t>        Checked Exception</a:t>
            </a:r>
          </a:p>
          <a:p>
            <a:r>
              <a:rPr lang="en-US" dirty="0"/>
              <a:t>        Unchecked Exception </a:t>
            </a:r>
          </a:p>
          <a:p>
            <a:r>
              <a:rPr lang="en-US" dirty="0"/>
              <a:t> 2. User-Defined Exceptions</a:t>
            </a:r>
          </a:p>
          <a:p>
            <a:r>
              <a:rPr lang="en-US" dirty="0"/>
              <a:t>1. Built-in Exceptions</a:t>
            </a:r>
          </a:p>
          <a:p>
            <a:r>
              <a:rPr lang="en-US" dirty="0"/>
              <a:t>	Built-in exceptions are the exceptions that are available in Java libraries. These exceptions are suitable to explain certain error situations.</a:t>
            </a:r>
          </a:p>
          <a:p>
            <a:pPr marL="285750" indent="-285750">
              <a:buFont typeface="Arial" panose="020B0604020202020204" pitchFamily="34" charset="0"/>
              <a:buChar char="•"/>
            </a:pPr>
            <a:r>
              <a:rPr lang="en-US" dirty="0"/>
              <a:t> Checked Exceptions: Checked exceptions are called compile-time exceptions because these exceptions are checked at compile-time by the compiler.</a:t>
            </a:r>
          </a:p>
          <a:p>
            <a:pPr marL="285750" indent="-285750">
              <a:buFont typeface="Arial" panose="020B0604020202020204" pitchFamily="34" charset="0"/>
              <a:buChar char="•"/>
            </a:pPr>
            <a:r>
              <a:rPr lang="en-US" dirty="0"/>
              <a:t> Unchecked Exceptions: The unchecked exceptions are just opposite to the checked exceptions. The compiler will not check these exceptions at compile time. In simple words, if a program throws an unchecked exception, and even if we didn’t handle or declare it, the program would not give a compilation error.</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3257498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exceptions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a:bodyPr>
          <a:lstStyle/>
          <a:p>
            <a:r>
              <a:rPr lang="en-US" dirty="0"/>
              <a:t>2. User-Defined Exceptions:</a:t>
            </a:r>
          </a:p>
          <a:p>
            <a:r>
              <a:rPr lang="en-US" dirty="0"/>
              <a:t>	Sometimes, the built-in exceptions in Java are not able to describe a certain situation. In such cases, users can also create exceptions, which are called ‘user-defined Exceptions’. </a:t>
            </a:r>
          </a:p>
          <a:p>
            <a:r>
              <a:rPr lang="en-US" dirty="0"/>
              <a:t>	The advantages of Exception Handling in Java are as follows:</a:t>
            </a:r>
          </a:p>
          <a:p>
            <a:pPr>
              <a:buFont typeface="Arial" panose="020B0604020202020204" pitchFamily="34" charset="0"/>
              <a:buChar char="•"/>
            </a:pPr>
            <a:r>
              <a:rPr lang="en-US" dirty="0"/>
              <a:t>    Provision to Complete Program Execution</a:t>
            </a:r>
          </a:p>
          <a:p>
            <a:pPr>
              <a:buFont typeface="Arial" panose="020B0604020202020204" pitchFamily="34" charset="0"/>
              <a:buChar char="•"/>
            </a:pPr>
            <a:r>
              <a:rPr lang="en-US" dirty="0"/>
              <a:t>    Easy Identification of Program Code and Error-Handling Code</a:t>
            </a:r>
          </a:p>
          <a:p>
            <a:pPr>
              <a:buFont typeface="Arial" panose="020B0604020202020204" pitchFamily="34" charset="0"/>
              <a:buChar char="•"/>
            </a:pPr>
            <a:r>
              <a:rPr lang="en-US" dirty="0"/>
              <a:t>    Propagation of Errors</a:t>
            </a:r>
          </a:p>
          <a:p>
            <a:pPr>
              <a:buFont typeface="Arial" panose="020B0604020202020204" pitchFamily="34" charset="0"/>
              <a:buChar char="•"/>
            </a:pPr>
            <a:r>
              <a:rPr lang="en-US" dirty="0"/>
              <a:t>    Meaningful Error Reporting</a:t>
            </a:r>
          </a:p>
          <a:p>
            <a:pPr>
              <a:buFont typeface="Arial" panose="020B0604020202020204" pitchFamily="34" charset="0"/>
              <a:buChar char="•"/>
            </a:pPr>
            <a:r>
              <a:rPr lang="en-US" dirty="0"/>
              <a:t>    Identifying Error Types</a:t>
            </a:r>
          </a:p>
          <a:p>
            <a:pPr>
              <a:buFont typeface="Arial" panose="020B0604020202020204" pitchFamily="34" charset="0"/>
              <a:buChar char="•"/>
            </a:pPr>
            <a:endParaRPr lang="en-US" dirty="0"/>
          </a:p>
          <a:p>
            <a:pPr>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3687913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Exceptions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a:bodyPr>
          <a:lstStyle/>
          <a:p>
            <a:r>
              <a:rPr lang="en-US" dirty="0"/>
              <a:t>1. </a:t>
            </a:r>
            <a:r>
              <a:rPr lang="en-US" dirty="0" err="1"/>
              <a:t>printStackTrace</a:t>
            </a:r>
            <a:r>
              <a:rPr lang="en-US" dirty="0"/>
              <a:t>()</a:t>
            </a:r>
          </a:p>
          <a:p>
            <a:r>
              <a:rPr lang="en-US" dirty="0"/>
              <a:t>	This method prints exception information in the format of the Name of the exception: description of the exception, stack trace.</a:t>
            </a:r>
          </a:p>
          <a:p>
            <a:r>
              <a:rPr lang="en-US" dirty="0"/>
              <a:t>2. </a:t>
            </a:r>
            <a:r>
              <a:rPr lang="en-US" dirty="0" err="1"/>
              <a:t>toString</a:t>
            </a:r>
            <a:r>
              <a:rPr lang="en-US" dirty="0"/>
              <a:t>() </a:t>
            </a:r>
          </a:p>
          <a:p>
            <a:r>
              <a:rPr lang="en-US" dirty="0"/>
              <a:t>	The </a:t>
            </a:r>
            <a:r>
              <a:rPr lang="en-US" dirty="0" err="1"/>
              <a:t>toString</a:t>
            </a:r>
            <a:r>
              <a:rPr lang="en-US" dirty="0"/>
              <a:t>() method prints exception information in the format of the Name of the exception: description of the exception.</a:t>
            </a:r>
          </a:p>
          <a:p>
            <a:r>
              <a:rPr lang="en-US" dirty="0"/>
              <a:t>3. </a:t>
            </a:r>
            <a:r>
              <a:rPr lang="en-US" dirty="0" err="1"/>
              <a:t>getMessage</a:t>
            </a:r>
            <a:r>
              <a:rPr lang="en-US" dirty="0"/>
              <a:t>() </a:t>
            </a:r>
          </a:p>
          <a:p>
            <a:r>
              <a:rPr lang="en-US" dirty="0"/>
              <a:t>	The </a:t>
            </a:r>
            <a:r>
              <a:rPr lang="en-US" dirty="0" err="1"/>
              <a:t>getMessage</a:t>
            </a:r>
            <a:r>
              <a:rPr lang="en-US" dirty="0"/>
              <a:t>() method prints only the description of the exception.</a:t>
            </a:r>
          </a:p>
          <a:p>
            <a:endParaRPr lang="en-US" dirty="0"/>
          </a:p>
        </p:txBody>
      </p:sp>
    </p:spTree>
    <p:extLst>
      <p:ext uri="{BB962C8B-B14F-4D97-AF65-F5344CB8AC3E}">
        <p14:creationId xmlns:p14="http://schemas.microsoft.com/office/powerpoint/2010/main" val="1152722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Exceptions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lnSpcReduction="10000"/>
          </a:bodyPr>
          <a:lstStyle/>
          <a:p>
            <a:r>
              <a:rPr lang="en-US" dirty="0"/>
              <a:t>How Programmer Handle an Exception?</a:t>
            </a:r>
          </a:p>
          <a:p>
            <a:r>
              <a:rPr lang="en-US" dirty="0"/>
              <a:t>	Customized Exception Handling: Java exception handling is managed via five keywords: </a:t>
            </a:r>
            <a:r>
              <a:rPr lang="en-US" b="1" dirty="0"/>
              <a:t>try, catch, throw, throws, and finally</a:t>
            </a:r>
            <a:r>
              <a:rPr lang="en-US" dirty="0"/>
              <a:t>. Briefly, here is how they work. Program statements that you think can raise exceptions are contained within a try block. If an exception occurs within the try block, it is thrown. Your code can catch this exception (using catch block) and handle it in some rational manner. System-generated exceptions are automatically thrown by the Java run-time system. To manually throw an exception, use the keyword throw. Any exception that is thrown out of a method must be specified as such by a throws clause. Any code that absolutely must be executed after a try block completes is put in a finally block.</a:t>
            </a:r>
          </a:p>
          <a:p>
            <a:r>
              <a:rPr lang="en-US" dirty="0"/>
              <a:t>try {</a:t>
            </a:r>
          </a:p>
          <a:p>
            <a:r>
              <a:rPr lang="en-US" dirty="0"/>
              <a:t>  //  Block of code to try</a:t>
            </a:r>
          </a:p>
          <a:p>
            <a:r>
              <a:rPr lang="en-US" dirty="0"/>
              <a:t>}</a:t>
            </a:r>
          </a:p>
          <a:p>
            <a:r>
              <a:rPr lang="en-US" dirty="0"/>
              <a:t>catch(Exception e) {</a:t>
            </a:r>
          </a:p>
          <a:p>
            <a:r>
              <a:rPr lang="en-US" dirty="0"/>
              <a:t>  //  Block of code to handle errors</a:t>
            </a:r>
          </a:p>
          <a:p>
            <a:r>
              <a:rPr lang="en-US" dirty="0"/>
              <a:t>}</a:t>
            </a:r>
          </a:p>
        </p:txBody>
      </p:sp>
    </p:spTree>
    <p:extLst>
      <p:ext uri="{BB962C8B-B14F-4D97-AF65-F5344CB8AC3E}">
        <p14:creationId xmlns:p14="http://schemas.microsoft.com/office/powerpoint/2010/main" val="3058476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Exceptions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a:bodyPr>
          <a:lstStyle/>
          <a:p>
            <a:r>
              <a:rPr lang="en-US" b="1" dirty="0"/>
              <a:t>Finally</a:t>
            </a:r>
          </a:p>
          <a:p>
            <a:r>
              <a:rPr lang="en-US" dirty="0"/>
              <a:t>	The finally statement lets you execute code, after try...catch, regardless of the result:</a:t>
            </a:r>
          </a:p>
          <a:p>
            <a:r>
              <a:rPr lang="en-US" b="1" dirty="0"/>
              <a:t>The throw keyword</a:t>
            </a:r>
          </a:p>
          <a:p>
            <a:r>
              <a:rPr lang="en-US" dirty="0"/>
              <a:t>	The throw statement allows you to create a custom error.</a:t>
            </a:r>
          </a:p>
          <a:p>
            <a:r>
              <a:rPr lang="en-US" dirty="0"/>
              <a:t>	The throw statement is used together with an exception type. There are many exception types available in Java: </a:t>
            </a:r>
            <a:r>
              <a:rPr lang="en-US" dirty="0" err="1"/>
              <a:t>ArithmeticException</a:t>
            </a:r>
            <a:r>
              <a:rPr lang="en-US" dirty="0"/>
              <a:t>, </a:t>
            </a:r>
            <a:r>
              <a:rPr lang="en-US" dirty="0" err="1"/>
              <a:t>FileNotFoundException</a:t>
            </a:r>
            <a:r>
              <a:rPr lang="en-US" dirty="0"/>
              <a:t>, </a:t>
            </a:r>
            <a:r>
              <a:rPr lang="en-US" dirty="0" err="1"/>
              <a:t>ArrayIndexOutOfBoundsException</a:t>
            </a:r>
            <a:r>
              <a:rPr lang="en-US" dirty="0"/>
              <a:t>, </a:t>
            </a:r>
            <a:r>
              <a:rPr lang="en-US" dirty="0" err="1"/>
              <a:t>SecurityException</a:t>
            </a:r>
            <a:r>
              <a:rPr lang="en-US" dirty="0"/>
              <a:t>, </a:t>
            </a:r>
            <a:r>
              <a:rPr lang="en-US" dirty="0" err="1"/>
              <a:t>etc</a:t>
            </a:r>
            <a:r>
              <a:rPr lang="en-US" dirty="0"/>
              <a:t>:</a:t>
            </a:r>
          </a:p>
          <a:p>
            <a:r>
              <a:rPr lang="en-US" dirty="0"/>
              <a:t>	</a:t>
            </a:r>
          </a:p>
          <a:p>
            <a:r>
              <a:rPr lang="en-US" dirty="0"/>
              <a:t>	if(name!=null){</a:t>
            </a:r>
          </a:p>
          <a:p>
            <a:r>
              <a:rPr lang="en-US" dirty="0"/>
              <a:t>		throw new Exception();</a:t>
            </a:r>
          </a:p>
          <a:p>
            <a:r>
              <a:rPr lang="en-US" dirty="0"/>
              <a:t>	}</a:t>
            </a:r>
          </a:p>
        </p:txBody>
      </p:sp>
    </p:spTree>
    <p:extLst>
      <p:ext uri="{BB962C8B-B14F-4D97-AF65-F5344CB8AC3E}">
        <p14:creationId xmlns:p14="http://schemas.microsoft.com/office/powerpoint/2010/main" val="2449847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Exceptions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a:bodyPr>
          <a:lstStyle/>
          <a:p>
            <a:r>
              <a:rPr lang="en-US" dirty="0"/>
              <a:t>Java throws</a:t>
            </a:r>
          </a:p>
          <a:p>
            <a:r>
              <a:rPr lang="en-US" dirty="0"/>
              <a:t>	throws is a keyword in Java that is used in the signature of a method to indicate that this method might throw one of the listed type exceptions. The caller to these methods must handle the exception using a try-catch block. </a:t>
            </a:r>
          </a:p>
          <a:p>
            <a:r>
              <a:rPr lang="en-US" dirty="0"/>
              <a:t>In a program, if there is a chance of raising an exception then the compiler always warns us about it and compulsorily, we should handle that checked exception, Otherwise, we will get compile time error saying unreported exception XXX must be caught or declared to be thrown. To prevent this compile time error we can handle the exception in two ways: </a:t>
            </a:r>
          </a:p>
          <a:p>
            <a:endParaRPr lang="en-US" dirty="0"/>
          </a:p>
          <a:p>
            <a:r>
              <a:rPr lang="en-US" dirty="0"/>
              <a:t>    By using try catch</a:t>
            </a:r>
          </a:p>
          <a:p>
            <a:r>
              <a:rPr lang="en-US" dirty="0"/>
              <a:t>    By using the throws keyword</a:t>
            </a:r>
          </a:p>
          <a:p>
            <a:endParaRPr lang="en-US" dirty="0"/>
          </a:p>
        </p:txBody>
      </p:sp>
    </p:spTree>
    <p:extLst>
      <p:ext uri="{BB962C8B-B14F-4D97-AF65-F5344CB8AC3E}">
        <p14:creationId xmlns:p14="http://schemas.microsoft.com/office/powerpoint/2010/main" val="360960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Exceptions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fontScale="85000" lnSpcReduction="10000"/>
          </a:bodyPr>
          <a:lstStyle/>
          <a:p>
            <a:r>
              <a:rPr lang="en-US" dirty="0"/>
              <a:t>Java provides us the facility to create our own exceptions which are basically derived classes of Exception. Creating our own Exception is known as a custom exception or user-defined exception. Basically, Java custom exceptions are used to customize the exception according to user needs. In simple words, we can say that a User-Defined Exception or custom exception is creating your own exception class and throwing that exception using the ‘throw’ keyword.</a:t>
            </a:r>
          </a:p>
          <a:p>
            <a:r>
              <a:rPr lang="en-US" dirty="0"/>
              <a:t>	For example, </a:t>
            </a:r>
            <a:r>
              <a:rPr lang="en-US" dirty="0" err="1"/>
              <a:t>MyException</a:t>
            </a:r>
            <a:r>
              <a:rPr lang="en-US" dirty="0"/>
              <a:t> in the below code extends the Exception class. </a:t>
            </a:r>
          </a:p>
          <a:p>
            <a:r>
              <a:rPr lang="en-US" dirty="0"/>
              <a:t>Why use custom exceptions?</a:t>
            </a:r>
          </a:p>
          <a:p>
            <a:r>
              <a:rPr lang="en-US" dirty="0"/>
              <a:t>	Java exceptions cover almost all the general types of exceptions that may occur in the programming. However, we sometimes need to create custom exceptions.</a:t>
            </a:r>
          </a:p>
          <a:p>
            <a:r>
              <a:rPr lang="en-US" dirty="0"/>
              <a:t>Following are a few of the reasons to use custom exceptions:</a:t>
            </a:r>
          </a:p>
          <a:p>
            <a:r>
              <a:rPr lang="en-US" dirty="0"/>
              <a:t>    To catch and provide specific treatment to a subset of existing Java exceptions.</a:t>
            </a:r>
          </a:p>
          <a:p>
            <a:r>
              <a:rPr lang="en-US" dirty="0"/>
              <a:t>    Business logic exceptions: These are the exceptions related to business logic and workflow. It is useful for the application users or the developers to understand the exact problem.</a:t>
            </a:r>
          </a:p>
          <a:p>
            <a:r>
              <a:rPr lang="en-US" dirty="0"/>
              <a:t>	</a:t>
            </a:r>
          </a:p>
          <a:p>
            <a:r>
              <a:rPr lang="en-US" dirty="0"/>
              <a:t>	In order to create a custom exception, we need to extend the Exception class that belongs to </a:t>
            </a:r>
            <a:r>
              <a:rPr lang="en-US" dirty="0" err="1"/>
              <a:t>java.lang</a:t>
            </a:r>
            <a:r>
              <a:rPr lang="en-US" dirty="0"/>
              <a:t> package.</a:t>
            </a:r>
          </a:p>
          <a:p>
            <a:r>
              <a:rPr lang="en-US" dirty="0"/>
              <a:t>Example: We pass the string to the constructor of the superclass- Exception which is obtained using the “</a:t>
            </a:r>
            <a:r>
              <a:rPr lang="en-US" dirty="0" err="1"/>
              <a:t>getMessage</a:t>
            </a:r>
            <a:r>
              <a:rPr lang="en-US" dirty="0"/>
              <a:t>()” function on the object created.</a:t>
            </a:r>
          </a:p>
        </p:txBody>
      </p:sp>
    </p:spTree>
    <p:extLst>
      <p:ext uri="{BB962C8B-B14F-4D97-AF65-F5344CB8AC3E}">
        <p14:creationId xmlns:p14="http://schemas.microsoft.com/office/powerpoint/2010/main" val="3616414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Exceptions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a:bodyPr>
          <a:lstStyle/>
          <a:p>
            <a:r>
              <a:rPr lang="en-US" dirty="0"/>
              <a:t>class </a:t>
            </a:r>
            <a:r>
              <a:rPr lang="en-US" dirty="0" err="1"/>
              <a:t>MyException</a:t>
            </a:r>
            <a:r>
              <a:rPr lang="en-US" dirty="0"/>
              <a:t> extends Exception {</a:t>
            </a:r>
          </a:p>
          <a:p>
            <a:r>
              <a:rPr lang="en-US" dirty="0"/>
              <a:t>    public </a:t>
            </a:r>
            <a:r>
              <a:rPr lang="en-US" dirty="0" err="1"/>
              <a:t>MyException</a:t>
            </a:r>
            <a:r>
              <a:rPr lang="en-US" dirty="0"/>
              <a:t>(String s)</a:t>
            </a:r>
          </a:p>
          <a:p>
            <a:r>
              <a:rPr lang="en-US" dirty="0"/>
              <a:t>    {</a:t>
            </a:r>
          </a:p>
          <a:p>
            <a:r>
              <a:rPr lang="en-US" dirty="0"/>
              <a:t>        // Call constructor of parent Exception</a:t>
            </a:r>
          </a:p>
          <a:p>
            <a:r>
              <a:rPr lang="en-US" dirty="0"/>
              <a:t>        super(s);</a:t>
            </a:r>
          </a:p>
          <a:p>
            <a:r>
              <a:rPr lang="en-US" dirty="0"/>
              <a:t>    }</a:t>
            </a:r>
          </a:p>
          <a:p>
            <a:r>
              <a:rPr lang="en-US" dirty="0"/>
              <a:t>}</a:t>
            </a:r>
          </a:p>
        </p:txBody>
      </p:sp>
    </p:spTree>
    <p:extLst>
      <p:ext uri="{BB962C8B-B14F-4D97-AF65-F5344CB8AC3E}">
        <p14:creationId xmlns:p14="http://schemas.microsoft.com/office/powerpoint/2010/main" val="1034342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File IO</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1965960"/>
            <a:ext cx="10701309" cy="4402054"/>
          </a:xfrm>
        </p:spPr>
        <p:txBody>
          <a:bodyPr>
            <a:normAutofit/>
          </a:bodyPr>
          <a:lstStyle/>
          <a:p>
            <a:r>
              <a:rPr lang="en-US" dirty="0"/>
              <a:t>Java I/O (Input and Output) is used to process the </a:t>
            </a:r>
            <a:r>
              <a:rPr lang="en-US" b="1" dirty="0"/>
              <a:t>input</a:t>
            </a:r>
            <a:r>
              <a:rPr lang="en-US" dirty="0"/>
              <a:t> and produce the </a:t>
            </a:r>
            <a:r>
              <a:rPr lang="en-US" b="1" dirty="0"/>
              <a:t>output</a:t>
            </a:r>
            <a:r>
              <a:rPr lang="en-US" dirty="0"/>
              <a:t>.</a:t>
            </a:r>
          </a:p>
          <a:p>
            <a:r>
              <a:rPr lang="en-US" dirty="0"/>
              <a:t>Java uses the concept of a </a:t>
            </a:r>
            <a:r>
              <a:rPr lang="en-US" b="1" dirty="0"/>
              <a:t>stream</a:t>
            </a:r>
            <a:r>
              <a:rPr lang="en-US" dirty="0"/>
              <a:t> to make I/O operation fast. The java.io package contains all the classes required for input and output operations.</a:t>
            </a:r>
          </a:p>
          <a:p>
            <a:r>
              <a:rPr lang="en-US" dirty="0"/>
              <a:t>We can perform file handling in Java by Java I/O API.</a:t>
            </a:r>
          </a:p>
          <a:p>
            <a:endParaRPr lang="en-US" dirty="0"/>
          </a:p>
        </p:txBody>
      </p:sp>
      <p:pic>
        <p:nvPicPr>
          <p:cNvPr id="4" name="Picture 3" descr="A black background with text and numbers&#10;&#10;Description automatically generated with medium confidence">
            <a:extLst>
              <a:ext uri="{FF2B5EF4-FFF2-40B4-BE49-F238E27FC236}">
                <a16:creationId xmlns:a16="http://schemas.microsoft.com/office/drawing/2014/main" id="{F76BAF60-83C4-990F-93CE-5A0B0F981D09}"/>
              </a:ext>
            </a:extLst>
          </p:cNvPr>
          <p:cNvPicPr>
            <a:picLocks noChangeAspect="1"/>
          </p:cNvPicPr>
          <p:nvPr/>
        </p:nvPicPr>
        <p:blipFill>
          <a:blip r:embed="rId3"/>
          <a:stretch>
            <a:fillRect/>
          </a:stretch>
        </p:blipFill>
        <p:spPr>
          <a:xfrm>
            <a:off x="1717221" y="3958189"/>
            <a:ext cx="7581900" cy="2409825"/>
          </a:xfrm>
          <a:prstGeom prst="rect">
            <a:avLst/>
          </a:prstGeom>
        </p:spPr>
      </p:pic>
    </p:spTree>
    <p:extLst>
      <p:ext uri="{BB962C8B-B14F-4D97-AF65-F5344CB8AC3E}">
        <p14:creationId xmlns:p14="http://schemas.microsoft.com/office/powerpoint/2010/main" val="1767943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049694"/>
          </a:xfrm>
        </p:spPr>
        <p:txBody>
          <a:bodyPr anchor="b">
            <a:normAutofit/>
          </a:bodyPr>
          <a:lstStyle/>
          <a:p>
            <a:r>
              <a:rPr lang="en-US" dirty="0"/>
              <a:t>File IO</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1828800"/>
            <a:ext cx="10701309" cy="4539214"/>
          </a:xfrm>
        </p:spPr>
        <p:txBody>
          <a:bodyPr>
            <a:normAutofit fontScale="85000" lnSpcReduction="20000"/>
          </a:bodyPr>
          <a:lstStyle/>
          <a:p>
            <a:r>
              <a:rPr lang="en-US" dirty="0"/>
              <a:t>File handling is an important part of any application.</a:t>
            </a:r>
          </a:p>
          <a:p>
            <a:r>
              <a:rPr lang="en-US" dirty="0"/>
              <a:t>	Java has several methods for creating, reading, updating, and deleting files.</a:t>
            </a:r>
          </a:p>
          <a:p>
            <a:r>
              <a:rPr lang="en-US" dirty="0"/>
              <a:t>Java File Handling</a:t>
            </a:r>
          </a:p>
          <a:p>
            <a:r>
              <a:rPr lang="en-US" dirty="0"/>
              <a:t>	The File class from the java.io package, allows us to work with files.</a:t>
            </a:r>
          </a:p>
          <a:p>
            <a:r>
              <a:rPr lang="en-US" dirty="0"/>
              <a:t>	To use the File class, create an object of the class, and specify the filename or directory name: </a:t>
            </a:r>
          </a:p>
          <a:p>
            <a:r>
              <a:rPr lang="en-US" dirty="0"/>
              <a:t>	</a:t>
            </a:r>
          </a:p>
          <a:p>
            <a:r>
              <a:rPr lang="en-US" dirty="0"/>
              <a:t>	 try {</a:t>
            </a:r>
          </a:p>
          <a:p>
            <a:r>
              <a:rPr lang="en-US" dirty="0"/>
              <a:t>      File </a:t>
            </a:r>
            <a:r>
              <a:rPr lang="en-US" dirty="0" err="1"/>
              <a:t>myObj</a:t>
            </a:r>
            <a:r>
              <a:rPr lang="en-US" dirty="0"/>
              <a:t> = new File("filename.txt");</a:t>
            </a:r>
          </a:p>
          <a:p>
            <a:r>
              <a:rPr lang="en-US" dirty="0"/>
              <a:t>      if (</a:t>
            </a:r>
            <a:r>
              <a:rPr lang="en-US" dirty="0" err="1"/>
              <a:t>myObj.createNewFile</a:t>
            </a:r>
            <a:r>
              <a:rPr lang="en-US" dirty="0"/>
              <a:t>()) {</a:t>
            </a:r>
          </a:p>
          <a:p>
            <a:r>
              <a:rPr lang="en-US" dirty="0"/>
              <a:t>        </a:t>
            </a:r>
            <a:r>
              <a:rPr lang="en-US" dirty="0" err="1"/>
              <a:t>System.out.println</a:t>
            </a:r>
            <a:r>
              <a:rPr lang="en-US" dirty="0"/>
              <a:t>("File created: " + </a:t>
            </a:r>
            <a:r>
              <a:rPr lang="en-US" dirty="0" err="1"/>
              <a:t>myObj.getName</a:t>
            </a:r>
            <a:r>
              <a:rPr lang="en-US" dirty="0"/>
              <a:t>());</a:t>
            </a:r>
          </a:p>
          <a:p>
            <a:r>
              <a:rPr lang="en-US" dirty="0"/>
              <a:t>      } else {</a:t>
            </a:r>
          </a:p>
          <a:p>
            <a:r>
              <a:rPr lang="en-US" dirty="0"/>
              <a:t>        </a:t>
            </a:r>
            <a:r>
              <a:rPr lang="en-US" dirty="0" err="1"/>
              <a:t>System.out.println</a:t>
            </a:r>
            <a:r>
              <a:rPr lang="en-US" dirty="0"/>
              <a:t>("File already exists.");</a:t>
            </a:r>
          </a:p>
          <a:p>
            <a:r>
              <a:rPr lang="en-US" dirty="0"/>
              <a:t>      }</a:t>
            </a:r>
          </a:p>
          <a:p>
            <a:r>
              <a:rPr lang="en-US" dirty="0"/>
              <a:t>    } catch (</a:t>
            </a:r>
            <a:r>
              <a:rPr lang="en-US" dirty="0" err="1"/>
              <a:t>IOException</a:t>
            </a:r>
            <a:r>
              <a:rPr lang="en-US" dirty="0"/>
              <a:t> e) {</a:t>
            </a:r>
          </a:p>
          <a:p>
            <a:r>
              <a:rPr lang="en-US" dirty="0"/>
              <a:t>      </a:t>
            </a:r>
            <a:r>
              <a:rPr lang="en-US" dirty="0" err="1"/>
              <a:t>System.out.println</a:t>
            </a:r>
            <a:r>
              <a:rPr lang="en-US" dirty="0"/>
              <a:t>("An error occurred.");</a:t>
            </a:r>
          </a:p>
          <a:p>
            <a:r>
              <a:rPr lang="en-US" dirty="0"/>
              <a:t>      </a:t>
            </a:r>
            <a:r>
              <a:rPr lang="en-US" dirty="0" err="1"/>
              <a:t>e.printStackTrace</a:t>
            </a:r>
            <a:r>
              <a:rPr lang="en-US" dirty="0"/>
              <a:t>();</a:t>
            </a:r>
          </a:p>
          <a:p>
            <a:endParaRPr lang="en-US" dirty="0"/>
          </a:p>
        </p:txBody>
      </p:sp>
    </p:spTree>
    <p:extLst>
      <p:ext uri="{BB962C8B-B14F-4D97-AF65-F5344CB8AC3E}">
        <p14:creationId xmlns:p14="http://schemas.microsoft.com/office/powerpoint/2010/main" val="4150487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File IO</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1965960"/>
            <a:ext cx="10701309" cy="4402054"/>
          </a:xfrm>
        </p:spPr>
        <p:txBody>
          <a:bodyPr>
            <a:normAutofit/>
          </a:bodyPr>
          <a:lstStyle/>
          <a:p>
            <a:r>
              <a:rPr lang="en-US" dirty="0" err="1"/>
              <a:t>OutputStream</a:t>
            </a:r>
            <a:r>
              <a:rPr lang="en-US" dirty="0"/>
              <a:t> class</a:t>
            </a:r>
          </a:p>
          <a:p>
            <a:r>
              <a:rPr lang="en-US" dirty="0"/>
              <a:t>	</a:t>
            </a:r>
            <a:r>
              <a:rPr lang="en-US" dirty="0" err="1"/>
              <a:t>OutputStream</a:t>
            </a:r>
            <a:r>
              <a:rPr lang="en-US" dirty="0"/>
              <a:t> class is an abstract class. It is the superclass of all classes representing an output stream of bytes. An output stream accepts output bytes and sends them to file </a:t>
            </a:r>
          </a:p>
          <a:p>
            <a:endParaRPr lang="en-US" dirty="0"/>
          </a:p>
          <a:p>
            <a:endParaRPr lang="en-US" dirty="0"/>
          </a:p>
        </p:txBody>
      </p:sp>
      <p:graphicFrame>
        <p:nvGraphicFramePr>
          <p:cNvPr id="6" name="Table 5">
            <a:extLst>
              <a:ext uri="{FF2B5EF4-FFF2-40B4-BE49-F238E27FC236}">
                <a16:creationId xmlns:a16="http://schemas.microsoft.com/office/drawing/2014/main" id="{77711FA8-34DA-0FEC-0525-7006AF38477B}"/>
              </a:ext>
            </a:extLst>
          </p:cNvPr>
          <p:cNvGraphicFramePr>
            <a:graphicFrameLocks noGrp="1"/>
          </p:cNvGraphicFramePr>
          <p:nvPr>
            <p:extLst>
              <p:ext uri="{D42A27DB-BD31-4B8C-83A1-F6EECF244321}">
                <p14:modId xmlns:p14="http://schemas.microsoft.com/office/powerpoint/2010/main" val="2329887759"/>
              </p:ext>
            </p:extLst>
          </p:nvPr>
        </p:nvGraphicFramePr>
        <p:xfrm>
          <a:off x="1435100" y="3286242"/>
          <a:ext cx="9918700" cy="2377440"/>
        </p:xfrm>
        <a:graphic>
          <a:graphicData uri="http://schemas.openxmlformats.org/drawingml/2006/table">
            <a:tbl>
              <a:tblPr/>
              <a:tblGrid>
                <a:gridCol w="4959350">
                  <a:extLst>
                    <a:ext uri="{9D8B030D-6E8A-4147-A177-3AD203B41FA5}">
                      <a16:colId xmlns:a16="http://schemas.microsoft.com/office/drawing/2014/main" val="503779329"/>
                    </a:ext>
                  </a:extLst>
                </a:gridCol>
                <a:gridCol w="4959350">
                  <a:extLst>
                    <a:ext uri="{9D8B030D-6E8A-4147-A177-3AD203B41FA5}">
                      <a16:colId xmlns:a16="http://schemas.microsoft.com/office/drawing/2014/main" val="169248843"/>
                    </a:ext>
                  </a:extLst>
                </a:gridCol>
              </a:tblGrid>
              <a:tr h="355999">
                <a:tc>
                  <a:txBody>
                    <a:bodyPr/>
                    <a:lstStyle/>
                    <a:p>
                      <a:r>
                        <a:rPr lang="en-US" dirty="0"/>
                        <a:t>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7007296"/>
                  </a:ext>
                </a:extLst>
              </a:tr>
              <a:tr h="622998">
                <a:tc>
                  <a:txBody>
                    <a:bodyPr/>
                    <a:lstStyle/>
                    <a:p>
                      <a:r>
                        <a:rPr lang="en-US" dirty="0"/>
                        <a:t>1) public void write(int)throws </a:t>
                      </a:r>
                      <a:r>
                        <a:rPr lang="en-US" dirty="0" err="1"/>
                        <a:t>IOException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is used to write a byte to the current output stream.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0627595"/>
                  </a:ext>
                </a:extLst>
              </a:tr>
              <a:tr h="622998">
                <a:tc>
                  <a:txBody>
                    <a:bodyPr/>
                    <a:lstStyle/>
                    <a:p>
                      <a:r>
                        <a:rPr lang="en-US" dirty="0"/>
                        <a:t>2) public void write(byte[])throws </a:t>
                      </a:r>
                      <a:r>
                        <a:rPr lang="en-US" dirty="0" err="1"/>
                        <a:t>IOException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is used to write an array of byte to the current output stream.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1181327"/>
                  </a:ext>
                </a:extLst>
              </a:tr>
              <a:tr h="355999">
                <a:tc>
                  <a:txBody>
                    <a:bodyPr/>
                    <a:lstStyle/>
                    <a:p>
                      <a:r>
                        <a:rPr lang="en-US" dirty="0"/>
                        <a:t>3) public void flush()throws </a:t>
                      </a:r>
                      <a:r>
                        <a:rPr lang="en-US" dirty="0" err="1"/>
                        <a:t>IOException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flushes the current output stream.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1548748"/>
                  </a:ext>
                </a:extLst>
              </a:tr>
              <a:tr h="355999">
                <a:tc>
                  <a:txBody>
                    <a:bodyPr/>
                    <a:lstStyle/>
                    <a:p>
                      <a:r>
                        <a:rPr lang="en-US"/>
                        <a:t>4) public void close()throws IOException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is used to close the current output stream.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8988116"/>
                  </a:ext>
                </a:extLst>
              </a:tr>
            </a:tbl>
          </a:graphicData>
        </a:graphic>
      </p:graphicFrame>
    </p:spTree>
    <p:extLst>
      <p:ext uri="{BB962C8B-B14F-4D97-AF65-F5344CB8AC3E}">
        <p14:creationId xmlns:p14="http://schemas.microsoft.com/office/powerpoint/2010/main" val="2000667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File IO</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1965960"/>
            <a:ext cx="10701309" cy="4402054"/>
          </a:xfrm>
        </p:spPr>
        <p:txBody>
          <a:bodyPr>
            <a:normAutofit lnSpcReduction="10000"/>
          </a:bodyPr>
          <a:lstStyle/>
          <a:p>
            <a:r>
              <a:rPr lang="en-US" b="1" dirty="0" err="1"/>
              <a:t>OutputStream</a:t>
            </a:r>
            <a:endParaRPr lang="en-US" b="1" dirty="0"/>
          </a:p>
          <a:p>
            <a:r>
              <a:rPr lang="en-US" dirty="0"/>
              <a:t>	Java application uses an output stream to write data to a destination; it may be a file, an array, peripheral device or socket.</a:t>
            </a:r>
          </a:p>
          <a:p>
            <a:r>
              <a:rPr lang="en-US" b="1" dirty="0" err="1"/>
              <a:t>InputStream</a:t>
            </a:r>
            <a:endParaRPr lang="en-US" b="1" dirty="0"/>
          </a:p>
          <a:p>
            <a:r>
              <a:rPr lang="en-US" dirty="0"/>
              <a:t>	Java application uses an input stream to read data from a source; it may be a file, an array, peripheral device or socket.</a:t>
            </a:r>
          </a:p>
          <a:p>
            <a:endParaRPr lang="en-US" dirty="0"/>
          </a:p>
          <a:p>
            <a:r>
              <a:rPr lang="en-US" b="1" dirty="0" err="1"/>
              <a:t>FileOutputStream</a:t>
            </a:r>
            <a:r>
              <a:rPr lang="en-US" dirty="0"/>
              <a:t> </a:t>
            </a:r>
            <a:r>
              <a:rPr lang="en-US" dirty="0" err="1"/>
              <a:t>fout</a:t>
            </a:r>
            <a:r>
              <a:rPr lang="en-US" dirty="0"/>
              <a:t>=new </a:t>
            </a:r>
            <a:r>
              <a:rPr lang="en-US" dirty="0" err="1"/>
              <a:t>FileOutputStream</a:t>
            </a:r>
            <a:r>
              <a:rPr lang="en-US" dirty="0"/>
              <a:t>("D:\\testout.txt");    </a:t>
            </a:r>
          </a:p>
          <a:p>
            <a:r>
              <a:rPr lang="en-US" dirty="0"/>
              <a:t>             String s="Welcome.";    </a:t>
            </a:r>
          </a:p>
          <a:p>
            <a:r>
              <a:rPr lang="en-US" dirty="0"/>
              <a:t>             byte b[]=</a:t>
            </a:r>
            <a:r>
              <a:rPr lang="en-US" dirty="0" err="1"/>
              <a:t>s.getBytes</a:t>
            </a:r>
            <a:r>
              <a:rPr lang="en-US" dirty="0"/>
              <a:t>();//converting string into byte array    </a:t>
            </a:r>
          </a:p>
          <a:p>
            <a:r>
              <a:rPr lang="en-US" dirty="0"/>
              <a:t>             </a:t>
            </a:r>
            <a:r>
              <a:rPr lang="en-US" dirty="0" err="1"/>
              <a:t>fout.write</a:t>
            </a:r>
            <a:r>
              <a:rPr lang="en-US" dirty="0"/>
              <a:t>(b);    </a:t>
            </a:r>
          </a:p>
          <a:p>
            <a:r>
              <a:rPr lang="en-US" dirty="0"/>
              <a:t>             </a:t>
            </a:r>
            <a:r>
              <a:rPr lang="en-US" dirty="0" err="1"/>
              <a:t>fout.close</a:t>
            </a:r>
            <a:r>
              <a:rPr lang="en-US" dirty="0"/>
              <a:t>();    </a:t>
            </a:r>
          </a:p>
          <a:p>
            <a:r>
              <a:rPr lang="en-US" dirty="0"/>
              <a:t>             </a:t>
            </a:r>
            <a:r>
              <a:rPr lang="en-US" dirty="0" err="1"/>
              <a:t>System.out.println</a:t>
            </a:r>
            <a:r>
              <a:rPr lang="en-US" dirty="0"/>
              <a:t>("success..."); </a:t>
            </a:r>
          </a:p>
        </p:txBody>
      </p:sp>
    </p:spTree>
    <p:extLst>
      <p:ext uri="{BB962C8B-B14F-4D97-AF65-F5344CB8AC3E}">
        <p14:creationId xmlns:p14="http://schemas.microsoft.com/office/powerpoint/2010/main" val="1479610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File IO</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1965960"/>
            <a:ext cx="10701309" cy="4402054"/>
          </a:xfrm>
        </p:spPr>
        <p:txBody>
          <a:bodyPr>
            <a:normAutofit/>
          </a:bodyPr>
          <a:lstStyle/>
          <a:p>
            <a:r>
              <a:rPr lang="en-US" dirty="0" err="1"/>
              <a:t>InputStream</a:t>
            </a:r>
            <a:r>
              <a:rPr lang="en-US" dirty="0"/>
              <a:t> class</a:t>
            </a:r>
          </a:p>
          <a:p>
            <a:r>
              <a:rPr lang="en-US" dirty="0"/>
              <a:t>	</a:t>
            </a:r>
            <a:r>
              <a:rPr lang="en-US" dirty="0" err="1"/>
              <a:t>InputStream</a:t>
            </a:r>
            <a:r>
              <a:rPr lang="en-US" dirty="0"/>
              <a:t> class is an abstract class. It is the superclass of all classes representing an input stream of bytes.</a:t>
            </a:r>
          </a:p>
          <a:p>
            <a:endParaRPr lang="en-US" dirty="0"/>
          </a:p>
          <a:p>
            <a:endParaRPr lang="en-US" dirty="0"/>
          </a:p>
        </p:txBody>
      </p:sp>
      <p:graphicFrame>
        <p:nvGraphicFramePr>
          <p:cNvPr id="2" name="Table 1">
            <a:extLst>
              <a:ext uri="{FF2B5EF4-FFF2-40B4-BE49-F238E27FC236}">
                <a16:creationId xmlns:a16="http://schemas.microsoft.com/office/drawing/2014/main" id="{6FD1A88E-DA2B-F906-30F2-5D824619CD77}"/>
              </a:ext>
            </a:extLst>
          </p:cNvPr>
          <p:cNvGraphicFramePr>
            <a:graphicFrameLocks noGrp="1"/>
          </p:cNvGraphicFramePr>
          <p:nvPr>
            <p:extLst>
              <p:ext uri="{D42A27DB-BD31-4B8C-83A1-F6EECF244321}">
                <p14:modId xmlns:p14="http://schemas.microsoft.com/office/powerpoint/2010/main" val="1117649655"/>
              </p:ext>
            </p:extLst>
          </p:nvPr>
        </p:nvGraphicFramePr>
        <p:xfrm>
          <a:off x="1362269" y="3489648"/>
          <a:ext cx="9991532" cy="2286000"/>
        </p:xfrm>
        <a:graphic>
          <a:graphicData uri="http://schemas.openxmlformats.org/drawingml/2006/table">
            <a:tbl>
              <a:tblPr/>
              <a:tblGrid>
                <a:gridCol w="4995766">
                  <a:extLst>
                    <a:ext uri="{9D8B030D-6E8A-4147-A177-3AD203B41FA5}">
                      <a16:colId xmlns:a16="http://schemas.microsoft.com/office/drawing/2014/main" val="3648623663"/>
                    </a:ext>
                  </a:extLst>
                </a:gridCol>
                <a:gridCol w="4995766">
                  <a:extLst>
                    <a:ext uri="{9D8B030D-6E8A-4147-A177-3AD203B41FA5}">
                      <a16:colId xmlns:a16="http://schemas.microsoft.com/office/drawing/2014/main" val="3753560876"/>
                    </a:ext>
                  </a:extLst>
                </a:gridCol>
              </a:tblGrid>
              <a:tr h="362774">
                <a:tc>
                  <a:txBody>
                    <a:bodyPr/>
                    <a:lstStyle/>
                    <a:p>
                      <a:r>
                        <a:rPr lang="en-US"/>
                        <a:t>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1932697"/>
                  </a:ext>
                </a:extLst>
              </a:tr>
              <a:tr h="634854">
                <a:tc>
                  <a:txBody>
                    <a:bodyPr/>
                    <a:lstStyle/>
                    <a:p>
                      <a:r>
                        <a:rPr lang="en-US"/>
                        <a:t>1) public abstract int read()throws IOException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reads the next byte of data from the input stream. It returns -1 at the end of the file.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6727057"/>
                  </a:ext>
                </a:extLst>
              </a:tr>
              <a:tr h="906935">
                <a:tc>
                  <a:txBody>
                    <a:bodyPr/>
                    <a:lstStyle/>
                    <a:p>
                      <a:r>
                        <a:rPr lang="en-US"/>
                        <a:t>2) public int available()throws IOException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returns an estimate of the number of bytes that can be read from the current input stream.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3857566"/>
                  </a:ext>
                </a:extLst>
              </a:tr>
              <a:tr h="362774">
                <a:tc>
                  <a:txBody>
                    <a:bodyPr/>
                    <a:lstStyle/>
                    <a:p>
                      <a:r>
                        <a:rPr lang="en-US"/>
                        <a:t>3) public void close()throws IOException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is used to close the current input stream.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467471"/>
                  </a:ext>
                </a:extLst>
              </a:tr>
            </a:tbl>
          </a:graphicData>
        </a:graphic>
      </p:graphicFrame>
    </p:spTree>
    <p:extLst>
      <p:ext uri="{BB962C8B-B14F-4D97-AF65-F5344CB8AC3E}">
        <p14:creationId xmlns:p14="http://schemas.microsoft.com/office/powerpoint/2010/main" val="19157883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File IO</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1965960"/>
            <a:ext cx="10701309" cy="4402054"/>
          </a:xfrm>
        </p:spPr>
        <p:txBody>
          <a:bodyPr>
            <a:normAutofit/>
          </a:bodyPr>
          <a:lstStyle/>
          <a:p>
            <a:r>
              <a:rPr lang="en-US" dirty="0"/>
              <a:t>Java </a:t>
            </a:r>
            <a:r>
              <a:rPr lang="en-US" dirty="0" err="1"/>
              <a:t>FileInputStream</a:t>
            </a:r>
            <a:r>
              <a:rPr lang="en-US" dirty="0"/>
              <a:t> Class</a:t>
            </a:r>
          </a:p>
          <a:p>
            <a:r>
              <a:rPr lang="en-US" dirty="0"/>
              <a:t>	Java </a:t>
            </a:r>
            <a:r>
              <a:rPr lang="en-US" dirty="0" err="1"/>
              <a:t>FileInputStream</a:t>
            </a:r>
            <a:r>
              <a:rPr lang="en-US" dirty="0"/>
              <a:t> class obtains input bytes from a file. It is used for reading byte-oriented data (streams of raw bytes) such as image data, audio, video etc. You can also read character-stream data. But, for reading streams of characters, it is recommended to use </a:t>
            </a:r>
            <a:r>
              <a:rPr lang="en-US" dirty="0" err="1"/>
              <a:t>FileReader</a:t>
            </a:r>
            <a:r>
              <a:rPr lang="en-US" dirty="0"/>
              <a:t> class</a:t>
            </a:r>
          </a:p>
          <a:p>
            <a:r>
              <a:rPr lang="en-US" dirty="0"/>
              <a:t>	</a:t>
            </a:r>
          </a:p>
          <a:p>
            <a:r>
              <a:rPr lang="en-US" dirty="0"/>
              <a:t>	   </a:t>
            </a:r>
            <a:r>
              <a:rPr lang="en-US" dirty="0" err="1"/>
              <a:t>FileInputStream</a:t>
            </a:r>
            <a:r>
              <a:rPr lang="en-US" dirty="0"/>
              <a:t> fin=new </a:t>
            </a:r>
            <a:r>
              <a:rPr lang="en-US" dirty="0" err="1"/>
              <a:t>FileInputStream</a:t>
            </a:r>
            <a:r>
              <a:rPr lang="en-US" dirty="0"/>
              <a:t>("D:\\testout.txt");    </a:t>
            </a:r>
          </a:p>
          <a:p>
            <a:r>
              <a:rPr lang="en-US" dirty="0"/>
              <a:t>            int </a:t>
            </a:r>
            <a:r>
              <a:rPr lang="en-US" dirty="0" err="1"/>
              <a:t>i</a:t>
            </a:r>
            <a:r>
              <a:rPr lang="en-US" dirty="0"/>
              <a:t>=0;    </a:t>
            </a:r>
          </a:p>
          <a:p>
            <a:r>
              <a:rPr lang="en-US" dirty="0"/>
              <a:t>            while((</a:t>
            </a:r>
            <a:r>
              <a:rPr lang="en-US" dirty="0" err="1"/>
              <a:t>i</a:t>
            </a:r>
            <a:r>
              <a:rPr lang="en-US" dirty="0"/>
              <a:t>=</a:t>
            </a:r>
            <a:r>
              <a:rPr lang="en-US" dirty="0" err="1"/>
              <a:t>fin.read</a:t>
            </a:r>
            <a:r>
              <a:rPr lang="en-US" dirty="0"/>
              <a:t>())!=-1){    </a:t>
            </a:r>
          </a:p>
          <a:p>
            <a:r>
              <a:rPr lang="en-US" dirty="0"/>
              <a:t>             </a:t>
            </a:r>
            <a:r>
              <a:rPr lang="en-US" dirty="0" err="1"/>
              <a:t>System.out.print</a:t>
            </a:r>
            <a:r>
              <a:rPr lang="en-US" dirty="0"/>
              <a:t>((char)</a:t>
            </a:r>
            <a:r>
              <a:rPr lang="en-US" dirty="0" err="1"/>
              <a:t>i</a:t>
            </a:r>
            <a:r>
              <a:rPr lang="en-US" dirty="0"/>
              <a:t>);    </a:t>
            </a:r>
          </a:p>
          <a:p>
            <a:r>
              <a:rPr lang="en-US" dirty="0"/>
              <a:t>            }    </a:t>
            </a:r>
          </a:p>
          <a:p>
            <a:r>
              <a:rPr lang="en-US" dirty="0"/>
              <a:t>            </a:t>
            </a:r>
            <a:r>
              <a:rPr lang="en-US" dirty="0" err="1"/>
              <a:t>fin.close</a:t>
            </a:r>
            <a:r>
              <a:rPr lang="en-US" dirty="0"/>
              <a:t>(); </a:t>
            </a:r>
          </a:p>
        </p:txBody>
      </p:sp>
    </p:spTree>
    <p:extLst>
      <p:ext uri="{BB962C8B-B14F-4D97-AF65-F5344CB8AC3E}">
        <p14:creationId xmlns:p14="http://schemas.microsoft.com/office/powerpoint/2010/main" val="4123641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5D893-E98A-260A-9EC4-B9365E533FD5}"/>
              </a:ext>
            </a:extLst>
          </p:cNvPr>
          <p:cNvSpPr>
            <a:spLocks noGrp="1"/>
          </p:cNvSpPr>
          <p:nvPr>
            <p:ph type="title"/>
          </p:nvPr>
        </p:nvSpPr>
        <p:spPr>
          <a:xfrm>
            <a:off x="2792897" y="585216"/>
            <a:ext cx="8965094" cy="2276856"/>
          </a:xfrm>
        </p:spPr>
        <p:txBody>
          <a:bodyPr/>
          <a:lstStyle/>
          <a:p>
            <a:r>
              <a:rPr lang="en-US" dirty="0"/>
              <a:t>Thank you</a:t>
            </a:r>
          </a:p>
        </p:txBody>
      </p:sp>
      <p:pic>
        <p:nvPicPr>
          <p:cNvPr id="5" name="Picture Placeholder 14" descr="Mountains under near dusk sky">
            <a:extLst>
              <a:ext uri="{FF2B5EF4-FFF2-40B4-BE49-F238E27FC236}">
                <a16:creationId xmlns:a16="http://schemas.microsoft.com/office/drawing/2014/main" id="{DE72DC91-8DC9-B68C-C1D3-8F5273481A74}"/>
              </a:ext>
            </a:extLst>
          </p:cNvPr>
          <p:cNvPicPr>
            <a:picLocks noGrp="1" noChangeAspect="1"/>
          </p:cNvPicPr>
          <p:nvPr>
            <p:ph type="pic" sz="quarter" idx="14"/>
          </p:nvPr>
        </p:nvPicPr>
        <p:blipFill rotWithShape="1">
          <a:blip r:embed="rId3"/>
          <a:srcRect l="13191" r="13191"/>
          <a:stretch/>
        </p:blipFill>
        <p:spPr>
          <a:xfrm>
            <a:off x="1371606" y="3205313"/>
            <a:ext cx="3043077" cy="3043083"/>
          </a:xfrm>
        </p:spPr>
      </p:pic>
      <p:sp>
        <p:nvSpPr>
          <p:cNvPr id="3" name="Text Placeholder 2">
            <a:extLst>
              <a:ext uri="{FF2B5EF4-FFF2-40B4-BE49-F238E27FC236}">
                <a16:creationId xmlns:a16="http://schemas.microsoft.com/office/drawing/2014/main" id="{FD70D88C-5989-4007-4953-F54A4A34B778}"/>
              </a:ext>
            </a:extLst>
          </p:cNvPr>
          <p:cNvSpPr>
            <a:spLocks noGrp="1"/>
          </p:cNvSpPr>
          <p:nvPr>
            <p:ph type="body" sz="quarter" idx="13"/>
          </p:nvPr>
        </p:nvSpPr>
        <p:spPr>
          <a:xfrm>
            <a:off x="5640609" y="3127248"/>
            <a:ext cx="6117381" cy="3017520"/>
          </a:xfrm>
        </p:spPr>
        <p:txBody>
          <a:bodyPr/>
          <a:lstStyle/>
          <a:p>
            <a:endParaRPr lang="en-US" dirty="0"/>
          </a:p>
          <a:p>
            <a:endParaRPr lang="en-US" dirty="0"/>
          </a:p>
        </p:txBody>
      </p:sp>
    </p:spTree>
    <p:extLst>
      <p:ext uri="{BB962C8B-B14F-4D97-AF65-F5344CB8AC3E}">
        <p14:creationId xmlns:p14="http://schemas.microsoft.com/office/powerpoint/2010/main" val="4273949180"/>
      </p:ext>
    </p:extLst>
  </p:cSld>
  <p:clrMapOvr>
    <a:masterClrMapping/>
  </p:clrMapOvr>
</p:sld>
</file>

<file path=ppt/theme/theme1.xml><?xml version="1.0" encoding="utf-8"?>
<a:theme xmlns:a="http://schemas.openxmlformats.org/drawingml/2006/main" name="GradientVTI">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laxy presentation_Win32_SL_V16" id="{36B34AD0-AFC2-468E-8620-6CFD159B149F}" vid="{ACCF8893-1A0E-437D-A612-1659D305EA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ABD9919-8F5A-4B99-83E1-E90FE1DCF2E1}">
  <ds:schemaRefs>
    <ds:schemaRef ds:uri="http://schemas.microsoft.com/sharepoint/v3/contenttype/forms"/>
  </ds:schemaRefs>
</ds:datastoreItem>
</file>

<file path=customXml/itemProps2.xml><?xml version="1.0" encoding="utf-8"?>
<ds:datastoreItem xmlns:ds="http://schemas.openxmlformats.org/officeDocument/2006/customXml" ds:itemID="{80E87F72-70BF-43BC-A0D4-53665DC1267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2D646E0-DCC8-4209-B539-AA58186B68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{9BD16096-6755-45B1-BBF4-88124E570C66}tf89338750_win32</Template>
  <TotalTime>864</TotalTime>
  <Words>2014</Words>
  <Application>Microsoft Office PowerPoint</Application>
  <PresentationFormat>Widescreen</PresentationFormat>
  <Paragraphs>187</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Univers</vt:lpstr>
      <vt:lpstr>GradientVTI</vt:lpstr>
      <vt:lpstr>Exceptions</vt:lpstr>
      <vt:lpstr>exceptions</vt:lpstr>
      <vt:lpstr>exceptions</vt:lpstr>
      <vt:lpstr>exceptions</vt:lpstr>
      <vt:lpstr>exceptions</vt:lpstr>
      <vt:lpstr>exceptions</vt:lpstr>
      <vt:lpstr>exceptions</vt:lpstr>
      <vt:lpstr>exceptions</vt:lpstr>
      <vt:lpstr>Exceptions</vt:lpstr>
      <vt:lpstr>Exceptions</vt:lpstr>
      <vt:lpstr>Exceptions</vt:lpstr>
      <vt:lpstr>Exceptions</vt:lpstr>
      <vt:lpstr>Exceptions</vt:lpstr>
      <vt:lpstr>Exceptions</vt:lpstr>
      <vt:lpstr>File IO</vt:lpstr>
      <vt:lpstr>File IO</vt:lpstr>
      <vt:lpstr>File IO</vt:lpstr>
      <vt:lpstr>File IO</vt:lpstr>
      <vt:lpstr>File IO</vt:lpstr>
      <vt:lpstr>File IO</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Galaxy</dc:title>
  <dc:creator>Ramisetty, Manikanta</dc:creator>
  <cp:lastModifiedBy>Ramisetty, Manikanta</cp:lastModifiedBy>
  <cp:revision>87</cp:revision>
  <dcterms:created xsi:type="dcterms:W3CDTF">2024-06-04T14:02:09Z</dcterms:created>
  <dcterms:modified xsi:type="dcterms:W3CDTF">2024-06-06T15:37:52Z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