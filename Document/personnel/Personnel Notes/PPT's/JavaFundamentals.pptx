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96" r:id="rId4"/>
  </p:sldMasterIdLst>
  <p:notesMasterIdLst>
    <p:notesMasterId r:id="rId28"/>
  </p:notesMasterIdLst>
  <p:handoutMasterIdLst>
    <p:handoutMasterId r:id="rId29"/>
  </p:handoutMasterIdLst>
  <p:sldIdLst>
    <p:sldId id="334" r:id="rId5"/>
    <p:sldId id="342" r:id="rId6"/>
    <p:sldId id="376" r:id="rId7"/>
    <p:sldId id="377" r:id="rId8"/>
    <p:sldId id="378" r:id="rId9"/>
    <p:sldId id="379" r:id="rId10"/>
    <p:sldId id="369" r:id="rId11"/>
    <p:sldId id="370" r:id="rId12"/>
    <p:sldId id="371" r:id="rId13"/>
    <p:sldId id="372" r:id="rId14"/>
    <p:sldId id="373" r:id="rId15"/>
    <p:sldId id="374" r:id="rId16"/>
    <p:sldId id="375" r:id="rId17"/>
    <p:sldId id="380" r:id="rId18"/>
    <p:sldId id="381" r:id="rId19"/>
    <p:sldId id="382" r:id="rId20"/>
    <p:sldId id="383" r:id="rId21"/>
    <p:sldId id="384" r:id="rId22"/>
    <p:sldId id="385" r:id="rId23"/>
    <p:sldId id="386" r:id="rId24"/>
    <p:sldId id="387" r:id="rId25"/>
    <p:sldId id="388" r:id="rId26"/>
    <p:sldId id="349"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392" userDrawn="1">
          <p15:clr>
            <a:srgbClr val="A4A3A4"/>
          </p15:clr>
        </p15:guide>
        <p15:guide id="2" pos="7056" userDrawn="1">
          <p15:clr>
            <a:srgbClr val="A4A3A4"/>
          </p15:clr>
        </p15:guide>
        <p15:guide id="3" orient="horz" pos="316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9DCAF9ED-07DC-4A11-8D7F-57B35C25682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4" autoAdjust="0"/>
    <p:restoredTop sz="84967" autoAdjust="0"/>
  </p:normalViewPr>
  <p:slideViewPr>
    <p:cSldViewPr snapToGrid="0">
      <p:cViewPr varScale="1">
        <p:scale>
          <a:sx n="82" d="100"/>
          <a:sy n="82" d="100"/>
        </p:scale>
        <p:origin x="720" y="91"/>
      </p:cViewPr>
      <p:guideLst>
        <p:guide orient="horz" pos="1392"/>
        <p:guide pos="7056"/>
        <p:guide orient="horz" pos="3168"/>
      </p:guideLst>
    </p:cSldViewPr>
  </p:slideViewPr>
  <p:outlineViewPr>
    <p:cViewPr>
      <p:scale>
        <a:sx n="33" d="100"/>
        <a:sy n="33" d="100"/>
      </p:scale>
      <p:origin x="0" y="-1103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8/10/relationships/authors" Targe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presProps" Target="presProps.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0E99E25-5B65-D93A-3010-8B947D67E65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7DAEB28A-33CC-6CF5-1214-F2C3205F679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3888634-FBA9-41D6-8B35-EE3A7D816B7C}" type="datetimeFigureOut">
              <a:rPr lang="en-US" smtClean="0"/>
              <a:t>6/13/2024</a:t>
            </a:fld>
            <a:endParaRPr lang="en-US" dirty="0"/>
          </a:p>
        </p:txBody>
      </p:sp>
      <p:sp>
        <p:nvSpPr>
          <p:cNvPr id="4" name="Footer Placeholder 3">
            <a:extLst>
              <a:ext uri="{FF2B5EF4-FFF2-40B4-BE49-F238E27FC236}">
                <a16:creationId xmlns:a16="http://schemas.microsoft.com/office/drawing/2014/main" id="{43D63414-6160-FF79-B3F6-CD615625C84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583E93F-BDEC-C5F7-2553-8324882C419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97C78D2-97D1-4B37-BDD1-08A09BD4CA99}" type="slidenum">
              <a:rPr lang="en-US" smtClean="0"/>
              <a:t>‹#›</a:t>
            </a:fld>
            <a:endParaRPr lang="en-US" dirty="0"/>
          </a:p>
        </p:txBody>
      </p:sp>
    </p:spTree>
    <p:extLst>
      <p:ext uri="{BB962C8B-B14F-4D97-AF65-F5344CB8AC3E}">
        <p14:creationId xmlns:p14="http://schemas.microsoft.com/office/powerpoint/2010/main" val="236913595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A28068-AFBD-4979-B752-9EB6F90B1386}" type="datetimeFigureOut">
              <a:rPr lang="en-US" smtClean="0"/>
              <a:t>6/13/2024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5939589-3E79-4C82-AA4A-FE78234FAA59}" type="slidenum">
              <a:rPr lang="en-US" smtClean="0"/>
              <a:t>‹#›</a:t>
            </a:fld>
            <a:endParaRPr lang="en-US" dirty="0"/>
          </a:p>
        </p:txBody>
      </p:sp>
    </p:spTree>
    <p:extLst>
      <p:ext uri="{BB962C8B-B14F-4D97-AF65-F5344CB8AC3E}">
        <p14:creationId xmlns:p14="http://schemas.microsoft.com/office/powerpoint/2010/main" val="21949689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1</a:t>
            </a:fld>
            <a:endParaRPr lang="en-US" dirty="0"/>
          </a:p>
        </p:txBody>
      </p:sp>
    </p:spTree>
    <p:extLst>
      <p:ext uri="{BB962C8B-B14F-4D97-AF65-F5344CB8AC3E}">
        <p14:creationId xmlns:p14="http://schemas.microsoft.com/office/powerpoint/2010/main" val="18017961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2</a:t>
            </a:fld>
            <a:endParaRPr lang="en-US" dirty="0"/>
          </a:p>
        </p:txBody>
      </p:sp>
    </p:spTree>
    <p:extLst>
      <p:ext uri="{BB962C8B-B14F-4D97-AF65-F5344CB8AC3E}">
        <p14:creationId xmlns:p14="http://schemas.microsoft.com/office/powerpoint/2010/main" val="38990105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3</a:t>
            </a:fld>
            <a:endParaRPr lang="en-US" dirty="0"/>
          </a:p>
        </p:txBody>
      </p:sp>
    </p:spTree>
    <p:extLst>
      <p:ext uri="{BB962C8B-B14F-4D97-AF65-F5344CB8AC3E}">
        <p14:creationId xmlns:p14="http://schemas.microsoft.com/office/powerpoint/2010/main" val="31065976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4</a:t>
            </a:fld>
            <a:endParaRPr lang="en-US" dirty="0"/>
          </a:p>
        </p:txBody>
      </p:sp>
    </p:spTree>
    <p:extLst>
      <p:ext uri="{BB962C8B-B14F-4D97-AF65-F5344CB8AC3E}">
        <p14:creationId xmlns:p14="http://schemas.microsoft.com/office/powerpoint/2010/main" val="22502785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5</a:t>
            </a:fld>
            <a:endParaRPr lang="en-US" dirty="0"/>
          </a:p>
        </p:txBody>
      </p:sp>
    </p:spTree>
    <p:extLst>
      <p:ext uri="{BB962C8B-B14F-4D97-AF65-F5344CB8AC3E}">
        <p14:creationId xmlns:p14="http://schemas.microsoft.com/office/powerpoint/2010/main" val="10756536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6</a:t>
            </a:fld>
            <a:endParaRPr lang="en-US" dirty="0"/>
          </a:p>
        </p:txBody>
      </p:sp>
    </p:spTree>
    <p:extLst>
      <p:ext uri="{BB962C8B-B14F-4D97-AF65-F5344CB8AC3E}">
        <p14:creationId xmlns:p14="http://schemas.microsoft.com/office/powerpoint/2010/main" val="38304772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7</a:t>
            </a:fld>
            <a:endParaRPr lang="en-US" dirty="0"/>
          </a:p>
        </p:txBody>
      </p:sp>
    </p:spTree>
    <p:extLst>
      <p:ext uri="{BB962C8B-B14F-4D97-AF65-F5344CB8AC3E}">
        <p14:creationId xmlns:p14="http://schemas.microsoft.com/office/powerpoint/2010/main" val="25679946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8</a:t>
            </a:fld>
            <a:endParaRPr lang="en-US" dirty="0"/>
          </a:p>
        </p:txBody>
      </p:sp>
    </p:spTree>
    <p:extLst>
      <p:ext uri="{BB962C8B-B14F-4D97-AF65-F5344CB8AC3E}">
        <p14:creationId xmlns:p14="http://schemas.microsoft.com/office/powerpoint/2010/main" val="41266410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9</a:t>
            </a:fld>
            <a:endParaRPr lang="en-US" dirty="0"/>
          </a:p>
        </p:txBody>
      </p:sp>
    </p:spTree>
    <p:extLst>
      <p:ext uri="{BB962C8B-B14F-4D97-AF65-F5344CB8AC3E}">
        <p14:creationId xmlns:p14="http://schemas.microsoft.com/office/powerpoint/2010/main" val="33318482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10</a:t>
            </a:fld>
            <a:endParaRPr lang="en-US" dirty="0"/>
          </a:p>
        </p:txBody>
      </p:sp>
    </p:spTree>
    <p:extLst>
      <p:ext uri="{BB962C8B-B14F-4D97-AF65-F5344CB8AC3E}">
        <p14:creationId xmlns:p14="http://schemas.microsoft.com/office/powerpoint/2010/main" val="26382835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11</a:t>
            </a:fld>
            <a:endParaRPr lang="en-US" dirty="0"/>
          </a:p>
        </p:txBody>
      </p:sp>
    </p:spTree>
    <p:extLst>
      <p:ext uri="{BB962C8B-B14F-4D97-AF65-F5344CB8AC3E}">
        <p14:creationId xmlns:p14="http://schemas.microsoft.com/office/powerpoint/2010/main" val="19840499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12</a:t>
            </a:fld>
            <a:endParaRPr lang="en-US" dirty="0"/>
          </a:p>
        </p:txBody>
      </p:sp>
    </p:spTree>
    <p:extLst>
      <p:ext uri="{BB962C8B-B14F-4D97-AF65-F5344CB8AC3E}">
        <p14:creationId xmlns:p14="http://schemas.microsoft.com/office/powerpoint/2010/main" val="24244979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13</a:t>
            </a:fld>
            <a:endParaRPr lang="en-US" dirty="0"/>
          </a:p>
        </p:txBody>
      </p:sp>
    </p:spTree>
    <p:extLst>
      <p:ext uri="{BB962C8B-B14F-4D97-AF65-F5344CB8AC3E}">
        <p14:creationId xmlns:p14="http://schemas.microsoft.com/office/powerpoint/2010/main" val="37082138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14</a:t>
            </a:fld>
            <a:endParaRPr lang="en-US" dirty="0"/>
          </a:p>
        </p:txBody>
      </p:sp>
    </p:spTree>
    <p:extLst>
      <p:ext uri="{BB962C8B-B14F-4D97-AF65-F5344CB8AC3E}">
        <p14:creationId xmlns:p14="http://schemas.microsoft.com/office/powerpoint/2010/main" val="20154986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15</a:t>
            </a:fld>
            <a:endParaRPr lang="en-US" dirty="0"/>
          </a:p>
        </p:txBody>
      </p:sp>
    </p:spTree>
    <p:extLst>
      <p:ext uri="{BB962C8B-B14F-4D97-AF65-F5344CB8AC3E}">
        <p14:creationId xmlns:p14="http://schemas.microsoft.com/office/powerpoint/2010/main" val="25023475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16</a:t>
            </a:fld>
            <a:endParaRPr lang="en-US" dirty="0"/>
          </a:p>
        </p:txBody>
      </p:sp>
    </p:spTree>
    <p:extLst>
      <p:ext uri="{BB962C8B-B14F-4D97-AF65-F5344CB8AC3E}">
        <p14:creationId xmlns:p14="http://schemas.microsoft.com/office/powerpoint/2010/main" val="96756629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17</a:t>
            </a:fld>
            <a:endParaRPr lang="en-US" dirty="0"/>
          </a:p>
        </p:txBody>
      </p:sp>
    </p:spTree>
    <p:extLst>
      <p:ext uri="{BB962C8B-B14F-4D97-AF65-F5344CB8AC3E}">
        <p14:creationId xmlns:p14="http://schemas.microsoft.com/office/powerpoint/2010/main" val="33008011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18</a:t>
            </a:fld>
            <a:endParaRPr lang="en-US" dirty="0"/>
          </a:p>
        </p:txBody>
      </p:sp>
    </p:spTree>
    <p:extLst>
      <p:ext uri="{BB962C8B-B14F-4D97-AF65-F5344CB8AC3E}">
        <p14:creationId xmlns:p14="http://schemas.microsoft.com/office/powerpoint/2010/main" val="289127679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19</a:t>
            </a:fld>
            <a:endParaRPr lang="en-US" dirty="0"/>
          </a:p>
        </p:txBody>
      </p:sp>
    </p:spTree>
    <p:extLst>
      <p:ext uri="{BB962C8B-B14F-4D97-AF65-F5344CB8AC3E}">
        <p14:creationId xmlns:p14="http://schemas.microsoft.com/office/powerpoint/2010/main" val="196680798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20</a:t>
            </a:fld>
            <a:endParaRPr lang="en-US" dirty="0"/>
          </a:p>
        </p:txBody>
      </p:sp>
    </p:spTree>
    <p:extLst>
      <p:ext uri="{BB962C8B-B14F-4D97-AF65-F5344CB8AC3E}">
        <p14:creationId xmlns:p14="http://schemas.microsoft.com/office/powerpoint/2010/main" val="359278930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21</a:t>
            </a:fld>
            <a:endParaRPr lang="en-US" dirty="0"/>
          </a:p>
        </p:txBody>
      </p:sp>
    </p:spTree>
    <p:extLst>
      <p:ext uri="{BB962C8B-B14F-4D97-AF65-F5344CB8AC3E}">
        <p14:creationId xmlns:p14="http://schemas.microsoft.com/office/powerpoint/2010/main" val="272466883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22</a:t>
            </a:fld>
            <a:endParaRPr lang="en-US" dirty="0"/>
          </a:p>
        </p:txBody>
      </p:sp>
    </p:spTree>
    <p:extLst>
      <p:ext uri="{BB962C8B-B14F-4D97-AF65-F5344CB8AC3E}">
        <p14:creationId xmlns:p14="http://schemas.microsoft.com/office/powerpoint/2010/main" val="89492872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23</a:t>
            </a:fld>
            <a:endParaRPr lang="en-US" dirty="0"/>
          </a:p>
        </p:txBody>
      </p:sp>
    </p:spTree>
    <p:extLst>
      <p:ext uri="{BB962C8B-B14F-4D97-AF65-F5344CB8AC3E}">
        <p14:creationId xmlns:p14="http://schemas.microsoft.com/office/powerpoint/2010/main" val="36133641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Slide">
    <p:bg>
      <p:bgPr>
        <a:gradFill>
          <a:gsLst>
            <a:gs pos="100000">
              <a:schemeClr val="accent4"/>
            </a:gs>
            <a:gs pos="0">
              <a:schemeClr val="accent2"/>
            </a:gs>
          </a:gsLst>
          <a:lin ang="27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40AAD-80AF-40E7-BE3F-43D32FC68ED4}"/>
              </a:ext>
            </a:extLst>
          </p:cNvPr>
          <p:cNvSpPr>
            <a:spLocks noGrp="1"/>
          </p:cNvSpPr>
          <p:nvPr>
            <p:ph type="ctrTitle"/>
          </p:nvPr>
        </p:nvSpPr>
        <p:spPr>
          <a:xfrm>
            <a:off x="1280159" y="357809"/>
            <a:ext cx="7983110" cy="3080335"/>
          </a:xfrm>
        </p:spPr>
        <p:txBody>
          <a:bodyPr lIns="0" tIns="0" rIns="0" bIns="0" anchor="b"/>
          <a:lstStyle>
            <a:lvl1pPr algn="l">
              <a:lnSpc>
                <a:spcPts val="5400"/>
              </a:lnSpc>
              <a:defRPr sz="5400" b="1" i="0" cap="all" spc="0" baseline="0">
                <a:solidFill>
                  <a:schemeClr val="bg1"/>
                </a:solidFill>
              </a:defRPr>
            </a:lvl1pPr>
          </a:lstStyle>
          <a:p>
            <a:r>
              <a:rPr lang="en-US"/>
              <a:t>Click to edit Master title style</a:t>
            </a:r>
            <a:endParaRPr lang="en-US" dirty="0"/>
          </a:p>
        </p:txBody>
      </p:sp>
      <p:cxnSp>
        <p:nvCxnSpPr>
          <p:cNvPr id="9" name="Straight Connector 8">
            <a:extLst>
              <a:ext uri="{FF2B5EF4-FFF2-40B4-BE49-F238E27FC236}">
                <a16:creationId xmlns:a16="http://schemas.microsoft.com/office/drawing/2014/main" id="{8E825845-66DD-4B77-A729-CD97D156FE6C}"/>
              </a:ext>
              <a:ext uri="{C183D7F6-B498-43B3-948B-1728B52AA6E4}">
                <adec:decorative xmlns:adec="http://schemas.microsoft.com/office/drawing/2017/decorative" val="1"/>
              </a:ext>
            </a:extLst>
          </p:cNvPr>
          <p:cNvCxnSpPr>
            <a:cxnSpLocks/>
          </p:cNvCxnSpPr>
          <p:nvPr userDrawn="1"/>
        </p:nvCxnSpPr>
        <p:spPr>
          <a:xfrm>
            <a:off x="1280160" y="3496322"/>
            <a:ext cx="0" cy="3352800"/>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22749162-63A5-5BF9-895E-B0577A6C47E0}"/>
              </a:ext>
              <a:ext uri="{C183D7F6-B498-43B3-948B-1728B52AA6E4}">
                <adec:decorative xmlns:adec="http://schemas.microsoft.com/office/drawing/2017/decorative" val="1"/>
              </a:ext>
            </a:extLst>
          </p:cNvPr>
          <p:cNvGrpSpPr/>
          <p:nvPr userDrawn="1"/>
        </p:nvGrpSpPr>
        <p:grpSpPr>
          <a:xfrm>
            <a:off x="8161510" y="2744546"/>
            <a:ext cx="465456" cy="581432"/>
            <a:chOff x="7843462" y="2744546"/>
            <a:chExt cx="465456" cy="581432"/>
          </a:xfrm>
        </p:grpSpPr>
        <p:sp>
          <p:nvSpPr>
            <p:cNvPr id="19" name="Graphic 12">
              <a:extLst>
                <a:ext uri="{FF2B5EF4-FFF2-40B4-BE49-F238E27FC236}">
                  <a16:creationId xmlns:a16="http://schemas.microsoft.com/office/drawing/2014/main" id="{818B4386-1FCF-4ACE-BE25-AF9CC5E2256F}"/>
                </a:ext>
              </a:extLst>
            </p:cNvPr>
            <p:cNvSpPr/>
            <p:nvPr userDrawn="1"/>
          </p:nvSpPr>
          <p:spPr>
            <a:xfrm>
              <a:off x="8217780" y="29738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dirty="0"/>
            </a:p>
          </p:txBody>
        </p:sp>
        <p:sp>
          <p:nvSpPr>
            <p:cNvPr id="21" name="Graphic 13">
              <a:extLst>
                <a:ext uri="{FF2B5EF4-FFF2-40B4-BE49-F238E27FC236}">
                  <a16:creationId xmlns:a16="http://schemas.microsoft.com/office/drawing/2014/main" id="{19319560-50ED-4963-A2CF-74663239D426}"/>
                </a:ext>
              </a:extLst>
            </p:cNvPr>
            <p:cNvSpPr/>
            <p:nvPr userDrawn="1"/>
          </p:nvSpPr>
          <p:spPr>
            <a:xfrm>
              <a:off x="7859002" y="2744546"/>
              <a:ext cx="139038" cy="139038"/>
            </a:xfrm>
            <a:custGeom>
              <a:avLst/>
              <a:gdLst>
                <a:gd name="connsiteX0" fmla="*/ 129601 w 139038"/>
                <a:gd name="connsiteY0" fmla="*/ 60082 h 139038"/>
                <a:gd name="connsiteX1" fmla="*/ 78956 w 139038"/>
                <a:gd name="connsiteY1" fmla="*/ 60082 h 139038"/>
                <a:gd name="connsiteX2" fmla="*/ 78956 w 139038"/>
                <a:gd name="connsiteY2" fmla="*/ 9437 h 139038"/>
                <a:gd name="connsiteX3" fmla="*/ 69519 w 139038"/>
                <a:gd name="connsiteY3" fmla="*/ 0 h 139038"/>
                <a:gd name="connsiteX4" fmla="*/ 60082 w 139038"/>
                <a:gd name="connsiteY4" fmla="*/ 9437 h 139038"/>
                <a:gd name="connsiteX5" fmla="*/ 60082 w 139038"/>
                <a:gd name="connsiteY5" fmla="*/ 60082 h 139038"/>
                <a:gd name="connsiteX6" fmla="*/ 9437 w 139038"/>
                <a:gd name="connsiteY6" fmla="*/ 60082 h 139038"/>
                <a:gd name="connsiteX7" fmla="*/ 0 w 139038"/>
                <a:gd name="connsiteY7" fmla="*/ 69519 h 139038"/>
                <a:gd name="connsiteX8" fmla="*/ 9437 w 139038"/>
                <a:gd name="connsiteY8" fmla="*/ 78956 h 139038"/>
                <a:gd name="connsiteX9" fmla="*/ 60082 w 139038"/>
                <a:gd name="connsiteY9" fmla="*/ 78956 h 139038"/>
                <a:gd name="connsiteX10" fmla="*/ 60082 w 139038"/>
                <a:gd name="connsiteY10" fmla="*/ 129601 h 139038"/>
                <a:gd name="connsiteX11" fmla="*/ 69519 w 139038"/>
                <a:gd name="connsiteY11" fmla="*/ 139038 h 139038"/>
                <a:gd name="connsiteX12" fmla="*/ 78956 w 139038"/>
                <a:gd name="connsiteY12" fmla="*/ 129601 h 139038"/>
                <a:gd name="connsiteX13" fmla="*/ 78956 w 139038"/>
                <a:gd name="connsiteY13" fmla="*/ 78956 h 139038"/>
                <a:gd name="connsiteX14" fmla="*/ 129601 w 139038"/>
                <a:gd name="connsiteY14" fmla="*/ 78956 h 139038"/>
                <a:gd name="connsiteX15" fmla="*/ 139038 w 139038"/>
                <a:gd name="connsiteY15" fmla="*/ 69519 h 139038"/>
                <a:gd name="connsiteX16" fmla="*/ 129601 w 139038"/>
                <a:gd name="connsiteY16" fmla="*/ 60082 h 139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8" h="139038">
                  <a:moveTo>
                    <a:pt x="129601" y="60082"/>
                  </a:moveTo>
                  <a:lnTo>
                    <a:pt x="78956" y="60082"/>
                  </a:lnTo>
                  <a:lnTo>
                    <a:pt x="78956" y="9437"/>
                  </a:lnTo>
                  <a:cubicBezTo>
                    <a:pt x="78956" y="4225"/>
                    <a:pt x="74731" y="0"/>
                    <a:pt x="69519" y="0"/>
                  </a:cubicBezTo>
                  <a:cubicBezTo>
                    <a:pt x="64307" y="0"/>
                    <a:pt x="60082" y="4225"/>
                    <a:pt x="60082" y="9437"/>
                  </a:cubicBezTo>
                  <a:lnTo>
                    <a:pt x="60082" y="60082"/>
                  </a:lnTo>
                  <a:lnTo>
                    <a:pt x="9437" y="60082"/>
                  </a:lnTo>
                  <a:cubicBezTo>
                    <a:pt x="4225" y="60082"/>
                    <a:pt x="0" y="64307"/>
                    <a:pt x="0" y="69519"/>
                  </a:cubicBezTo>
                  <a:cubicBezTo>
                    <a:pt x="0" y="74731"/>
                    <a:pt x="4225" y="78956"/>
                    <a:pt x="9437" y="78956"/>
                  </a:cubicBezTo>
                  <a:lnTo>
                    <a:pt x="60082" y="78956"/>
                  </a:lnTo>
                  <a:lnTo>
                    <a:pt x="60082" y="129601"/>
                  </a:lnTo>
                  <a:cubicBezTo>
                    <a:pt x="60082" y="134813"/>
                    <a:pt x="64307" y="139038"/>
                    <a:pt x="69519" y="139038"/>
                  </a:cubicBezTo>
                  <a:cubicBezTo>
                    <a:pt x="74731" y="139038"/>
                    <a:pt x="78956" y="134813"/>
                    <a:pt x="78956" y="129601"/>
                  </a:cubicBezTo>
                  <a:lnTo>
                    <a:pt x="78956" y="78956"/>
                  </a:lnTo>
                  <a:lnTo>
                    <a:pt x="129601" y="78956"/>
                  </a:lnTo>
                  <a:cubicBezTo>
                    <a:pt x="134813" y="78956"/>
                    <a:pt x="139038" y="74731"/>
                    <a:pt x="139038" y="69519"/>
                  </a:cubicBezTo>
                  <a:cubicBezTo>
                    <a:pt x="139038" y="64307"/>
                    <a:pt x="134813" y="60082"/>
                    <a:pt x="129601" y="60082"/>
                  </a:cubicBezTo>
                  <a:close/>
                </a:path>
              </a:pathLst>
            </a:custGeom>
            <a:solidFill>
              <a:schemeClr val="bg1"/>
            </a:solidFill>
            <a:ln w="603" cap="flat">
              <a:noFill/>
              <a:prstDash val="solid"/>
              <a:miter/>
            </a:ln>
          </p:spPr>
          <p:txBody>
            <a:bodyPr rtlCol="0" anchor="ctr"/>
            <a:lstStyle/>
            <a:p>
              <a:endParaRPr lang="en-US" dirty="0"/>
            </a:p>
          </p:txBody>
        </p:sp>
        <p:sp>
          <p:nvSpPr>
            <p:cNvPr id="23" name="Graphic 15">
              <a:extLst>
                <a:ext uri="{FF2B5EF4-FFF2-40B4-BE49-F238E27FC236}">
                  <a16:creationId xmlns:a16="http://schemas.microsoft.com/office/drawing/2014/main" id="{E5ABBDAD-943D-48F3-9C80-B29C48966C79}"/>
                </a:ext>
              </a:extLst>
            </p:cNvPr>
            <p:cNvSpPr/>
            <p:nvPr userDrawn="1"/>
          </p:nvSpPr>
          <p:spPr>
            <a:xfrm>
              <a:off x="7843462" y="3198265"/>
              <a:ext cx="127713" cy="127713"/>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bg1"/>
            </a:solidFill>
            <a:ln w="610" cap="flat">
              <a:noFill/>
              <a:prstDash val="solid"/>
              <a:miter/>
            </a:ln>
          </p:spPr>
          <p:txBody>
            <a:bodyPr rtlCol="0" anchor="ctr"/>
            <a:lstStyle/>
            <a:p>
              <a:endParaRPr lang="en-US" dirty="0"/>
            </a:p>
          </p:txBody>
        </p:sp>
      </p:grpSp>
    </p:spTree>
    <p:extLst>
      <p:ext uri="{BB962C8B-B14F-4D97-AF65-F5344CB8AC3E}">
        <p14:creationId xmlns:p14="http://schemas.microsoft.com/office/powerpoint/2010/main" val="21379060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image">
    <p:bg>
      <p:bgPr>
        <a:gradFill>
          <a:gsLst>
            <a:gs pos="100000">
              <a:schemeClr val="accent4"/>
            </a:gs>
            <a:gs pos="0">
              <a:schemeClr val="accent2"/>
            </a:gs>
          </a:gsLst>
          <a:lin ang="81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9F227-D21C-48B3-828A-6BFA9585E82F}"/>
              </a:ext>
            </a:extLst>
          </p:cNvPr>
          <p:cNvSpPr>
            <a:spLocks noGrp="1"/>
          </p:cNvSpPr>
          <p:nvPr>
            <p:ph type="title" hasCustomPrompt="1"/>
          </p:nvPr>
        </p:nvSpPr>
        <p:spPr>
          <a:xfrm>
            <a:off x="5116544" y="614202"/>
            <a:ext cx="5918072" cy="2276856"/>
          </a:xfrm>
        </p:spPr>
        <p:txBody>
          <a:bodyPr lIns="0" tIns="0" rIns="0" bIns="0" anchor="b"/>
          <a:lstStyle>
            <a:lvl1pPr algn="r">
              <a:lnSpc>
                <a:spcPts val="4000"/>
              </a:lnSpc>
              <a:defRPr sz="4000" b="1" cap="all" spc="0" baseline="0">
                <a:solidFill>
                  <a:schemeClr val="bg1"/>
                </a:solidFill>
              </a:defRPr>
            </a:lvl1pPr>
          </a:lstStyle>
          <a:p>
            <a:r>
              <a:rPr lang="en-US" dirty="0"/>
              <a:t>Click to add title</a:t>
            </a:r>
          </a:p>
        </p:txBody>
      </p:sp>
      <p:sp>
        <p:nvSpPr>
          <p:cNvPr id="8" name="Slide Number Placeholder 7">
            <a:extLst>
              <a:ext uri="{FF2B5EF4-FFF2-40B4-BE49-F238E27FC236}">
                <a16:creationId xmlns:a16="http://schemas.microsoft.com/office/drawing/2014/main" id="{1C738AB3-8054-6E21-C34C-36AF3A31AC4E}"/>
              </a:ext>
            </a:extLst>
          </p:cNvPr>
          <p:cNvSpPr>
            <a:spLocks noGrp="1"/>
          </p:cNvSpPr>
          <p:nvPr>
            <p:ph type="sldNum" sz="quarter" idx="20"/>
          </p:nvPr>
        </p:nvSpPr>
        <p:spPr/>
        <p:txBody>
          <a:bodyPr/>
          <a:lstStyle>
            <a:lvl1pPr>
              <a:defRPr>
                <a:solidFill>
                  <a:schemeClr val="bg1"/>
                </a:solidFill>
              </a:defRPr>
            </a:lvl1pPr>
          </a:lstStyle>
          <a:p>
            <a:fld id="{D8DA9DAA-006C-4F4B-980E-E3DF019B24E2}" type="slidenum">
              <a:rPr lang="en-US" smtClean="0"/>
              <a:pPr/>
              <a:t>‹#›</a:t>
            </a:fld>
            <a:endParaRPr lang="en-US" dirty="0"/>
          </a:p>
        </p:txBody>
      </p:sp>
      <p:sp>
        <p:nvSpPr>
          <p:cNvPr id="19" name="Picture Placeholder 18">
            <a:extLst>
              <a:ext uri="{FF2B5EF4-FFF2-40B4-BE49-F238E27FC236}">
                <a16:creationId xmlns:a16="http://schemas.microsoft.com/office/drawing/2014/main" id="{34120D15-E48C-4FBE-BB95-24DB36D9F458}"/>
              </a:ext>
            </a:extLst>
          </p:cNvPr>
          <p:cNvSpPr>
            <a:spLocks noGrp="1"/>
          </p:cNvSpPr>
          <p:nvPr>
            <p:ph type="pic" sz="quarter" idx="14" hasCustomPrompt="1"/>
          </p:nvPr>
        </p:nvSpPr>
        <p:spPr>
          <a:xfrm>
            <a:off x="1280160" y="2530058"/>
            <a:ext cx="3707972" cy="3707971"/>
          </a:xfrm>
          <a:custGeom>
            <a:avLst/>
            <a:gdLst>
              <a:gd name="connsiteX0" fmla="*/ 1853986 w 3707972"/>
              <a:gd name="connsiteY0" fmla="*/ 0 h 3707971"/>
              <a:gd name="connsiteX1" fmla="*/ 3707972 w 3707972"/>
              <a:gd name="connsiteY1" fmla="*/ 1853986 h 3707971"/>
              <a:gd name="connsiteX2" fmla="*/ 2043545 w 3707972"/>
              <a:gd name="connsiteY2" fmla="*/ 3698400 h 3707971"/>
              <a:gd name="connsiteX3" fmla="*/ 1854006 w 3707972"/>
              <a:gd name="connsiteY3" fmla="*/ 3707971 h 3707971"/>
              <a:gd name="connsiteX4" fmla="*/ 1853966 w 3707972"/>
              <a:gd name="connsiteY4" fmla="*/ 3707971 h 3707971"/>
              <a:gd name="connsiteX5" fmla="*/ 1664427 w 3707972"/>
              <a:gd name="connsiteY5" fmla="*/ 3698400 h 3707971"/>
              <a:gd name="connsiteX6" fmla="*/ 0 w 3707972"/>
              <a:gd name="connsiteY6" fmla="*/ 1853986 h 3707971"/>
              <a:gd name="connsiteX7" fmla="*/ 1853986 w 3707972"/>
              <a:gd name="connsiteY7" fmla="*/ 0 h 3707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07972" h="3707971">
                <a:moveTo>
                  <a:pt x="1853986" y="0"/>
                </a:moveTo>
                <a:cubicBezTo>
                  <a:pt x="2877914" y="0"/>
                  <a:pt x="3707972" y="830058"/>
                  <a:pt x="3707972" y="1853986"/>
                </a:cubicBezTo>
                <a:cubicBezTo>
                  <a:pt x="3707972" y="2813919"/>
                  <a:pt x="2978429" y="3603458"/>
                  <a:pt x="2043545" y="3698400"/>
                </a:cubicBezTo>
                <a:lnTo>
                  <a:pt x="1854006" y="3707971"/>
                </a:lnTo>
                <a:lnTo>
                  <a:pt x="1853966" y="3707971"/>
                </a:lnTo>
                <a:lnTo>
                  <a:pt x="1664427" y="3698400"/>
                </a:lnTo>
                <a:cubicBezTo>
                  <a:pt x="729543" y="3603458"/>
                  <a:pt x="0" y="2813919"/>
                  <a:pt x="0" y="1853986"/>
                </a:cubicBezTo>
                <a:cubicBezTo>
                  <a:pt x="0" y="830058"/>
                  <a:pt x="830058" y="0"/>
                  <a:pt x="1853986" y="0"/>
                </a:cubicBezTo>
                <a:close/>
              </a:path>
            </a:pathLst>
          </a:custGeom>
        </p:spPr>
        <p:txBody>
          <a:bodyPr wrap="square" tIns="914400" anchor="t">
            <a:noAutofit/>
          </a:bodyPr>
          <a:lstStyle>
            <a:lvl1pPr algn="ctr">
              <a:buNone/>
              <a:defRPr sz="1600" b="1">
                <a:solidFill>
                  <a:schemeClr val="bg1"/>
                </a:solidFill>
              </a:defRPr>
            </a:lvl1pPr>
          </a:lstStyle>
          <a:p>
            <a:r>
              <a:rPr lang="en-US" dirty="0"/>
              <a:t>Click to add picture</a:t>
            </a:r>
          </a:p>
        </p:txBody>
      </p:sp>
      <p:sp>
        <p:nvSpPr>
          <p:cNvPr id="4" name="Text Placeholder 3">
            <a:extLst>
              <a:ext uri="{FF2B5EF4-FFF2-40B4-BE49-F238E27FC236}">
                <a16:creationId xmlns:a16="http://schemas.microsoft.com/office/drawing/2014/main" id="{94FD1B85-4BEF-C1C1-5619-B82E9E44A9F8}"/>
              </a:ext>
            </a:extLst>
          </p:cNvPr>
          <p:cNvSpPr>
            <a:spLocks noGrp="1"/>
          </p:cNvSpPr>
          <p:nvPr>
            <p:ph type="body" sz="quarter" idx="17"/>
          </p:nvPr>
        </p:nvSpPr>
        <p:spPr>
          <a:xfrm>
            <a:off x="5116548" y="3161752"/>
            <a:ext cx="5918068" cy="3144965"/>
          </a:xfrm>
        </p:spPr>
        <p:txBody>
          <a:bodyPr lIns="0" tIns="0" rIns="0" bIns="0">
            <a:normAutofit/>
          </a:bodyPr>
          <a:lstStyle>
            <a:lvl1pPr marL="0" indent="0" algn="r">
              <a:spcBef>
                <a:spcPts val="1200"/>
              </a:spcBef>
              <a:buNone/>
              <a:defRPr sz="2400">
                <a:solidFill>
                  <a:schemeClr val="bg1"/>
                </a:solidFill>
              </a:defRPr>
            </a:lvl1pPr>
            <a:lvl2pPr marL="457200" indent="0" algn="r">
              <a:spcBef>
                <a:spcPts val="1200"/>
              </a:spcBef>
              <a:buNone/>
              <a:defRPr sz="2400">
                <a:solidFill>
                  <a:schemeClr val="bg1"/>
                </a:solidFill>
              </a:defRPr>
            </a:lvl2pPr>
            <a:lvl3pPr marL="914400" indent="0" algn="r">
              <a:spcBef>
                <a:spcPts val="1200"/>
              </a:spcBef>
              <a:buNone/>
              <a:defRPr sz="2400">
                <a:solidFill>
                  <a:schemeClr val="bg1"/>
                </a:solidFill>
              </a:defRPr>
            </a:lvl3pPr>
            <a:lvl4pPr marL="1371600" indent="0" algn="r">
              <a:spcBef>
                <a:spcPts val="1200"/>
              </a:spcBef>
              <a:buNone/>
              <a:defRPr sz="2400">
                <a:solidFill>
                  <a:schemeClr val="bg1"/>
                </a:solidFill>
              </a:defRPr>
            </a:lvl4pPr>
            <a:lvl5pPr marL="1828800" indent="0" algn="r">
              <a:buNone/>
              <a:defRPr sz="1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4" name="Straight Connector 13">
            <a:extLst>
              <a:ext uri="{FF2B5EF4-FFF2-40B4-BE49-F238E27FC236}">
                <a16:creationId xmlns:a16="http://schemas.microsoft.com/office/drawing/2014/main" id="{13AE7F8D-AE68-4A83-BAB5-3A97D473CE3C}"/>
              </a:ext>
              <a:ext uri="{C183D7F6-B498-43B3-948B-1728B52AA6E4}">
                <adec:decorative xmlns:adec="http://schemas.microsoft.com/office/drawing/2017/decorative" val="1"/>
              </a:ext>
            </a:extLst>
          </p:cNvPr>
          <p:cNvCxnSpPr>
            <a:cxnSpLocks/>
          </p:cNvCxnSpPr>
          <p:nvPr userDrawn="1"/>
        </p:nvCxnSpPr>
        <p:spPr>
          <a:xfrm>
            <a:off x="740664" y="1371600"/>
            <a:ext cx="0" cy="5486400"/>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sp>
        <p:nvSpPr>
          <p:cNvPr id="11" name="Graphic 12">
            <a:extLst>
              <a:ext uri="{FF2B5EF4-FFF2-40B4-BE49-F238E27FC236}">
                <a16:creationId xmlns:a16="http://schemas.microsoft.com/office/drawing/2014/main" id="{EA1B6985-3E5A-40F4-9268-D4AB3BBF8C91}"/>
              </a:ext>
              <a:ext uri="{C183D7F6-B498-43B3-948B-1728B52AA6E4}">
                <adec:decorative xmlns:adec="http://schemas.microsoft.com/office/drawing/2017/decorative" val="1"/>
              </a:ext>
            </a:extLst>
          </p:cNvPr>
          <p:cNvSpPr/>
          <p:nvPr userDrawn="1"/>
        </p:nvSpPr>
        <p:spPr>
          <a:xfrm>
            <a:off x="4745394" y="2760277"/>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dirty="0"/>
          </a:p>
        </p:txBody>
      </p:sp>
      <p:sp>
        <p:nvSpPr>
          <p:cNvPr id="13" name="Graphic 13">
            <a:extLst>
              <a:ext uri="{FF2B5EF4-FFF2-40B4-BE49-F238E27FC236}">
                <a16:creationId xmlns:a16="http://schemas.microsoft.com/office/drawing/2014/main" id="{338BC906-9D03-4280-85E8-21A81BC21D73}"/>
              </a:ext>
              <a:ext uri="{C183D7F6-B498-43B3-948B-1728B52AA6E4}">
                <adec:decorative xmlns:adec="http://schemas.microsoft.com/office/drawing/2017/decorative" val="1"/>
              </a:ext>
            </a:extLst>
          </p:cNvPr>
          <p:cNvSpPr/>
          <p:nvPr userDrawn="1"/>
        </p:nvSpPr>
        <p:spPr>
          <a:xfrm>
            <a:off x="4386614" y="2530982"/>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bg1"/>
          </a:solidFill>
          <a:ln w="603" cap="flat">
            <a:noFill/>
            <a:prstDash val="solid"/>
            <a:miter/>
          </a:ln>
        </p:spPr>
        <p:txBody>
          <a:bodyPr rtlCol="0" anchor="ctr"/>
          <a:lstStyle/>
          <a:p>
            <a:endParaRPr lang="en-US" dirty="0"/>
          </a:p>
        </p:txBody>
      </p:sp>
      <p:sp>
        <p:nvSpPr>
          <p:cNvPr id="17" name="Graphic 15">
            <a:extLst>
              <a:ext uri="{FF2B5EF4-FFF2-40B4-BE49-F238E27FC236}">
                <a16:creationId xmlns:a16="http://schemas.microsoft.com/office/drawing/2014/main" id="{C5C06D53-C9F6-47E8-BFE1-B8193A1AED8B}"/>
              </a:ext>
              <a:ext uri="{C183D7F6-B498-43B3-948B-1728B52AA6E4}">
                <adec:decorative xmlns:adec="http://schemas.microsoft.com/office/drawing/2017/decorative" val="1"/>
              </a:ext>
            </a:extLst>
          </p:cNvPr>
          <p:cNvSpPr/>
          <p:nvPr userDrawn="1"/>
        </p:nvSpPr>
        <p:spPr>
          <a:xfrm>
            <a:off x="1652402" y="6031572"/>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bg1"/>
          </a:solidFill>
          <a:ln w="610" cap="flat">
            <a:noFill/>
            <a:prstDash val="solid"/>
            <a:miter/>
          </a:ln>
        </p:spPr>
        <p:txBody>
          <a:bodyPr rtlCol="0" anchor="ctr"/>
          <a:lstStyle/>
          <a:p>
            <a:endParaRPr lang="en-US" dirty="0"/>
          </a:p>
        </p:txBody>
      </p:sp>
      <p:sp>
        <p:nvSpPr>
          <p:cNvPr id="7" name="Footer Placeholder 6">
            <a:extLst>
              <a:ext uri="{FF2B5EF4-FFF2-40B4-BE49-F238E27FC236}">
                <a16:creationId xmlns:a16="http://schemas.microsoft.com/office/drawing/2014/main" id="{CE9872E9-2F0D-2FEB-0974-F0BBBC5E0331}"/>
              </a:ext>
            </a:extLst>
          </p:cNvPr>
          <p:cNvSpPr>
            <a:spLocks noGrp="1"/>
          </p:cNvSpPr>
          <p:nvPr>
            <p:ph type="ftr" sz="quarter" idx="19"/>
          </p:nvPr>
        </p:nvSpPr>
        <p:spPr>
          <a:xfrm>
            <a:off x="7238999" y="6356350"/>
            <a:ext cx="3795615" cy="365125"/>
          </a:xfrm>
        </p:spPr>
        <p:txBody>
          <a:bodyPr/>
          <a:lstStyle>
            <a:lvl1pPr>
              <a:defRPr>
                <a:solidFill>
                  <a:schemeClr val="bg1"/>
                </a:solidFill>
              </a:defRPr>
            </a:lvl1pPr>
          </a:lstStyle>
          <a:p>
            <a:endParaRPr lang="en-US" dirty="0"/>
          </a:p>
        </p:txBody>
      </p:sp>
    </p:spTree>
    <p:extLst>
      <p:ext uri="{BB962C8B-B14F-4D97-AF65-F5344CB8AC3E}">
        <p14:creationId xmlns:p14="http://schemas.microsoft.com/office/powerpoint/2010/main" val="24907687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Picture">
    <p:bg>
      <p:bgPr>
        <a:gradFill>
          <a:gsLst>
            <a:gs pos="100000">
              <a:schemeClr val="accent4"/>
            </a:gs>
            <a:gs pos="0">
              <a:schemeClr val="accent2"/>
            </a:gs>
          </a:gsLst>
          <a:lin ang="189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40AAD-80AF-40E7-BE3F-43D32FC68ED4}"/>
              </a:ext>
            </a:extLst>
          </p:cNvPr>
          <p:cNvSpPr>
            <a:spLocks noGrp="1"/>
          </p:cNvSpPr>
          <p:nvPr>
            <p:ph type="ctrTitle"/>
          </p:nvPr>
        </p:nvSpPr>
        <p:spPr>
          <a:xfrm>
            <a:off x="1280159" y="3386775"/>
            <a:ext cx="8311102" cy="3080335"/>
          </a:xfrm>
        </p:spPr>
        <p:txBody>
          <a:bodyPr lIns="0" tIns="274320" rIns="0" bIns="0" anchor="t" anchorCtr="0"/>
          <a:lstStyle>
            <a:lvl1pPr algn="l">
              <a:lnSpc>
                <a:spcPts val="5400"/>
              </a:lnSpc>
              <a:defRPr sz="5400" b="1" i="0" cap="all" spc="0" baseline="0">
                <a:solidFill>
                  <a:schemeClr val="bg1"/>
                </a:solidFill>
              </a:defRPr>
            </a:lvl1pPr>
          </a:lstStyle>
          <a:p>
            <a:r>
              <a:rPr lang="en-US"/>
              <a:t>Click to edit Master title style</a:t>
            </a:r>
            <a:endParaRPr lang="en-US" dirty="0"/>
          </a:p>
        </p:txBody>
      </p:sp>
      <p:cxnSp>
        <p:nvCxnSpPr>
          <p:cNvPr id="9" name="Straight Connector 8">
            <a:extLst>
              <a:ext uri="{FF2B5EF4-FFF2-40B4-BE49-F238E27FC236}">
                <a16:creationId xmlns:a16="http://schemas.microsoft.com/office/drawing/2014/main" id="{8E825845-66DD-4B77-A729-CD97D156FE6C}"/>
              </a:ext>
              <a:ext uri="{C183D7F6-B498-43B3-948B-1728B52AA6E4}">
                <adec:decorative xmlns:adec="http://schemas.microsoft.com/office/drawing/2017/decorative" val="1"/>
              </a:ext>
            </a:extLst>
          </p:cNvPr>
          <p:cNvCxnSpPr>
            <a:cxnSpLocks/>
          </p:cNvCxnSpPr>
          <p:nvPr userDrawn="1"/>
        </p:nvCxnSpPr>
        <p:spPr>
          <a:xfrm>
            <a:off x="1280160" y="0"/>
            <a:ext cx="0" cy="3352800"/>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22749162-63A5-5BF9-895E-B0577A6C47E0}"/>
              </a:ext>
              <a:ext uri="{C183D7F6-B498-43B3-948B-1728B52AA6E4}">
                <adec:decorative xmlns:adec="http://schemas.microsoft.com/office/drawing/2017/decorative" val="1"/>
              </a:ext>
            </a:extLst>
          </p:cNvPr>
          <p:cNvGrpSpPr/>
          <p:nvPr userDrawn="1"/>
        </p:nvGrpSpPr>
        <p:grpSpPr>
          <a:xfrm rot="19670435">
            <a:off x="7632743" y="794953"/>
            <a:ext cx="465456" cy="581432"/>
            <a:chOff x="7843462" y="2744546"/>
            <a:chExt cx="465456" cy="581432"/>
          </a:xfrm>
        </p:grpSpPr>
        <p:sp>
          <p:nvSpPr>
            <p:cNvPr id="19" name="Graphic 12">
              <a:extLst>
                <a:ext uri="{FF2B5EF4-FFF2-40B4-BE49-F238E27FC236}">
                  <a16:creationId xmlns:a16="http://schemas.microsoft.com/office/drawing/2014/main" id="{818B4386-1FCF-4ACE-BE25-AF9CC5E2256F}"/>
                </a:ext>
              </a:extLst>
            </p:cNvPr>
            <p:cNvSpPr/>
            <p:nvPr userDrawn="1"/>
          </p:nvSpPr>
          <p:spPr>
            <a:xfrm>
              <a:off x="8217780" y="29738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dirty="0"/>
            </a:p>
          </p:txBody>
        </p:sp>
        <p:sp>
          <p:nvSpPr>
            <p:cNvPr id="21" name="Graphic 13">
              <a:extLst>
                <a:ext uri="{FF2B5EF4-FFF2-40B4-BE49-F238E27FC236}">
                  <a16:creationId xmlns:a16="http://schemas.microsoft.com/office/drawing/2014/main" id="{19319560-50ED-4963-A2CF-74663239D426}"/>
                </a:ext>
              </a:extLst>
            </p:cNvPr>
            <p:cNvSpPr/>
            <p:nvPr userDrawn="1"/>
          </p:nvSpPr>
          <p:spPr>
            <a:xfrm>
              <a:off x="7859002" y="2744546"/>
              <a:ext cx="139038" cy="139038"/>
            </a:xfrm>
            <a:custGeom>
              <a:avLst/>
              <a:gdLst>
                <a:gd name="connsiteX0" fmla="*/ 129601 w 139038"/>
                <a:gd name="connsiteY0" fmla="*/ 60082 h 139038"/>
                <a:gd name="connsiteX1" fmla="*/ 78956 w 139038"/>
                <a:gd name="connsiteY1" fmla="*/ 60082 h 139038"/>
                <a:gd name="connsiteX2" fmla="*/ 78956 w 139038"/>
                <a:gd name="connsiteY2" fmla="*/ 9437 h 139038"/>
                <a:gd name="connsiteX3" fmla="*/ 69519 w 139038"/>
                <a:gd name="connsiteY3" fmla="*/ 0 h 139038"/>
                <a:gd name="connsiteX4" fmla="*/ 60082 w 139038"/>
                <a:gd name="connsiteY4" fmla="*/ 9437 h 139038"/>
                <a:gd name="connsiteX5" fmla="*/ 60082 w 139038"/>
                <a:gd name="connsiteY5" fmla="*/ 60082 h 139038"/>
                <a:gd name="connsiteX6" fmla="*/ 9437 w 139038"/>
                <a:gd name="connsiteY6" fmla="*/ 60082 h 139038"/>
                <a:gd name="connsiteX7" fmla="*/ 0 w 139038"/>
                <a:gd name="connsiteY7" fmla="*/ 69519 h 139038"/>
                <a:gd name="connsiteX8" fmla="*/ 9437 w 139038"/>
                <a:gd name="connsiteY8" fmla="*/ 78956 h 139038"/>
                <a:gd name="connsiteX9" fmla="*/ 60082 w 139038"/>
                <a:gd name="connsiteY9" fmla="*/ 78956 h 139038"/>
                <a:gd name="connsiteX10" fmla="*/ 60082 w 139038"/>
                <a:gd name="connsiteY10" fmla="*/ 129601 h 139038"/>
                <a:gd name="connsiteX11" fmla="*/ 69519 w 139038"/>
                <a:gd name="connsiteY11" fmla="*/ 139038 h 139038"/>
                <a:gd name="connsiteX12" fmla="*/ 78956 w 139038"/>
                <a:gd name="connsiteY12" fmla="*/ 129601 h 139038"/>
                <a:gd name="connsiteX13" fmla="*/ 78956 w 139038"/>
                <a:gd name="connsiteY13" fmla="*/ 78956 h 139038"/>
                <a:gd name="connsiteX14" fmla="*/ 129601 w 139038"/>
                <a:gd name="connsiteY14" fmla="*/ 78956 h 139038"/>
                <a:gd name="connsiteX15" fmla="*/ 139038 w 139038"/>
                <a:gd name="connsiteY15" fmla="*/ 69519 h 139038"/>
                <a:gd name="connsiteX16" fmla="*/ 129601 w 139038"/>
                <a:gd name="connsiteY16" fmla="*/ 60082 h 139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8" h="139038">
                  <a:moveTo>
                    <a:pt x="129601" y="60082"/>
                  </a:moveTo>
                  <a:lnTo>
                    <a:pt x="78956" y="60082"/>
                  </a:lnTo>
                  <a:lnTo>
                    <a:pt x="78956" y="9437"/>
                  </a:lnTo>
                  <a:cubicBezTo>
                    <a:pt x="78956" y="4225"/>
                    <a:pt x="74731" y="0"/>
                    <a:pt x="69519" y="0"/>
                  </a:cubicBezTo>
                  <a:cubicBezTo>
                    <a:pt x="64307" y="0"/>
                    <a:pt x="60082" y="4225"/>
                    <a:pt x="60082" y="9437"/>
                  </a:cubicBezTo>
                  <a:lnTo>
                    <a:pt x="60082" y="60082"/>
                  </a:lnTo>
                  <a:lnTo>
                    <a:pt x="9437" y="60082"/>
                  </a:lnTo>
                  <a:cubicBezTo>
                    <a:pt x="4225" y="60082"/>
                    <a:pt x="0" y="64307"/>
                    <a:pt x="0" y="69519"/>
                  </a:cubicBezTo>
                  <a:cubicBezTo>
                    <a:pt x="0" y="74731"/>
                    <a:pt x="4225" y="78956"/>
                    <a:pt x="9437" y="78956"/>
                  </a:cubicBezTo>
                  <a:lnTo>
                    <a:pt x="60082" y="78956"/>
                  </a:lnTo>
                  <a:lnTo>
                    <a:pt x="60082" y="129601"/>
                  </a:lnTo>
                  <a:cubicBezTo>
                    <a:pt x="60082" y="134813"/>
                    <a:pt x="64307" y="139038"/>
                    <a:pt x="69519" y="139038"/>
                  </a:cubicBezTo>
                  <a:cubicBezTo>
                    <a:pt x="74731" y="139038"/>
                    <a:pt x="78956" y="134813"/>
                    <a:pt x="78956" y="129601"/>
                  </a:cubicBezTo>
                  <a:lnTo>
                    <a:pt x="78956" y="78956"/>
                  </a:lnTo>
                  <a:lnTo>
                    <a:pt x="129601" y="78956"/>
                  </a:lnTo>
                  <a:cubicBezTo>
                    <a:pt x="134813" y="78956"/>
                    <a:pt x="139038" y="74731"/>
                    <a:pt x="139038" y="69519"/>
                  </a:cubicBezTo>
                  <a:cubicBezTo>
                    <a:pt x="139038" y="64307"/>
                    <a:pt x="134813" y="60082"/>
                    <a:pt x="129601" y="60082"/>
                  </a:cubicBezTo>
                  <a:close/>
                </a:path>
              </a:pathLst>
            </a:custGeom>
            <a:solidFill>
              <a:schemeClr val="bg1"/>
            </a:solidFill>
            <a:ln w="603" cap="flat">
              <a:noFill/>
              <a:prstDash val="solid"/>
              <a:miter/>
            </a:ln>
          </p:spPr>
          <p:txBody>
            <a:bodyPr rtlCol="0" anchor="ctr"/>
            <a:lstStyle/>
            <a:p>
              <a:endParaRPr lang="en-US" dirty="0"/>
            </a:p>
          </p:txBody>
        </p:sp>
        <p:sp>
          <p:nvSpPr>
            <p:cNvPr id="23" name="Graphic 15">
              <a:extLst>
                <a:ext uri="{FF2B5EF4-FFF2-40B4-BE49-F238E27FC236}">
                  <a16:creationId xmlns:a16="http://schemas.microsoft.com/office/drawing/2014/main" id="{E5ABBDAD-943D-48F3-9C80-B29C48966C79}"/>
                </a:ext>
              </a:extLst>
            </p:cNvPr>
            <p:cNvSpPr/>
            <p:nvPr userDrawn="1"/>
          </p:nvSpPr>
          <p:spPr>
            <a:xfrm>
              <a:off x="7843462" y="3198265"/>
              <a:ext cx="127713" cy="127713"/>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bg1"/>
            </a:solidFill>
            <a:ln w="610" cap="flat">
              <a:noFill/>
              <a:prstDash val="solid"/>
              <a:miter/>
            </a:ln>
          </p:spPr>
          <p:txBody>
            <a:bodyPr rtlCol="0" anchor="ctr"/>
            <a:lstStyle/>
            <a:p>
              <a:endParaRPr lang="en-US" dirty="0"/>
            </a:p>
          </p:txBody>
        </p:sp>
      </p:grpSp>
      <p:sp>
        <p:nvSpPr>
          <p:cNvPr id="3" name="Picture Placeholder 14">
            <a:extLst>
              <a:ext uri="{FF2B5EF4-FFF2-40B4-BE49-F238E27FC236}">
                <a16:creationId xmlns:a16="http://schemas.microsoft.com/office/drawing/2014/main" id="{01D87F51-D69B-9038-0566-4FDC355AB6F0}"/>
              </a:ext>
            </a:extLst>
          </p:cNvPr>
          <p:cNvSpPr>
            <a:spLocks noGrp="1"/>
          </p:cNvSpPr>
          <p:nvPr>
            <p:ph type="pic" sz="quarter" idx="13" hasCustomPrompt="1"/>
          </p:nvPr>
        </p:nvSpPr>
        <p:spPr>
          <a:xfrm>
            <a:off x="8197587" y="411831"/>
            <a:ext cx="3521337" cy="3521344"/>
          </a:xfrm>
          <a:custGeom>
            <a:avLst/>
            <a:gdLst>
              <a:gd name="connsiteX0" fmla="*/ 2133823 w 4266960"/>
              <a:gd name="connsiteY0" fmla="*/ 0 h 4266968"/>
              <a:gd name="connsiteX1" fmla="*/ 4256628 w 4266960"/>
              <a:gd name="connsiteY1" fmla="*/ 1915652 h 4266968"/>
              <a:gd name="connsiteX2" fmla="*/ 4266960 w 4266960"/>
              <a:gd name="connsiteY2" fmla="*/ 2120258 h 4266968"/>
              <a:gd name="connsiteX3" fmla="*/ 4266960 w 4266960"/>
              <a:gd name="connsiteY3" fmla="*/ 2147389 h 4266968"/>
              <a:gd name="connsiteX4" fmla="*/ 4256628 w 4266960"/>
              <a:gd name="connsiteY4" fmla="*/ 2351994 h 4266968"/>
              <a:gd name="connsiteX5" fmla="*/ 2351994 w 4266960"/>
              <a:gd name="connsiteY5" fmla="*/ 4256629 h 4266968"/>
              <a:gd name="connsiteX6" fmla="*/ 2147230 w 4266960"/>
              <a:gd name="connsiteY6" fmla="*/ 4266968 h 4266968"/>
              <a:gd name="connsiteX7" fmla="*/ 2120416 w 4266960"/>
              <a:gd name="connsiteY7" fmla="*/ 4266968 h 4266968"/>
              <a:gd name="connsiteX8" fmla="*/ 1915652 w 4266960"/>
              <a:gd name="connsiteY8" fmla="*/ 4256629 h 4266968"/>
              <a:gd name="connsiteX9" fmla="*/ 0 w 4266960"/>
              <a:gd name="connsiteY9" fmla="*/ 2133823 h 4266968"/>
              <a:gd name="connsiteX10" fmla="*/ 2133823 w 4266960"/>
              <a:gd name="connsiteY10" fmla="*/ 0 h 4266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66960" h="4266968">
                <a:moveTo>
                  <a:pt x="2133823" y="0"/>
                </a:moveTo>
                <a:cubicBezTo>
                  <a:pt x="3238644" y="0"/>
                  <a:pt x="4147355" y="839660"/>
                  <a:pt x="4256628" y="1915652"/>
                </a:cubicBezTo>
                <a:lnTo>
                  <a:pt x="4266960" y="2120258"/>
                </a:lnTo>
                <a:lnTo>
                  <a:pt x="4266960" y="2147389"/>
                </a:lnTo>
                <a:lnTo>
                  <a:pt x="4256628" y="2351994"/>
                </a:lnTo>
                <a:cubicBezTo>
                  <a:pt x="4154640" y="3356254"/>
                  <a:pt x="3356253" y="4154640"/>
                  <a:pt x="2351994" y="4256629"/>
                </a:cubicBezTo>
                <a:lnTo>
                  <a:pt x="2147230" y="4266968"/>
                </a:lnTo>
                <a:lnTo>
                  <a:pt x="2120416" y="4266968"/>
                </a:lnTo>
                <a:lnTo>
                  <a:pt x="1915652" y="4256629"/>
                </a:lnTo>
                <a:cubicBezTo>
                  <a:pt x="839660" y="4147356"/>
                  <a:pt x="0" y="3238645"/>
                  <a:pt x="0" y="2133823"/>
                </a:cubicBezTo>
                <a:cubicBezTo>
                  <a:pt x="0" y="955346"/>
                  <a:pt x="955346" y="0"/>
                  <a:pt x="2133823" y="0"/>
                </a:cubicBezTo>
                <a:close/>
              </a:path>
            </a:pathLst>
          </a:custGeom>
        </p:spPr>
        <p:txBody>
          <a:bodyPr wrap="square" tIns="914400" anchor="t" anchorCtr="0">
            <a:noAutofit/>
          </a:bodyPr>
          <a:lstStyle>
            <a:lvl1pPr algn="ctr">
              <a:buNone/>
              <a:defRPr sz="1800">
                <a:solidFill>
                  <a:schemeClr val="bg1"/>
                </a:solidFill>
              </a:defRPr>
            </a:lvl1pPr>
          </a:lstStyle>
          <a:p>
            <a:r>
              <a:rPr lang="en-US" dirty="0"/>
              <a:t>Click to add picture</a:t>
            </a:r>
          </a:p>
        </p:txBody>
      </p:sp>
    </p:spTree>
    <p:extLst>
      <p:ext uri="{BB962C8B-B14F-4D97-AF65-F5344CB8AC3E}">
        <p14:creationId xmlns:p14="http://schemas.microsoft.com/office/powerpoint/2010/main" val="19512396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 Subtitle + Picture">
    <p:bg>
      <p:bgPr>
        <a:gradFill>
          <a:gsLst>
            <a:gs pos="100000">
              <a:schemeClr val="accent4"/>
            </a:gs>
            <a:gs pos="0">
              <a:schemeClr val="accent2"/>
            </a:gs>
          </a:gsLst>
          <a:lin ang="27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40AAD-80AF-40E7-BE3F-43D32FC68ED4}"/>
              </a:ext>
            </a:extLst>
          </p:cNvPr>
          <p:cNvSpPr>
            <a:spLocks noGrp="1"/>
          </p:cNvSpPr>
          <p:nvPr>
            <p:ph type="ctrTitle" hasCustomPrompt="1"/>
          </p:nvPr>
        </p:nvSpPr>
        <p:spPr>
          <a:xfrm>
            <a:off x="1280159" y="640080"/>
            <a:ext cx="10302240" cy="1852046"/>
          </a:xfrm>
        </p:spPr>
        <p:txBody>
          <a:bodyPr lIns="0" tIns="0" rIns="0" bIns="0" anchor="b"/>
          <a:lstStyle>
            <a:lvl1pPr algn="l">
              <a:lnSpc>
                <a:spcPts val="5400"/>
              </a:lnSpc>
              <a:defRPr sz="5400" b="1" i="0" cap="all" spc="0" baseline="0">
                <a:solidFill>
                  <a:schemeClr val="bg1"/>
                </a:solidFill>
              </a:defRPr>
            </a:lvl1pPr>
          </a:lstStyle>
          <a:p>
            <a:r>
              <a:rPr lang="en-US" dirty="0"/>
              <a:t>Click to add title</a:t>
            </a:r>
          </a:p>
        </p:txBody>
      </p:sp>
      <p:sp>
        <p:nvSpPr>
          <p:cNvPr id="3" name="Subtitle 2">
            <a:extLst>
              <a:ext uri="{FF2B5EF4-FFF2-40B4-BE49-F238E27FC236}">
                <a16:creationId xmlns:a16="http://schemas.microsoft.com/office/drawing/2014/main" id="{EC80FBD9-0977-4B2B-9318-30774BB0947C}"/>
              </a:ext>
            </a:extLst>
          </p:cNvPr>
          <p:cNvSpPr>
            <a:spLocks noGrp="1"/>
          </p:cNvSpPr>
          <p:nvPr>
            <p:ph type="subTitle" idx="1" hasCustomPrompt="1"/>
          </p:nvPr>
        </p:nvSpPr>
        <p:spPr>
          <a:xfrm>
            <a:off x="1280158" y="2588447"/>
            <a:ext cx="7853678" cy="726645"/>
          </a:xfrm>
        </p:spPr>
        <p:txBody>
          <a:bodyPr lIns="0" tIns="0" rIns="0" bIns="0" anchor="t" anchorCtr="0">
            <a:norm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text</a:t>
            </a:r>
          </a:p>
        </p:txBody>
      </p:sp>
      <p:cxnSp>
        <p:nvCxnSpPr>
          <p:cNvPr id="9" name="Straight Connector 8">
            <a:extLst>
              <a:ext uri="{FF2B5EF4-FFF2-40B4-BE49-F238E27FC236}">
                <a16:creationId xmlns:a16="http://schemas.microsoft.com/office/drawing/2014/main" id="{8E825845-66DD-4B77-A729-CD97D156FE6C}"/>
              </a:ext>
              <a:ext uri="{C183D7F6-B498-43B3-948B-1728B52AA6E4}">
                <adec:decorative xmlns:adec="http://schemas.microsoft.com/office/drawing/2017/decorative" val="1"/>
              </a:ext>
            </a:extLst>
          </p:cNvPr>
          <p:cNvCxnSpPr>
            <a:cxnSpLocks/>
          </p:cNvCxnSpPr>
          <p:nvPr userDrawn="1"/>
        </p:nvCxnSpPr>
        <p:spPr>
          <a:xfrm>
            <a:off x="1280160" y="3496322"/>
            <a:ext cx="0" cy="3352800"/>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22749162-63A5-5BF9-895E-B0577A6C47E0}"/>
              </a:ext>
              <a:ext uri="{C183D7F6-B498-43B3-948B-1728B52AA6E4}">
                <adec:decorative xmlns:adec="http://schemas.microsoft.com/office/drawing/2017/decorative" val="1"/>
              </a:ext>
            </a:extLst>
          </p:cNvPr>
          <p:cNvGrpSpPr/>
          <p:nvPr userDrawn="1"/>
        </p:nvGrpSpPr>
        <p:grpSpPr>
          <a:xfrm flipH="1">
            <a:off x="7659974" y="4456458"/>
            <a:ext cx="465456" cy="581432"/>
            <a:chOff x="7843462" y="2744546"/>
            <a:chExt cx="465456" cy="581432"/>
          </a:xfrm>
        </p:grpSpPr>
        <p:sp>
          <p:nvSpPr>
            <p:cNvPr id="19" name="Graphic 12">
              <a:extLst>
                <a:ext uri="{FF2B5EF4-FFF2-40B4-BE49-F238E27FC236}">
                  <a16:creationId xmlns:a16="http://schemas.microsoft.com/office/drawing/2014/main" id="{818B4386-1FCF-4ACE-BE25-AF9CC5E2256F}"/>
                </a:ext>
              </a:extLst>
            </p:cNvPr>
            <p:cNvSpPr/>
            <p:nvPr userDrawn="1"/>
          </p:nvSpPr>
          <p:spPr>
            <a:xfrm>
              <a:off x="8217780" y="29738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dirty="0"/>
            </a:p>
          </p:txBody>
        </p:sp>
        <p:sp>
          <p:nvSpPr>
            <p:cNvPr id="21" name="Graphic 13">
              <a:extLst>
                <a:ext uri="{FF2B5EF4-FFF2-40B4-BE49-F238E27FC236}">
                  <a16:creationId xmlns:a16="http://schemas.microsoft.com/office/drawing/2014/main" id="{19319560-50ED-4963-A2CF-74663239D426}"/>
                </a:ext>
              </a:extLst>
            </p:cNvPr>
            <p:cNvSpPr/>
            <p:nvPr userDrawn="1"/>
          </p:nvSpPr>
          <p:spPr>
            <a:xfrm>
              <a:off x="7859002" y="2744546"/>
              <a:ext cx="139038" cy="139038"/>
            </a:xfrm>
            <a:custGeom>
              <a:avLst/>
              <a:gdLst>
                <a:gd name="connsiteX0" fmla="*/ 129601 w 139038"/>
                <a:gd name="connsiteY0" fmla="*/ 60082 h 139038"/>
                <a:gd name="connsiteX1" fmla="*/ 78956 w 139038"/>
                <a:gd name="connsiteY1" fmla="*/ 60082 h 139038"/>
                <a:gd name="connsiteX2" fmla="*/ 78956 w 139038"/>
                <a:gd name="connsiteY2" fmla="*/ 9437 h 139038"/>
                <a:gd name="connsiteX3" fmla="*/ 69519 w 139038"/>
                <a:gd name="connsiteY3" fmla="*/ 0 h 139038"/>
                <a:gd name="connsiteX4" fmla="*/ 60082 w 139038"/>
                <a:gd name="connsiteY4" fmla="*/ 9437 h 139038"/>
                <a:gd name="connsiteX5" fmla="*/ 60082 w 139038"/>
                <a:gd name="connsiteY5" fmla="*/ 60082 h 139038"/>
                <a:gd name="connsiteX6" fmla="*/ 9437 w 139038"/>
                <a:gd name="connsiteY6" fmla="*/ 60082 h 139038"/>
                <a:gd name="connsiteX7" fmla="*/ 0 w 139038"/>
                <a:gd name="connsiteY7" fmla="*/ 69519 h 139038"/>
                <a:gd name="connsiteX8" fmla="*/ 9437 w 139038"/>
                <a:gd name="connsiteY8" fmla="*/ 78956 h 139038"/>
                <a:gd name="connsiteX9" fmla="*/ 60082 w 139038"/>
                <a:gd name="connsiteY9" fmla="*/ 78956 h 139038"/>
                <a:gd name="connsiteX10" fmla="*/ 60082 w 139038"/>
                <a:gd name="connsiteY10" fmla="*/ 129601 h 139038"/>
                <a:gd name="connsiteX11" fmla="*/ 69519 w 139038"/>
                <a:gd name="connsiteY11" fmla="*/ 139038 h 139038"/>
                <a:gd name="connsiteX12" fmla="*/ 78956 w 139038"/>
                <a:gd name="connsiteY12" fmla="*/ 129601 h 139038"/>
                <a:gd name="connsiteX13" fmla="*/ 78956 w 139038"/>
                <a:gd name="connsiteY13" fmla="*/ 78956 h 139038"/>
                <a:gd name="connsiteX14" fmla="*/ 129601 w 139038"/>
                <a:gd name="connsiteY14" fmla="*/ 78956 h 139038"/>
                <a:gd name="connsiteX15" fmla="*/ 139038 w 139038"/>
                <a:gd name="connsiteY15" fmla="*/ 69519 h 139038"/>
                <a:gd name="connsiteX16" fmla="*/ 129601 w 139038"/>
                <a:gd name="connsiteY16" fmla="*/ 60082 h 139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8" h="139038">
                  <a:moveTo>
                    <a:pt x="129601" y="60082"/>
                  </a:moveTo>
                  <a:lnTo>
                    <a:pt x="78956" y="60082"/>
                  </a:lnTo>
                  <a:lnTo>
                    <a:pt x="78956" y="9437"/>
                  </a:lnTo>
                  <a:cubicBezTo>
                    <a:pt x="78956" y="4225"/>
                    <a:pt x="74731" y="0"/>
                    <a:pt x="69519" y="0"/>
                  </a:cubicBezTo>
                  <a:cubicBezTo>
                    <a:pt x="64307" y="0"/>
                    <a:pt x="60082" y="4225"/>
                    <a:pt x="60082" y="9437"/>
                  </a:cubicBezTo>
                  <a:lnTo>
                    <a:pt x="60082" y="60082"/>
                  </a:lnTo>
                  <a:lnTo>
                    <a:pt x="9437" y="60082"/>
                  </a:lnTo>
                  <a:cubicBezTo>
                    <a:pt x="4225" y="60082"/>
                    <a:pt x="0" y="64307"/>
                    <a:pt x="0" y="69519"/>
                  </a:cubicBezTo>
                  <a:cubicBezTo>
                    <a:pt x="0" y="74731"/>
                    <a:pt x="4225" y="78956"/>
                    <a:pt x="9437" y="78956"/>
                  </a:cubicBezTo>
                  <a:lnTo>
                    <a:pt x="60082" y="78956"/>
                  </a:lnTo>
                  <a:lnTo>
                    <a:pt x="60082" y="129601"/>
                  </a:lnTo>
                  <a:cubicBezTo>
                    <a:pt x="60082" y="134813"/>
                    <a:pt x="64307" y="139038"/>
                    <a:pt x="69519" y="139038"/>
                  </a:cubicBezTo>
                  <a:cubicBezTo>
                    <a:pt x="74731" y="139038"/>
                    <a:pt x="78956" y="134813"/>
                    <a:pt x="78956" y="129601"/>
                  </a:cubicBezTo>
                  <a:lnTo>
                    <a:pt x="78956" y="78956"/>
                  </a:lnTo>
                  <a:lnTo>
                    <a:pt x="129601" y="78956"/>
                  </a:lnTo>
                  <a:cubicBezTo>
                    <a:pt x="134813" y="78956"/>
                    <a:pt x="139038" y="74731"/>
                    <a:pt x="139038" y="69519"/>
                  </a:cubicBezTo>
                  <a:cubicBezTo>
                    <a:pt x="139038" y="64307"/>
                    <a:pt x="134813" y="60082"/>
                    <a:pt x="129601" y="60082"/>
                  </a:cubicBezTo>
                  <a:close/>
                </a:path>
              </a:pathLst>
            </a:custGeom>
            <a:solidFill>
              <a:schemeClr val="bg1"/>
            </a:solidFill>
            <a:ln w="603" cap="flat">
              <a:noFill/>
              <a:prstDash val="solid"/>
              <a:miter/>
            </a:ln>
          </p:spPr>
          <p:txBody>
            <a:bodyPr rtlCol="0" anchor="ctr"/>
            <a:lstStyle/>
            <a:p>
              <a:endParaRPr lang="en-US" dirty="0"/>
            </a:p>
          </p:txBody>
        </p:sp>
        <p:sp>
          <p:nvSpPr>
            <p:cNvPr id="23" name="Graphic 15">
              <a:extLst>
                <a:ext uri="{FF2B5EF4-FFF2-40B4-BE49-F238E27FC236}">
                  <a16:creationId xmlns:a16="http://schemas.microsoft.com/office/drawing/2014/main" id="{E5ABBDAD-943D-48F3-9C80-B29C48966C79}"/>
                </a:ext>
              </a:extLst>
            </p:cNvPr>
            <p:cNvSpPr/>
            <p:nvPr userDrawn="1"/>
          </p:nvSpPr>
          <p:spPr>
            <a:xfrm>
              <a:off x="7843462" y="3198265"/>
              <a:ext cx="127713" cy="127713"/>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bg1"/>
            </a:solidFill>
            <a:ln w="610" cap="flat">
              <a:noFill/>
              <a:prstDash val="solid"/>
              <a:miter/>
            </a:ln>
          </p:spPr>
          <p:txBody>
            <a:bodyPr rtlCol="0" anchor="ctr"/>
            <a:lstStyle/>
            <a:p>
              <a:endParaRPr lang="en-US" dirty="0"/>
            </a:p>
          </p:txBody>
        </p:sp>
      </p:grpSp>
      <p:sp>
        <p:nvSpPr>
          <p:cNvPr id="5" name="Picture Placeholder 14">
            <a:extLst>
              <a:ext uri="{FF2B5EF4-FFF2-40B4-BE49-F238E27FC236}">
                <a16:creationId xmlns:a16="http://schemas.microsoft.com/office/drawing/2014/main" id="{5DDB7824-50BA-B12F-AD49-CA8953CA3A0E}"/>
              </a:ext>
            </a:extLst>
          </p:cNvPr>
          <p:cNvSpPr>
            <a:spLocks noGrp="1"/>
          </p:cNvSpPr>
          <p:nvPr>
            <p:ph type="pic" sz="quarter" idx="13" hasCustomPrompt="1"/>
          </p:nvPr>
        </p:nvSpPr>
        <p:spPr>
          <a:xfrm>
            <a:off x="8536252" y="3205313"/>
            <a:ext cx="3043077" cy="3043083"/>
          </a:xfrm>
          <a:custGeom>
            <a:avLst/>
            <a:gdLst>
              <a:gd name="connsiteX0" fmla="*/ 2133823 w 4266960"/>
              <a:gd name="connsiteY0" fmla="*/ 0 h 4266968"/>
              <a:gd name="connsiteX1" fmla="*/ 4256628 w 4266960"/>
              <a:gd name="connsiteY1" fmla="*/ 1915652 h 4266968"/>
              <a:gd name="connsiteX2" fmla="*/ 4266960 w 4266960"/>
              <a:gd name="connsiteY2" fmla="*/ 2120258 h 4266968"/>
              <a:gd name="connsiteX3" fmla="*/ 4266960 w 4266960"/>
              <a:gd name="connsiteY3" fmla="*/ 2147389 h 4266968"/>
              <a:gd name="connsiteX4" fmla="*/ 4256628 w 4266960"/>
              <a:gd name="connsiteY4" fmla="*/ 2351994 h 4266968"/>
              <a:gd name="connsiteX5" fmla="*/ 2351994 w 4266960"/>
              <a:gd name="connsiteY5" fmla="*/ 4256629 h 4266968"/>
              <a:gd name="connsiteX6" fmla="*/ 2147230 w 4266960"/>
              <a:gd name="connsiteY6" fmla="*/ 4266968 h 4266968"/>
              <a:gd name="connsiteX7" fmla="*/ 2120416 w 4266960"/>
              <a:gd name="connsiteY7" fmla="*/ 4266968 h 4266968"/>
              <a:gd name="connsiteX8" fmla="*/ 1915652 w 4266960"/>
              <a:gd name="connsiteY8" fmla="*/ 4256629 h 4266968"/>
              <a:gd name="connsiteX9" fmla="*/ 0 w 4266960"/>
              <a:gd name="connsiteY9" fmla="*/ 2133823 h 4266968"/>
              <a:gd name="connsiteX10" fmla="*/ 2133823 w 4266960"/>
              <a:gd name="connsiteY10" fmla="*/ 0 h 4266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66960" h="4266968">
                <a:moveTo>
                  <a:pt x="2133823" y="0"/>
                </a:moveTo>
                <a:cubicBezTo>
                  <a:pt x="3238644" y="0"/>
                  <a:pt x="4147355" y="839660"/>
                  <a:pt x="4256628" y="1915652"/>
                </a:cubicBezTo>
                <a:lnTo>
                  <a:pt x="4266960" y="2120258"/>
                </a:lnTo>
                <a:lnTo>
                  <a:pt x="4266960" y="2147389"/>
                </a:lnTo>
                <a:lnTo>
                  <a:pt x="4256628" y="2351994"/>
                </a:lnTo>
                <a:cubicBezTo>
                  <a:pt x="4154640" y="3356254"/>
                  <a:pt x="3356253" y="4154640"/>
                  <a:pt x="2351994" y="4256629"/>
                </a:cubicBezTo>
                <a:lnTo>
                  <a:pt x="2147230" y="4266968"/>
                </a:lnTo>
                <a:lnTo>
                  <a:pt x="2120416" y="4266968"/>
                </a:lnTo>
                <a:lnTo>
                  <a:pt x="1915652" y="4256629"/>
                </a:lnTo>
                <a:cubicBezTo>
                  <a:pt x="839660" y="4147356"/>
                  <a:pt x="0" y="3238645"/>
                  <a:pt x="0" y="2133823"/>
                </a:cubicBezTo>
                <a:cubicBezTo>
                  <a:pt x="0" y="955346"/>
                  <a:pt x="955346" y="0"/>
                  <a:pt x="2133823" y="0"/>
                </a:cubicBezTo>
                <a:close/>
              </a:path>
            </a:pathLst>
          </a:custGeom>
        </p:spPr>
        <p:txBody>
          <a:bodyPr wrap="square" tIns="914400" anchor="t" anchorCtr="0">
            <a:noAutofit/>
          </a:bodyPr>
          <a:lstStyle>
            <a:lvl1pPr algn="ctr">
              <a:buNone/>
              <a:defRPr sz="1800">
                <a:solidFill>
                  <a:schemeClr val="bg1"/>
                </a:solidFill>
              </a:defRPr>
            </a:lvl1pPr>
          </a:lstStyle>
          <a:p>
            <a:r>
              <a:rPr lang="en-US" dirty="0"/>
              <a:t>Click to add picture</a:t>
            </a:r>
          </a:p>
        </p:txBody>
      </p:sp>
    </p:spTree>
    <p:extLst>
      <p:ext uri="{BB962C8B-B14F-4D97-AF65-F5344CB8AC3E}">
        <p14:creationId xmlns:p14="http://schemas.microsoft.com/office/powerpoint/2010/main" val="6526456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imag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6CF8C-1EA0-4E47-AC60-CAC3B80A3C5D}"/>
              </a:ext>
            </a:extLst>
          </p:cNvPr>
          <p:cNvSpPr>
            <a:spLocks noGrp="1"/>
          </p:cNvSpPr>
          <p:nvPr>
            <p:ph type="title" hasCustomPrompt="1"/>
          </p:nvPr>
        </p:nvSpPr>
        <p:spPr>
          <a:xfrm>
            <a:off x="4114800" y="640080"/>
            <a:ext cx="7498080" cy="1280160"/>
          </a:xfrm>
        </p:spPr>
        <p:txBody>
          <a:bodyPr lIns="0" tIns="0" rIns="0" bIns="0" anchor="b" anchorCtr="0"/>
          <a:lstStyle>
            <a:lvl1pPr>
              <a:defRPr sz="4000" b="1" cap="all" spc="0" baseline="0"/>
            </a:lvl1pPr>
          </a:lstStyle>
          <a:p>
            <a:r>
              <a:rPr lang="en-US" dirty="0"/>
              <a:t>Click to add title</a:t>
            </a:r>
          </a:p>
        </p:txBody>
      </p:sp>
      <p:sp>
        <p:nvSpPr>
          <p:cNvPr id="6" name="Slide Number Placeholder 5">
            <a:extLst>
              <a:ext uri="{FF2B5EF4-FFF2-40B4-BE49-F238E27FC236}">
                <a16:creationId xmlns:a16="http://schemas.microsoft.com/office/drawing/2014/main" id="{5266FD4D-815A-431C-ADEF-DE6F236F617F}"/>
              </a:ext>
            </a:extLst>
          </p:cNvPr>
          <p:cNvSpPr>
            <a:spLocks noGrp="1"/>
          </p:cNvSpPr>
          <p:nvPr>
            <p:ph type="sldNum" sz="quarter" idx="12"/>
          </p:nvPr>
        </p:nvSpPr>
        <p:spPr>
          <a:xfrm>
            <a:off x="484632" y="722376"/>
            <a:ext cx="520991" cy="517379"/>
          </a:xfrm>
        </p:spPr>
        <p:txBody>
          <a:bodyPr anchor="t" anchorCtr="0"/>
          <a:lstStyle>
            <a:lvl1pPr>
              <a:defRPr>
                <a:solidFill>
                  <a:schemeClr val="accent2"/>
                </a:solidFill>
              </a:defRPr>
            </a:lvl1pPr>
          </a:lstStyle>
          <a:p>
            <a:fld id="{D8DA9DAA-006C-4F4B-980E-E3DF019B24E2}" type="slidenum">
              <a:rPr lang="en-US" smtClean="0"/>
              <a:pPr/>
              <a:t>‹#›</a:t>
            </a:fld>
            <a:endParaRPr lang="en-US" dirty="0"/>
          </a:p>
        </p:txBody>
      </p:sp>
      <p:sp>
        <p:nvSpPr>
          <p:cNvPr id="15" name="Picture Placeholder 14">
            <a:extLst>
              <a:ext uri="{FF2B5EF4-FFF2-40B4-BE49-F238E27FC236}">
                <a16:creationId xmlns:a16="http://schemas.microsoft.com/office/drawing/2014/main" id="{E62FC6D8-DD87-4B93-8491-43C84EE63FE2}"/>
              </a:ext>
            </a:extLst>
          </p:cNvPr>
          <p:cNvSpPr>
            <a:spLocks noGrp="1"/>
          </p:cNvSpPr>
          <p:nvPr>
            <p:ph type="pic" sz="quarter" idx="13" hasCustomPrompt="1"/>
          </p:nvPr>
        </p:nvSpPr>
        <p:spPr>
          <a:xfrm>
            <a:off x="1317615" y="895646"/>
            <a:ext cx="1956925" cy="1956928"/>
          </a:xfrm>
          <a:custGeom>
            <a:avLst/>
            <a:gdLst>
              <a:gd name="connsiteX0" fmla="*/ 2133823 w 4266960"/>
              <a:gd name="connsiteY0" fmla="*/ 0 h 4266968"/>
              <a:gd name="connsiteX1" fmla="*/ 4256628 w 4266960"/>
              <a:gd name="connsiteY1" fmla="*/ 1915652 h 4266968"/>
              <a:gd name="connsiteX2" fmla="*/ 4266960 w 4266960"/>
              <a:gd name="connsiteY2" fmla="*/ 2120258 h 4266968"/>
              <a:gd name="connsiteX3" fmla="*/ 4266960 w 4266960"/>
              <a:gd name="connsiteY3" fmla="*/ 2147389 h 4266968"/>
              <a:gd name="connsiteX4" fmla="*/ 4256628 w 4266960"/>
              <a:gd name="connsiteY4" fmla="*/ 2351994 h 4266968"/>
              <a:gd name="connsiteX5" fmla="*/ 2351994 w 4266960"/>
              <a:gd name="connsiteY5" fmla="*/ 4256629 h 4266968"/>
              <a:gd name="connsiteX6" fmla="*/ 2147230 w 4266960"/>
              <a:gd name="connsiteY6" fmla="*/ 4266968 h 4266968"/>
              <a:gd name="connsiteX7" fmla="*/ 2120416 w 4266960"/>
              <a:gd name="connsiteY7" fmla="*/ 4266968 h 4266968"/>
              <a:gd name="connsiteX8" fmla="*/ 1915652 w 4266960"/>
              <a:gd name="connsiteY8" fmla="*/ 4256629 h 4266968"/>
              <a:gd name="connsiteX9" fmla="*/ 0 w 4266960"/>
              <a:gd name="connsiteY9" fmla="*/ 2133823 h 4266968"/>
              <a:gd name="connsiteX10" fmla="*/ 2133823 w 4266960"/>
              <a:gd name="connsiteY10" fmla="*/ 0 h 4266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66960" h="4266968">
                <a:moveTo>
                  <a:pt x="2133823" y="0"/>
                </a:moveTo>
                <a:cubicBezTo>
                  <a:pt x="3238644" y="0"/>
                  <a:pt x="4147355" y="839660"/>
                  <a:pt x="4256628" y="1915652"/>
                </a:cubicBezTo>
                <a:lnTo>
                  <a:pt x="4266960" y="2120258"/>
                </a:lnTo>
                <a:lnTo>
                  <a:pt x="4266960" y="2147389"/>
                </a:lnTo>
                <a:lnTo>
                  <a:pt x="4256628" y="2351994"/>
                </a:lnTo>
                <a:cubicBezTo>
                  <a:pt x="4154640" y="3356254"/>
                  <a:pt x="3356253" y="4154640"/>
                  <a:pt x="2351994" y="4256629"/>
                </a:cubicBezTo>
                <a:lnTo>
                  <a:pt x="2147230" y="4266968"/>
                </a:lnTo>
                <a:lnTo>
                  <a:pt x="2120416" y="4266968"/>
                </a:lnTo>
                <a:lnTo>
                  <a:pt x="1915652" y="4256629"/>
                </a:lnTo>
                <a:cubicBezTo>
                  <a:pt x="839660" y="4147356"/>
                  <a:pt x="0" y="3238645"/>
                  <a:pt x="0" y="2133823"/>
                </a:cubicBezTo>
                <a:cubicBezTo>
                  <a:pt x="0" y="955346"/>
                  <a:pt x="955346" y="0"/>
                  <a:pt x="2133823" y="0"/>
                </a:cubicBezTo>
                <a:close/>
              </a:path>
            </a:pathLst>
          </a:custGeom>
        </p:spPr>
        <p:txBody>
          <a:bodyPr wrap="square" tIns="91440" anchor="t" anchorCtr="0">
            <a:noAutofit/>
          </a:bodyPr>
          <a:lstStyle>
            <a:lvl1pPr algn="ctr">
              <a:buNone/>
              <a:defRPr sz="1800"/>
            </a:lvl1pPr>
          </a:lstStyle>
          <a:p>
            <a:r>
              <a:rPr lang="en-US" dirty="0"/>
              <a:t>Click to add picture</a:t>
            </a:r>
          </a:p>
        </p:txBody>
      </p:sp>
      <p:sp>
        <p:nvSpPr>
          <p:cNvPr id="3" name="Content Placeholder 2">
            <a:extLst>
              <a:ext uri="{FF2B5EF4-FFF2-40B4-BE49-F238E27FC236}">
                <a16:creationId xmlns:a16="http://schemas.microsoft.com/office/drawing/2014/main" id="{628CABF8-19D8-4F3C-994F-4D35EC7A2C3E}"/>
              </a:ext>
            </a:extLst>
          </p:cNvPr>
          <p:cNvSpPr>
            <a:spLocks noGrp="1"/>
          </p:cNvSpPr>
          <p:nvPr>
            <p:ph idx="1" hasCustomPrompt="1"/>
          </p:nvPr>
        </p:nvSpPr>
        <p:spPr>
          <a:xfrm>
            <a:off x="4114800" y="2194560"/>
            <a:ext cx="7498080" cy="4023360"/>
          </a:xfrm>
        </p:spPr>
        <p:txBody>
          <a:bodyPr lIns="0" tIns="0" rIns="0" bIns="0">
            <a:noAutofit/>
          </a:bodyPr>
          <a:lstStyle>
            <a:lvl1pPr marL="0" indent="0">
              <a:lnSpc>
                <a:spcPct val="110000"/>
              </a:lnSpc>
              <a:buNone/>
              <a:defRPr sz="1800"/>
            </a:lvl1pPr>
            <a:lvl2pPr marL="228600">
              <a:defRPr sz="1600"/>
            </a:lvl2pPr>
            <a:lvl3pPr marL="457200">
              <a:defRPr sz="1400"/>
            </a:lvl3pPr>
            <a:lvl4pPr marL="685800">
              <a:defRPr sz="1200"/>
            </a:lvl4pPr>
            <a:lvl5pPr>
              <a:defRPr sz="1400"/>
            </a:lvl5pPr>
          </a:lstStyle>
          <a:p>
            <a:pPr lvl="0"/>
            <a:r>
              <a:rPr lang="en-US" dirty="0"/>
              <a:t>Click to add text</a:t>
            </a:r>
          </a:p>
          <a:p>
            <a:pPr lvl="1"/>
            <a:r>
              <a:rPr lang="en-US" dirty="0"/>
              <a:t>Second level</a:t>
            </a:r>
          </a:p>
          <a:p>
            <a:pPr lvl="2"/>
            <a:r>
              <a:rPr lang="en-US" dirty="0"/>
              <a:t>Third level</a:t>
            </a:r>
          </a:p>
          <a:p>
            <a:pPr lvl="3"/>
            <a:r>
              <a:rPr lang="en-US" dirty="0"/>
              <a:t>Fourth level</a:t>
            </a:r>
          </a:p>
        </p:txBody>
      </p:sp>
      <p:grpSp>
        <p:nvGrpSpPr>
          <p:cNvPr id="7" name="Group 6">
            <a:extLst>
              <a:ext uri="{FF2B5EF4-FFF2-40B4-BE49-F238E27FC236}">
                <a16:creationId xmlns:a16="http://schemas.microsoft.com/office/drawing/2014/main" id="{758B5E78-A531-681D-1312-F21B52D066B8}"/>
              </a:ext>
              <a:ext uri="{C183D7F6-B498-43B3-948B-1728B52AA6E4}">
                <adec:decorative xmlns:adec="http://schemas.microsoft.com/office/drawing/2017/decorative" val="1"/>
              </a:ext>
            </a:extLst>
          </p:cNvPr>
          <p:cNvGrpSpPr/>
          <p:nvPr userDrawn="1"/>
        </p:nvGrpSpPr>
        <p:grpSpPr>
          <a:xfrm>
            <a:off x="2970685" y="620661"/>
            <a:ext cx="403448" cy="381782"/>
            <a:chOff x="10969280" y="1780012"/>
            <a:chExt cx="403448" cy="381782"/>
          </a:xfrm>
        </p:grpSpPr>
        <p:sp>
          <p:nvSpPr>
            <p:cNvPr id="17" name="Graphic 10">
              <a:extLst>
                <a:ext uri="{FF2B5EF4-FFF2-40B4-BE49-F238E27FC236}">
                  <a16:creationId xmlns:a16="http://schemas.microsoft.com/office/drawing/2014/main" id="{AAD06B87-D9B2-4F94-B734-A8F039A2033F}"/>
                </a:ext>
                <a:ext uri="{C183D7F6-B498-43B3-948B-1728B52AA6E4}">
                  <adec:decorative xmlns:adec="http://schemas.microsoft.com/office/drawing/2017/decorative" val="1"/>
                </a:ext>
              </a:extLst>
            </p:cNvPr>
            <p:cNvSpPr/>
            <p:nvPr userDrawn="1"/>
          </p:nvSpPr>
          <p:spPr>
            <a:xfrm>
              <a:off x="11281590" y="2070656"/>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dirty="0"/>
            </a:p>
          </p:txBody>
        </p:sp>
        <p:sp>
          <p:nvSpPr>
            <p:cNvPr id="19" name="Graphic 11">
              <a:extLst>
                <a:ext uri="{FF2B5EF4-FFF2-40B4-BE49-F238E27FC236}">
                  <a16:creationId xmlns:a16="http://schemas.microsoft.com/office/drawing/2014/main" id="{BB13A13C-36EA-4B13-9175-C5FE95B34D33}"/>
                </a:ext>
                <a:ext uri="{C183D7F6-B498-43B3-948B-1728B52AA6E4}">
                  <adec:decorative xmlns:adec="http://schemas.microsoft.com/office/drawing/2017/decorative" val="1"/>
                </a:ext>
              </a:extLst>
            </p:cNvPr>
            <p:cNvSpPr/>
            <p:nvPr userDrawn="1"/>
          </p:nvSpPr>
          <p:spPr>
            <a:xfrm>
              <a:off x="10969280" y="1780012"/>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dirty="0"/>
            </a:p>
          </p:txBody>
        </p:sp>
      </p:grpSp>
      <p:sp>
        <p:nvSpPr>
          <p:cNvPr id="4" name="Footer Placeholder 8">
            <a:extLst>
              <a:ext uri="{FF2B5EF4-FFF2-40B4-BE49-F238E27FC236}">
                <a16:creationId xmlns:a16="http://schemas.microsoft.com/office/drawing/2014/main" id="{5189CAD3-7011-6481-11F8-05B5CB106F01}"/>
              </a:ext>
            </a:extLst>
          </p:cNvPr>
          <p:cNvSpPr>
            <a:spLocks noGrp="1"/>
          </p:cNvSpPr>
          <p:nvPr>
            <p:ph type="ftr" sz="quarter" idx="17"/>
          </p:nvPr>
        </p:nvSpPr>
        <p:spPr>
          <a:xfrm>
            <a:off x="1280160" y="6356350"/>
            <a:ext cx="4114800" cy="365125"/>
          </a:xfrm>
        </p:spPr>
        <p:txBody>
          <a:bodyPr lIns="0" rIns="91440"/>
          <a:lstStyle>
            <a:lvl1pPr algn="l">
              <a:defRPr/>
            </a:lvl1pPr>
          </a:lstStyle>
          <a:p>
            <a:endParaRPr lang="en-US" dirty="0"/>
          </a:p>
        </p:txBody>
      </p:sp>
      <p:cxnSp>
        <p:nvCxnSpPr>
          <p:cNvPr id="10" name="Straight Connector 9">
            <a:extLst>
              <a:ext uri="{FF2B5EF4-FFF2-40B4-BE49-F238E27FC236}">
                <a16:creationId xmlns:a16="http://schemas.microsoft.com/office/drawing/2014/main" id="{CB7CB27F-7A56-A747-A4D6-5627C24638D9}"/>
              </a:ext>
              <a:ext uri="{C183D7F6-B498-43B3-948B-1728B52AA6E4}">
                <adec:decorative xmlns:adec="http://schemas.microsoft.com/office/drawing/2017/decorative" val="1"/>
              </a:ext>
            </a:extLst>
          </p:cNvPr>
          <p:cNvCxnSpPr>
            <a:cxnSpLocks/>
          </p:cNvCxnSpPr>
          <p:nvPr userDrawn="1"/>
        </p:nvCxnSpPr>
        <p:spPr>
          <a:xfrm>
            <a:off x="740664" y="1371600"/>
            <a:ext cx="0" cy="548640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971113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 Subtitle slide">
    <p:bg>
      <p:bgPr>
        <a:gradFill>
          <a:gsLst>
            <a:gs pos="100000">
              <a:schemeClr val="accent4"/>
            </a:gs>
            <a:gs pos="0">
              <a:schemeClr val="accent2"/>
            </a:gs>
          </a:gsLst>
          <a:lin ang="180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40AAD-80AF-40E7-BE3F-43D32FC68ED4}"/>
              </a:ext>
            </a:extLst>
          </p:cNvPr>
          <p:cNvSpPr>
            <a:spLocks noGrp="1"/>
          </p:cNvSpPr>
          <p:nvPr>
            <p:ph type="ctrTitle" hasCustomPrompt="1"/>
          </p:nvPr>
        </p:nvSpPr>
        <p:spPr>
          <a:xfrm>
            <a:off x="1280159" y="3383280"/>
            <a:ext cx="10302240" cy="1852046"/>
          </a:xfrm>
        </p:spPr>
        <p:txBody>
          <a:bodyPr lIns="0" tIns="274320" rIns="0" bIns="0" anchor="t" anchorCtr="0"/>
          <a:lstStyle>
            <a:lvl1pPr algn="l">
              <a:lnSpc>
                <a:spcPts val="5400"/>
              </a:lnSpc>
              <a:defRPr sz="5400" b="1" i="0" cap="all" spc="0" baseline="0">
                <a:solidFill>
                  <a:schemeClr val="bg1"/>
                </a:solidFill>
              </a:defRPr>
            </a:lvl1pPr>
          </a:lstStyle>
          <a:p>
            <a:r>
              <a:rPr lang="en-US" dirty="0"/>
              <a:t>Click to add title</a:t>
            </a:r>
          </a:p>
        </p:txBody>
      </p:sp>
      <p:sp>
        <p:nvSpPr>
          <p:cNvPr id="3" name="Subtitle 2">
            <a:extLst>
              <a:ext uri="{FF2B5EF4-FFF2-40B4-BE49-F238E27FC236}">
                <a16:creationId xmlns:a16="http://schemas.microsoft.com/office/drawing/2014/main" id="{EC80FBD9-0977-4B2B-9318-30774BB0947C}"/>
              </a:ext>
            </a:extLst>
          </p:cNvPr>
          <p:cNvSpPr>
            <a:spLocks noGrp="1"/>
          </p:cNvSpPr>
          <p:nvPr>
            <p:ph type="subTitle" idx="1" hasCustomPrompt="1"/>
          </p:nvPr>
        </p:nvSpPr>
        <p:spPr>
          <a:xfrm>
            <a:off x="1280158" y="2966886"/>
            <a:ext cx="10302237" cy="397191"/>
          </a:xfrm>
        </p:spPr>
        <p:txBody>
          <a:bodyPr lIns="0" tIns="0" rIns="0" bIns="0" anchor="b" anchorCtr="0">
            <a:norm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text</a:t>
            </a:r>
          </a:p>
        </p:txBody>
      </p:sp>
      <p:grpSp>
        <p:nvGrpSpPr>
          <p:cNvPr id="4" name="Group 3">
            <a:extLst>
              <a:ext uri="{FF2B5EF4-FFF2-40B4-BE49-F238E27FC236}">
                <a16:creationId xmlns:a16="http://schemas.microsoft.com/office/drawing/2014/main" id="{22749162-63A5-5BF9-895E-B0577A6C47E0}"/>
              </a:ext>
              <a:ext uri="{C183D7F6-B498-43B3-948B-1728B52AA6E4}">
                <adec:decorative xmlns:adec="http://schemas.microsoft.com/office/drawing/2017/decorative" val="1"/>
              </a:ext>
            </a:extLst>
          </p:cNvPr>
          <p:cNvGrpSpPr/>
          <p:nvPr userDrawn="1"/>
        </p:nvGrpSpPr>
        <p:grpSpPr>
          <a:xfrm>
            <a:off x="10897692" y="620298"/>
            <a:ext cx="465456" cy="581432"/>
            <a:chOff x="7843462" y="2744546"/>
            <a:chExt cx="465456" cy="581432"/>
          </a:xfrm>
        </p:grpSpPr>
        <p:sp>
          <p:nvSpPr>
            <p:cNvPr id="19" name="Graphic 12">
              <a:extLst>
                <a:ext uri="{FF2B5EF4-FFF2-40B4-BE49-F238E27FC236}">
                  <a16:creationId xmlns:a16="http://schemas.microsoft.com/office/drawing/2014/main" id="{818B4386-1FCF-4ACE-BE25-AF9CC5E2256F}"/>
                </a:ext>
              </a:extLst>
            </p:cNvPr>
            <p:cNvSpPr/>
            <p:nvPr userDrawn="1"/>
          </p:nvSpPr>
          <p:spPr>
            <a:xfrm>
              <a:off x="8217780" y="29738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dirty="0"/>
            </a:p>
          </p:txBody>
        </p:sp>
        <p:sp>
          <p:nvSpPr>
            <p:cNvPr id="21" name="Graphic 13">
              <a:extLst>
                <a:ext uri="{FF2B5EF4-FFF2-40B4-BE49-F238E27FC236}">
                  <a16:creationId xmlns:a16="http://schemas.microsoft.com/office/drawing/2014/main" id="{19319560-50ED-4963-A2CF-74663239D426}"/>
                </a:ext>
              </a:extLst>
            </p:cNvPr>
            <p:cNvSpPr/>
            <p:nvPr userDrawn="1"/>
          </p:nvSpPr>
          <p:spPr>
            <a:xfrm>
              <a:off x="7859002" y="2744546"/>
              <a:ext cx="139038" cy="139038"/>
            </a:xfrm>
            <a:custGeom>
              <a:avLst/>
              <a:gdLst>
                <a:gd name="connsiteX0" fmla="*/ 129601 w 139038"/>
                <a:gd name="connsiteY0" fmla="*/ 60082 h 139038"/>
                <a:gd name="connsiteX1" fmla="*/ 78956 w 139038"/>
                <a:gd name="connsiteY1" fmla="*/ 60082 h 139038"/>
                <a:gd name="connsiteX2" fmla="*/ 78956 w 139038"/>
                <a:gd name="connsiteY2" fmla="*/ 9437 h 139038"/>
                <a:gd name="connsiteX3" fmla="*/ 69519 w 139038"/>
                <a:gd name="connsiteY3" fmla="*/ 0 h 139038"/>
                <a:gd name="connsiteX4" fmla="*/ 60082 w 139038"/>
                <a:gd name="connsiteY4" fmla="*/ 9437 h 139038"/>
                <a:gd name="connsiteX5" fmla="*/ 60082 w 139038"/>
                <a:gd name="connsiteY5" fmla="*/ 60082 h 139038"/>
                <a:gd name="connsiteX6" fmla="*/ 9437 w 139038"/>
                <a:gd name="connsiteY6" fmla="*/ 60082 h 139038"/>
                <a:gd name="connsiteX7" fmla="*/ 0 w 139038"/>
                <a:gd name="connsiteY7" fmla="*/ 69519 h 139038"/>
                <a:gd name="connsiteX8" fmla="*/ 9437 w 139038"/>
                <a:gd name="connsiteY8" fmla="*/ 78956 h 139038"/>
                <a:gd name="connsiteX9" fmla="*/ 60082 w 139038"/>
                <a:gd name="connsiteY9" fmla="*/ 78956 h 139038"/>
                <a:gd name="connsiteX10" fmla="*/ 60082 w 139038"/>
                <a:gd name="connsiteY10" fmla="*/ 129601 h 139038"/>
                <a:gd name="connsiteX11" fmla="*/ 69519 w 139038"/>
                <a:gd name="connsiteY11" fmla="*/ 139038 h 139038"/>
                <a:gd name="connsiteX12" fmla="*/ 78956 w 139038"/>
                <a:gd name="connsiteY12" fmla="*/ 129601 h 139038"/>
                <a:gd name="connsiteX13" fmla="*/ 78956 w 139038"/>
                <a:gd name="connsiteY13" fmla="*/ 78956 h 139038"/>
                <a:gd name="connsiteX14" fmla="*/ 129601 w 139038"/>
                <a:gd name="connsiteY14" fmla="*/ 78956 h 139038"/>
                <a:gd name="connsiteX15" fmla="*/ 139038 w 139038"/>
                <a:gd name="connsiteY15" fmla="*/ 69519 h 139038"/>
                <a:gd name="connsiteX16" fmla="*/ 129601 w 139038"/>
                <a:gd name="connsiteY16" fmla="*/ 60082 h 139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8" h="139038">
                  <a:moveTo>
                    <a:pt x="129601" y="60082"/>
                  </a:moveTo>
                  <a:lnTo>
                    <a:pt x="78956" y="60082"/>
                  </a:lnTo>
                  <a:lnTo>
                    <a:pt x="78956" y="9437"/>
                  </a:lnTo>
                  <a:cubicBezTo>
                    <a:pt x="78956" y="4225"/>
                    <a:pt x="74731" y="0"/>
                    <a:pt x="69519" y="0"/>
                  </a:cubicBezTo>
                  <a:cubicBezTo>
                    <a:pt x="64307" y="0"/>
                    <a:pt x="60082" y="4225"/>
                    <a:pt x="60082" y="9437"/>
                  </a:cubicBezTo>
                  <a:lnTo>
                    <a:pt x="60082" y="60082"/>
                  </a:lnTo>
                  <a:lnTo>
                    <a:pt x="9437" y="60082"/>
                  </a:lnTo>
                  <a:cubicBezTo>
                    <a:pt x="4225" y="60082"/>
                    <a:pt x="0" y="64307"/>
                    <a:pt x="0" y="69519"/>
                  </a:cubicBezTo>
                  <a:cubicBezTo>
                    <a:pt x="0" y="74731"/>
                    <a:pt x="4225" y="78956"/>
                    <a:pt x="9437" y="78956"/>
                  </a:cubicBezTo>
                  <a:lnTo>
                    <a:pt x="60082" y="78956"/>
                  </a:lnTo>
                  <a:lnTo>
                    <a:pt x="60082" y="129601"/>
                  </a:lnTo>
                  <a:cubicBezTo>
                    <a:pt x="60082" y="134813"/>
                    <a:pt x="64307" y="139038"/>
                    <a:pt x="69519" y="139038"/>
                  </a:cubicBezTo>
                  <a:cubicBezTo>
                    <a:pt x="74731" y="139038"/>
                    <a:pt x="78956" y="134813"/>
                    <a:pt x="78956" y="129601"/>
                  </a:cubicBezTo>
                  <a:lnTo>
                    <a:pt x="78956" y="78956"/>
                  </a:lnTo>
                  <a:lnTo>
                    <a:pt x="129601" y="78956"/>
                  </a:lnTo>
                  <a:cubicBezTo>
                    <a:pt x="134813" y="78956"/>
                    <a:pt x="139038" y="74731"/>
                    <a:pt x="139038" y="69519"/>
                  </a:cubicBezTo>
                  <a:cubicBezTo>
                    <a:pt x="139038" y="64307"/>
                    <a:pt x="134813" y="60082"/>
                    <a:pt x="129601" y="60082"/>
                  </a:cubicBezTo>
                  <a:close/>
                </a:path>
              </a:pathLst>
            </a:custGeom>
            <a:solidFill>
              <a:schemeClr val="bg1"/>
            </a:solidFill>
            <a:ln w="603" cap="flat">
              <a:noFill/>
              <a:prstDash val="solid"/>
              <a:miter/>
            </a:ln>
          </p:spPr>
          <p:txBody>
            <a:bodyPr rtlCol="0" anchor="ctr"/>
            <a:lstStyle/>
            <a:p>
              <a:endParaRPr lang="en-US" dirty="0"/>
            </a:p>
          </p:txBody>
        </p:sp>
        <p:sp>
          <p:nvSpPr>
            <p:cNvPr id="23" name="Graphic 15">
              <a:extLst>
                <a:ext uri="{FF2B5EF4-FFF2-40B4-BE49-F238E27FC236}">
                  <a16:creationId xmlns:a16="http://schemas.microsoft.com/office/drawing/2014/main" id="{E5ABBDAD-943D-48F3-9C80-B29C48966C79}"/>
                </a:ext>
              </a:extLst>
            </p:cNvPr>
            <p:cNvSpPr/>
            <p:nvPr userDrawn="1"/>
          </p:nvSpPr>
          <p:spPr>
            <a:xfrm>
              <a:off x="7843462" y="3198265"/>
              <a:ext cx="127713" cy="127713"/>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bg1"/>
            </a:solidFill>
            <a:ln w="610" cap="flat">
              <a:noFill/>
              <a:prstDash val="solid"/>
              <a:miter/>
            </a:ln>
          </p:spPr>
          <p:txBody>
            <a:bodyPr rtlCol="0" anchor="ctr"/>
            <a:lstStyle/>
            <a:p>
              <a:endParaRPr lang="en-US" dirty="0"/>
            </a:p>
          </p:txBody>
        </p:sp>
      </p:grpSp>
      <p:cxnSp>
        <p:nvCxnSpPr>
          <p:cNvPr id="5" name="Straight Connector 4">
            <a:extLst>
              <a:ext uri="{FF2B5EF4-FFF2-40B4-BE49-F238E27FC236}">
                <a16:creationId xmlns:a16="http://schemas.microsoft.com/office/drawing/2014/main" id="{57912362-D30D-7B0B-BA94-0993B1EBC4E4}"/>
              </a:ext>
              <a:ext uri="{C183D7F6-B498-43B3-948B-1728B52AA6E4}">
                <adec:decorative xmlns:adec="http://schemas.microsoft.com/office/drawing/2017/decorative" val="1"/>
              </a:ext>
            </a:extLst>
          </p:cNvPr>
          <p:cNvCxnSpPr>
            <a:cxnSpLocks/>
          </p:cNvCxnSpPr>
          <p:nvPr userDrawn="1"/>
        </p:nvCxnSpPr>
        <p:spPr>
          <a:xfrm>
            <a:off x="1280160" y="0"/>
            <a:ext cx="0" cy="2775857"/>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776449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057AE-3B3B-4261-B912-BF9EB9A58C36}"/>
              </a:ext>
            </a:extLst>
          </p:cNvPr>
          <p:cNvSpPr>
            <a:spLocks noGrp="1"/>
          </p:cNvSpPr>
          <p:nvPr>
            <p:ph type="title" hasCustomPrompt="1"/>
          </p:nvPr>
        </p:nvSpPr>
        <p:spPr>
          <a:xfrm>
            <a:off x="1280160" y="685800"/>
            <a:ext cx="9137012" cy="1280160"/>
          </a:xfrm>
        </p:spPr>
        <p:txBody>
          <a:bodyPr lIns="0" tIns="0" rIns="0" bIns="0"/>
          <a:lstStyle>
            <a:lvl1pPr>
              <a:defRPr sz="4000" b="1" cap="all" spc="0" baseline="0"/>
            </a:lvl1pPr>
          </a:lstStyle>
          <a:p>
            <a:r>
              <a:rPr lang="en-US" dirty="0"/>
              <a:t>Click to add title</a:t>
            </a:r>
          </a:p>
        </p:txBody>
      </p:sp>
      <p:sp>
        <p:nvSpPr>
          <p:cNvPr id="15" name="Slide Number Placeholder 14">
            <a:extLst>
              <a:ext uri="{FF2B5EF4-FFF2-40B4-BE49-F238E27FC236}">
                <a16:creationId xmlns:a16="http://schemas.microsoft.com/office/drawing/2014/main" id="{0F91A5DB-A2CA-1D70-9A06-3869A288C924}"/>
              </a:ext>
            </a:extLst>
          </p:cNvPr>
          <p:cNvSpPr>
            <a:spLocks noGrp="1"/>
          </p:cNvSpPr>
          <p:nvPr>
            <p:ph type="sldNum" sz="quarter" idx="12"/>
          </p:nvPr>
        </p:nvSpPr>
        <p:spPr/>
        <p:txBody>
          <a:bodyPr/>
          <a:lstStyle/>
          <a:p>
            <a:fld id="{D8DA9DAA-006C-4F4B-980E-E3DF019B24E2}" type="slidenum">
              <a:rPr lang="en-US" smtClean="0"/>
              <a:pPr/>
              <a:t>‹#›</a:t>
            </a:fld>
            <a:endParaRPr lang="en-US" dirty="0"/>
          </a:p>
        </p:txBody>
      </p:sp>
      <p:sp>
        <p:nvSpPr>
          <p:cNvPr id="4" name="Content Placeholder 3">
            <a:extLst>
              <a:ext uri="{FF2B5EF4-FFF2-40B4-BE49-F238E27FC236}">
                <a16:creationId xmlns:a16="http://schemas.microsoft.com/office/drawing/2014/main" id="{8DE39CA1-2B6D-427E-9688-9093D5865CB7}"/>
              </a:ext>
            </a:extLst>
          </p:cNvPr>
          <p:cNvSpPr>
            <a:spLocks noGrp="1"/>
          </p:cNvSpPr>
          <p:nvPr>
            <p:ph sz="half" idx="2" hasCustomPrompt="1"/>
          </p:nvPr>
        </p:nvSpPr>
        <p:spPr>
          <a:xfrm>
            <a:off x="1280160" y="2327440"/>
            <a:ext cx="4846320" cy="4040574"/>
          </a:xfrm>
        </p:spPr>
        <p:txBody>
          <a:bodyPr lIns="0" tIns="0" rIns="0" bIns="0">
            <a:normAutofit/>
          </a:bodyPr>
          <a:lstStyle>
            <a:lvl1pPr marL="0" indent="0">
              <a:spcAft>
                <a:spcPts val="0"/>
              </a:spcAft>
              <a:buNone/>
              <a:defRPr sz="1800"/>
            </a:lvl1pPr>
            <a:lvl2pPr marL="228600">
              <a:spcBef>
                <a:spcPts val="1200"/>
              </a:spcBef>
              <a:defRPr sz="1800"/>
            </a:lvl2pPr>
            <a:lvl3pPr marL="685800">
              <a:spcBef>
                <a:spcPts val="1200"/>
              </a:spcBef>
              <a:defRPr sz="1800"/>
            </a:lvl3pPr>
            <a:lvl4pPr marL="1143000">
              <a:spcBef>
                <a:spcPts val="1200"/>
              </a:spcBef>
              <a:defRPr sz="1800"/>
            </a:lvl4pPr>
            <a:lvl5pPr marL="1600200">
              <a:spcBef>
                <a:spcPts val="12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a:extLst>
              <a:ext uri="{FF2B5EF4-FFF2-40B4-BE49-F238E27FC236}">
                <a16:creationId xmlns:a16="http://schemas.microsoft.com/office/drawing/2014/main" id="{BD7EA593-3036-4FB5-94B4-D9431DF04871}"/>
              </a:ext>
            </a:extLst>
          </p:cNvPr>
          <p:cNvSpPr>
            <a:spLocks noGrp="1"/>
          </p:cNvSpPr>
          <p:nvPr>
            <p:ph sz="quarter" idx="4" hasCustomPrompt="1"/>
          </p:nvPr>
        </p:nvSpPr>
        <p:spPr>
          <a:xfrm>
            <a:off x="6723402" y="2327441"/>
            <a:ext cx="4846320" cy="4040574"/>
          </a:xfrm>
        </p:spPr>
        <p:txBody>
          <a:bodyPr lIns="0" tIns="0" rIns="0" bIns="0">
            <a:normAutofit/>
          </a:bodyPr>
          <a:lstStyle>
            <a:lvl1pPr marL="0" indent="0">
              <a:spcAft>
                <a:spcPts val="0"/>
              </a:spcAft>
              <a:buNone/>
              <a:defRPr sz="1800"/>
            </a:lvl1pPr>
            <a:lvl2pPr marL="228600">
              <a:spcBef>
                <a:spcPts val="1200"/>
              </a:spcBef>
              <a:defRPr sz="1800"/>
            </a:lvl2pPr>
            <a:lvl3pPr marL="685800">
              <a:spcBef>
                <a:spcPts val="1200"/>
              </a:spcBef>
              <a:defRPr sz="1800"/>
            </a:lvl3pPr>
            <a:lvl4pPr marL="1143000">
              <a:spcBef>
                <a:spcPts val="1200"/>
              </a:spcBef>
              <a:defRPr sz="1800"/>
            </a:lvl4pPr>
            <a:lvl5pPr marL="1600200">
              <a:spcBef>
                <a:spcPts val="12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0" name="Straight Connector 9">
            <a:extLst>
              <a:ext uri="{FF2B5EF4-FFF2-40B4-BE49-F238E27FC236}">
                <a16:creationId xmlns:a16="http://schemas.microsoft.com/office/drawing/2014/main" id="{160F34ED-DA60-4CC2-B735-B0EC5D9FEA35}"/>
              </a:ext>
              <a:ext uri="{C183D7F6-B498-43B3-948B-1728B52AA6E4}">
                <adec:decorative xmlns:adec="http://schemas.microsoft.com/office/drawing/2017/decorative" val="1"/>
              </a:ext>
            </a:extLst>
          </p:cNvPr>
          <p:cNvCxnSpPr>
            <a:cxnSpLocks/>
          </p:cNvCxnSpPr>
          <p:nvPr/>
        </p:nvCxnSpPr>
        <p:spPr>
          <a:xfrm>
            <a:off x="740664" y="1371600"/>
            <a:ext cx="0" cy="548640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12" name="Graphic 15">
            <a:extLst>
              <a:ext uri="{FF2B5EF4-FFF2-40B4-BE49-F238E27FC236}">
                <a16:creationId xmlns:a16="http://schemas.microsoft.com/office/drawing/2014/main" id="{A9475260-301F-4744-B1DA-7B00F6FB4342}"/>
              </a:ext>
              <a:ext uri="{C183D7F6-B498-43B3-948B-1728B52AA6E4}">
                <adec:decorative xmlns:adec="http://schemas.microsoft.com/office/drawing/2017/decorative" val="1"/>
              </a:ext>
            </a:extLst>
          </p:cNvPr>
          <p:cNvSpPr/>
          <p:nvPr userDrawn="1"/>
        </p:nvSpPr>
        <p:spPr>
          <a:xfrm>
            <a:off x="10508317" y="492206"/>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dirty="0"/>
          </a:p>
        </p:txBody>
      </p:sp>
      <p:sp>
        <p:nvSpPr>
          <p:cNvPr id="14" name="Graphic 16">
            <a:extLst>
              <a:ext uri="{FF2B5EF4-FFF2-40B4-BE49-F238E27FC236}">
                <a16:creationId xmlns:a16="http://schemas.microsoft.com/office/drawing/2014/main" id="{9BBD3F4B-0836-48C5-AC68-747456D1DD50}"/>
              </a:ext>
              <a:ext uri="{C183D7F6-B498-43B3-948B-1728B52AA6E4}">
                <adec:decorative xmlns:adec="http://schemas.microsoft.com/office/drawing/2017/decorative" val="1"/>
              </a:ext>
            </a:extLst>
          </p:cNvPr>
          <p:cNvSpPr/>
          <p:nvPr userDrawn="1"/>
        </p:nvSpPr>
        <p:spPr>
          <a:xfrm>
            <a:off x="11477944" y="1055581"/>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dirty="0"/>
          </a:p>
        </p:txBody>
      </p:sp>
      <p:sp>
        <p:nvSpPr>
          <p:cNvPr id="16" name="Graphic 14">
            <a:extLst>
              <a:ext uri="{FF2B5EF4-FFF2-40B4-BE49-F238E27FC236}">
                <a16:creationId xmlns:a16="http://schemas.microsoft.com/office/drawing/2014/main" id="{9B4398D5-99F4-4F83-AA77-9B4177648CAF}"/>
              </a:ext>
              <a:ext uri="{C183D7F6-B498-43B3-948B-1728B52AA6E4}">
                <adec:decorative xmlns:adec="http://schemas.microsoft.com/office/drawing/2017/decorative" val="1"/>
              </a:ext>
            </a:extLst>
          </p:cNvPr>
          <p:cNvSpPr/>
          <p:nvPr userDrawn="1"/>
        </p:nvSpPr>
        <p:spPr>
          <a:xfrm>
            <a:off x="11241555" y="446637"/>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dirty="0"/>
          </a:p>
        </p:txBody>
      </p:sp>
      <p:sp>
        <p:nvSpPr>
          <p:cNvPr id="13" name="Footer Placeholder 12">
            <a:extLst>
              <a:ext uri="{FF2B5EF4-FFF2-40B4-BE49-F238E27FC236}">
                <a16:creationId xmlns:a16="http://schemas.microsoft.com/office/drawing/2014/main" id="{6D6A69CF-70D6-AB12-CD8B-FD75B7EE1420}"/>
              </a:ext>
            </a:extLst>
          </p:cNvPr>
          <p:cNvSpPr>
            <a:spLocks noGrp="1"/>
          </p:cNvSpPr>
          <p:nvPr>
            <p:ph type="ftr" sz="quarter" idx="11"/>
          </p:nvPr>
        </p:nvSpPr>
        <p:spPr>
          <a:xfrm>
            <a:off x="1280160" y="6356350"/>
            <a:ext cx="4114800" cy="365125"/>
          </a:xfrm>
        </p:spPr>
        <p:txBody>
          <a:bodyPr/>
          <a:lstStyle>
            <a:lvl1pPr algn="l">
              <a:defRPr/>
            </a:lvl1pPr>
          </a:lstStyle>
          <a:p>
            <a:endParaRPr lang="en-US" dirty="0"/>
          </a:p>
        </p:txBody>
      </p:sp>
    </p:spTree>
    <p:extLst>
      <p:ext uri="{BB962C8B-B14F-4D97-AF65-F5344CB8AC3E}">
        <p14:creationId xmlns:p14="http://schemas.microsoft.com/office/powerpoint/2010/main" val="9375955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mparison 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9EFE408-BFE1-16DC-F7C6-47F55C171AC6}"/>
              </a:ext>
              <a:ext uri="{C183D7F6-B498-43B3-948B-1728B52AA6E4}">
                <adec:decorative xmlns:adec="http://schemas.microsoft.com/office/drawing/2017/decorative" val="1"/>
              </a:ext>
            </a:extLst>
          </p:cNvPr>
          <p:cNvSpPr/>
          <p:nvPr userDrawn="1"/>
        </p:nvSpPr>
        <p:spPr>
          <a:xfrm>
            <a:off x="6412992" y="0"/>
            <a:ext cx="5779008" cy="68580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5F057AE-3B3B-4261-B912-BF9EB9A58C36}"/>
              </a:ext>
            </a:extLst>
          </p:cNvPr>
          <p:cNvSpPr>
            <a:spLocks noGrp="1"/>
          </p:cNvSpPr>
          <p:nvPr>
            <p:ph type="title"/>
          </p:nvPr>
        </p:nvSpPr>
        <p:spPr>
          <a:xfrm>
            <a:off x="6915572" y="685800"/>
            <a:ext cx="4754880" cy="5670550"/>
          </a:xfrm>
        </p:spPr>
        <p:txBody>
          <a:bodyPr lIns="0" tIns="0" rIns="0" bIns="0" anchor="ctr" anchorCtr="0"/>
          <a:lstStyle>
            <a:lvl1pPr algn="l">
              <a:defRPr sz="4000" b="1" cap="all" spc="0" baseline="0">
                <a:solidFill>
                  <a:schemeClr val="bg1"/>
                </a:solidFill>
              </a:defRPr>
            </a:lvl1pPr>
          </a:lstStyle>
          <a:p>
            <a:r>
              <a:rPr lang="en-US"/>
              <a:t>Click to edit Master title style</a:t>
            </a:r>
            <a:endParaRPr lang="en-US" dirty="0"/>
          </a:p>
        </p:txBody>
      </p:sp>
      <p:sp>
        <p:nvSpPr>
          <p:cNvPr id="22" name="Slide Number Placeholder 21">
            <a:extLst>
              <a:ext uri="{FF2B5EF4-FFF2-40B4-BE49-F238E27FC236}">
                <a16:creationId xmlns:a16="http://schemas.microsoft.com/office/drawing/2014/main" id="{4C0ED5DD-6381-0FFD-7B45-D21179A390B5}"/>
              </a:ext>
            </a:extLst>
          </p:cNvPr>
          <p:cNvSpPr>
            <a:spLocks noGrp="1"/>
          </p:cNvSpPr>
          <p:nvPr>
            <p:ph type="sldNum" sz="quarter" idx="12"/>
          </p:nvPr>
        </p:nvSpPr>
        <p:spPr/>
        <p:txBody>
          <a:bodyPr/>
          <a:lstStyle/>
          <a:p>
            <a:fld id="{D8DA9DAA-006C-4F4B-980E-E3DF019B24E2}" type="slidenum">
              <a:rPr lang="en-US" smtClean="0"/>
              <a:pPr/>
              <a:t>‹#›</a:t>
            </a:fld>
            <a:endParaRPr lang="en-US" dirty="0"/>
          </a:p>
        </p:txBody>
      </p:sp>
      <p:sp>
        <p:nvSpPr>
          <p:cNvPr id="4" name="Content Placeholder 5">
            <a:extLst>
              <a:ext uri="{FF2B5EF4-FFF2-40B4-BE49-F238E27FC236}">
                <a16:creationId xmlns:a16="http://schemas.microsoft.com/office/drawing/2014/main" id="{F042E432-AE48-385B-DEA1-32129394CE76}"/>
              </a:ext>
            </a:extLst>
          </p:cNvPr>
          <p:cNvSpPr>
            <a:spLocks noGrp="1"/>
          </p:cNvSpPr>
          <p:nvPr>
            <p:ph sz="quarter" idx="15" hasCustomPrompt="1"/>
          </p:nvPr>
        </p:nvSpPr>
        <p:spPr>
          <a:xfrm>
            <a:off x="1279526" y="1533524"/>
            <a:ext cx="4663440" cy="1895475"/>
          </a:xfrm>
        </p:spPr>
        <p:txBody>
          <a:bodyPr lIns="0" tIns="0" rIns="0" bIns="0" anchor="t" anchorCtr="0">
            <a:noAutofit/>
          </a:bodyPr>
          <a:lstStyle>
            <a:lvl1pPr marL="342900" indent="-512064">
              <a:spcBef>
                <a:spcPts val="1000"/>
              </a:spcBef>
              <a:buFont typeface="+mj-lt"/>
              <a:buAutoNum type="arabicPeriod"/>
              <a:defRPr sz="1800"/>
            </a:lvl1pPr>
            <a:lvl2pPr marL="1028700" indent="-342900">
              <a:spcBef>
                <a:spcPts val="1200"/>
              </a:spcBef>
              <a:buFont typeface="+mj-lt"/>
              <a:buAutoNum type="alphaLcPeriod"/>
              <a:defRPr sz="1800"/>
            </a:lvl2pPr>
            <a:lvl3pPr marL="1257300" indent="-342900">
              <a:spcBef>
                <a:spcPts val="1200"/>
              </a:spcBef>
              <a:buFont typeface="+mj-lt"/>
              <a:buAutoNum type="arabicParenR"/>
              <a:defRPr sz="1800"/>
            </a:lvl3pPr>
            <a:lvl4pPr marL="1714500" indent="-342900">
              <a:spcBef>
                <a:spcPts val="1200"/>
              </a:spcBef>
              <a:buFont typeface="+mj-lt"/>
              <a:buAutoNum type="alphaLcParenR"/>
              <a:defRPr sz="1800"/>
            </a:lvl4pPr>
            <a:lvl5pPr marL="2228850" indent="-400050">
              <a:spcBef>
                <a:spcPts val="1200"/>
              </a:spcBef>
              <a:buFont typeface="+mj-lt"/>
              <a:buAutoNum type="romanLcPeriod"/>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5">
            <a:extLst>
              <a:ext uri="{FF2B5EF4-FFF2-40B4-BE49-F238E27FC236}">
                <a16:creationId xmlns:a16="http://schemas.microsoft.com/office/drawing/2014/main" id="{DF111B2E-0535-57E2-FE92-620F9307A956}"/>
              </a:ext>
            </a:extLst>
          </p:cNvPr>
          <p:cNvSpPr>
            <a:spLocks noGrp="1"/>
          </p:cNvSpPr>
          <p:nvPr>
            <p:ph sz="quarter" idx="13" hasCustomPrompt="1"/>
          </p:nvPr>
        </p:nvSpPr>
        <p:spPr>
          <a:xfrm>
            <a:off x="1280160" y="3482974"/>
            <a:ext cx="4663440" cy="1190033"/>
          </a:xfrm>
        </p:spPr>
        <p:txBody>
          <a:bodyPr lIns="0" tIns="0" rIns="0" bIns="0" anchor="t" anchorCtr="0">
            <a:noAutofit/>
          </a:bodyPr>
          <a:lstStyle>
            <a:lvl1pPr marL="0" indent="0">
              <a:spcBef>
                <a:spcPts val="1200"/>
              </a:spcBef>
              <a:buNone/>
              <a:defRPr sz="1800"/>
            </a:lvl1pPr>
            <a:lvl2pPr marL="457200" indent="0">
              <a:spcBef>
                <a:spcPts val="1200"/>
              </a:spcBef>
              <a:buNone/>
              <a:defRPr sz="1600"/>
            </a:lvl2pPr>
            <a:lvl3pPr marL="914400" indent="0">
              <a:spcBef>
                <a:spcPts val="1200"/>
              </a:spcBef>
              <a:buNone/>
              <a:defRPr sz="1400"/>
            </a:lvl3pPr>
            <a:lvl4pPr marL="1371600" indent="0">
              <a:spcBef>
                <a:spcPts val="1200"/>
              </a:spcBef>
              <a:buNone/>
              <a:defRPr sz="1200"/>
            </a:lvl4pPr>
            <a:lvl5pPr marL="1828800" indent="0">
              <a:spcBef>
                <a:spcPts val="1200"/>
              </a:spcBef>
              <a:buNone/>
              <a:defRPr sz="1200"/>
            </a:lvl5pPr>
          </a:lstStyle>
          <a:p>
            <a:pPr lvl="0"/>
            <a:r>
              <a:rPr lang="en-US" dirty="0"/>
              <a:t>Click to add text</a:t>
            </a:r>
          </a:p>
        </p:txBody>
      </p:sp>
      <p:sp>
        <p:nvSpPr>
          <p:cNvPr id="6" name="Content Placeholder 5">
            <a:extLst>
              <a:ext uri="{FF2B5EF4-FFF2-40B4-BE49-F238E27FC236}">
                <a16:creationId xmlns:a16="http://schemas.microsoft.com/office/drawing/2014/main" id="{BD7EA593-3036-4FB5-94B4-D9431DF04871}"/>
              </a:ext>
            </a:extLst>
          </p:cNvPr>
          <p:cNvSpPr>
            <a:spLocks noGrp="1"/>
          </p:cNvSpPr>
          <p:nvPr>
            <p:ph sz="quarter" idx="4" hasCustomPrompt="1"/>
          </p:nvPr>
        </p:nvSpPr>
        <p:spPr>
          <a:xfrm>
            <a:off x="1280160" y="4692058"/>
            <a:ext cx="4663440" cy="1584918"/>
          </a:xfrm>
        </p:spPr>
        <p:txBody>
          <a:bodyPr lIns="0" tIns="0" rIns="0" bIns="0" anchor="t" anchorCtr="0">
            <a:noAutofit/>
          </a:bodyPr>
          <a:lstStyle>
            <a:lvl1pPr>
              <a:spcBef>
                <a:spcPts val="1200"/>
              </a:spcBef>
              <a:defRPr sz="1800"/>
            </a:lvl1pPr>
            <a:lvl2pPr>
              <a:spcBef>
                <a:spcPts val="1200"/>
              </a:spcBef>
              <a:defRPr sz="1600"/>
            </a:lvl2pPr>
            <a:lvl3pPr>
              <a:spcBef>
                <a:spcPts val="1200"/>
              </a:spcBef>
              <a:defRPr sz="1400"/>
            </a:lvl3pPr>
            <a:lvl4pPr>
              <a:spcBef>
                <a:spcPts val="1200"/>
              </a:spcBef>
              <a:defRPr sz="1200"/>
            </a:lvl4pPr>
            <a:lvl5pPr>
              <a:spcBef>
                <a:spcPts val="1200"/>
              </a:spcBef>
              <a:defRPr sz="12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Footer Placeholder 20">
            <a:extLst>
              <a:ext uri="{FF2B5EF4-FFF2-40B4-BE49-F238E27FC236}">
                <a16:creationId xmlns:a16="http://schemas.microsoft.com/office/drawing/2014/main" id="{34C23E1A-9E5E-DA12-8E11-83F486766E16}"/>
              </a:ext>
            </a:extLst>
          </p:cNvPr>
          <p:cNvSpPr>
            <a:spLocks noGrp="1"/>
          </p:cNvSpPr>
          <p:nvPr>
            <p:ph type="ftr" sz="quarter" idx="11"/>
          </p:nvPr>
        </p:nvSpPr>
        <p:spPr>
          <a:xfrm>
            <a:off x="1280160" y="6356350"/>
            <a:ext cx="4114800" cy="365125"/>
          </a:xfrm>
        </p:spPr>
        <p:txBody>
          <a:bodyPr lIns="0" rIns="91440"/>
          <a:lstStyle>
            <a:lvl1pPr algn="l">
              <a:defRPr/>
            </a:lvl1pPr>
          </a:lstStyle>
          <a:p>
            <a:endParaRPr lang="en-US" dirty="0"/>
          </a:p>
        </p:txBody>
      </p:sp>
      <p:cxnSp>
        <p:nvCxnSpPr>
          <p:cNvPr id="23" name="Straight Connector 22">
            <a:extLst>
              <a:ext uri="{FF2B5EF4-FFF2-40B4-BE49-F238E27FC236}">
                <a16:creationId xmlns:a16="http://schemas.microsoft.com/office/drawing/2014/main" id="{E3FE6E42-6A8F-C459-87EE-E2A5BAFA852B}"/>
              </a:ext>
              <a:ext uri="{C183D7F6-B498-43B3-948B-1728B52AA6E4}">
                <adec:decorative xmlns:adec="http://schemas.microsoft.com/office/drawing/2017/decorative" val="1"/>
              </a:ext>
            </a:extLst>
          </p:cNvPr>
          <p:cNvCxnSpPr>
            <a:cxnSpLocks/>
          </p:cNvCxnSpPr>
          <p:nvPr userDrawn="1"/>
        </p:nvCxnSpPr>
        <p:spPr>
          <a:xfrm>
            <a:off x="740664" y="1371600"/>
            <a:ext cx="0" cy="548640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793202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40AAD-80AF-40E7-BE3F-43D32FC68ED4}"/>
              </a:ext>
            </a:extLst>
          </p:cNvPr>
          <p:cNvSpPr>
            <a:spLocks noGrp="1"/>
          </p:cNvSpPr>
          <p:nvPr>
            <p:ph type="ctrTitle"/>
          </p:nvPr>
        </p:nvSpPr>
        <p:spPr>
          <a:xfrm>
            <a:off x="1280160" y="301752"/>
            <a:ext cx="4663438" cy="2441448"/>
          </a:xfrm>
        </p:spPr>
        <p:txBody>
          <a:bodyPr lIns="0" tIns="0" rIns="0" bIns="0" anchor="ctr" anchorCtr="0"/>
          <a:lstStyle>
            <a:lvl1pPr algn="l">
              <a:lnSpc>
                <a:spcPts val="4000"/>
              </a:lnSpc>
              <a:spcBef>
                <a:spcPts val="1000"/>
              </a:spcBef>
              <a:defRPr sz="4000" b="1" i="0" cap="all" spc="0" baseline="0"/>
            </a:lvl1pPr>
          </a:lstStyle>
          <a:p>
            <a:r>
              <a:rPr lang="en-US"/>
              <a:t>Click to edit Master title style</a:t>
            </a:r>
            <a:endParaRPr lang="en-US" dirty="0"/>
          </a:p>
        </p:txBody>
      </p:sp>
      <p:sp>
        <p:nvSpPr>
          <p:cNvPr id="6" name="Slide Number Placeholder 5">
            <a:extLst>
              <a:ext uri="{FF2B5EF4-FFF2-40B4-BE49-F238E27FC236}">
                <a16:creationId xmlns:a16="http://schemas.microsoft.com/office/drawing/2014/main" id="{A401EAA4-F44C-4C1F-B8E3-1A3005300F50}"/>
              </a:ext>
            </a:extLst>
          </p:cNvPr>
          <p:cNvSpPr>
            <a:spLocks noGrp="1"/>
          </p:cNvSpPr>
          <p:nvPr>
            <p:ph type="sldNum" sz="quarter" idx="12"/>
          </p:nvPr>
        </p:nvSpPr>
        <p:spPr>
          <a:xfrm>
            <a:off x="484632" y="726630"/>
            <a:ext cx="520991" cy="517379"/>
          </a:xfrm>
        </p:spPr>
        <p:txBody>
          <a:bodyPr/>
          <a:lstStyle>
            <a:lvl1pPr>
              <a:defRPr>
                <a:solidFill>
                  <a:schemeClr val="accent2"/>
                </a:solidFill>
              </a:defRPr>
            </a:lvl1pPr>
          </a:lstStyle>
          <a:p>
            <a:fld id="{D8DA9DAA-006C-4F4B-980E-E3DF019B24E2}" type="slidenum">
              <a:rPr lang="en-US" smtClean="0"/>
              <a:pPr/>
              <a:t>‹#›</a:t>
            </a:fld>
            <a:endParaRPr lang="en-US" dirty="0"/>
          </a:p>
        </p:txBody>
      </p:sp>
      <p:sp>
        <p:nvSpPr>
          <p:cNvPr id="8" name="Text Placeholder 4">
            <a:extLst>
              <a:ext uri="{FF2B5EF4-FFF2-40B4-BE49-F238E27FC236}">
                <a16:creationId xmlns:a16="http://schemas.microsoft.com/office/drawing/2014/main" id="{9FB40175-FA51-DA14-A5B2-CD06DE6ECC31}"/>
              </a:ext>
            </a:extLst>
          </p:cNvPr>
          <p:cNvSpPr>
            <a:spLocks noGrp="1"/>
          </p:cNvSpPr>
          <p:nvPr>
            <p:ph type="body" sz="quarter" idx="14"/>
          </p:nvPr>
        </p:nvSpPr>
        <p:spPr>
          <a:xfrm>
            <a:off x="1280161" y="2777067"/>
            <a:ext cx="4663440" cy="3550581"/>
          </a:xfrm>
        </p:spPr>
        <p:txBody>
          <a:bodyPr lIns="0" tIns="0" rIns="0" bIns="0">
            <a:noAutofit/>
          </a:bodyPr>
          <a:lstStyle>
            <a:lvl1pPr marL="0" indent="0">
              <a:lnSpc>
                <a:spcPct val="110000"/>
              </a:lnSpc>
              <a:buNone/>
              <a:defRPr sz="1800"/>
            </a:lvl1pPr>
            <a:lvl2pPr marL="228600">
              <a:lnSpc>
                <a:spcPct val="110000"/>
              </a:lnSpc>
              <a:defRPr sz="1600"/>
            </a:lvl2pPr>
            <a:lvl3pPr marL="457200">
              <a:lnSpc>
                <a:spcPct val="110000"/>
              </a:lnSpc>
              <a:defRPr sz="1400"/>
            </a:lvl3pPr>
            <a:lvl4pPr marL="685800">
              <a:lnSpc>
                <a:spcPct val="110000"/>
              </a:lnSpc>
              <a:defRPr sz="1200"/>
            </a:lvl4pPr>
            <a:lvl5pPr marL="914400">
              <a:lnSpc>
                <a:spcPct val="110000"/>
              </a:lnSpc>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Rectangle 8">
            <a:extLst>
              <a:ext uri="{FF2B5EF4-FFF2-40B4-BE49-F238E27FC236}">
                <a16:creationId xmlns:a16="http://schemas.microsoft.com/office/drawing/2014/main" id="{515930B2-E36D-4D05-A6B3-CA1BF61D50CC}"/>
              </a:ext>
              <a:ext uri="{C183D7F6-B498-43B3-948B-1728B52AA6E4}">
                <adec:decorative xmlns:adec="http://schemas.microsoft.com/office/drawing/2017/decorative" val="1"/>
              </a:ext>
            </a:extLst>
          </p:cNvPr>
          <p:cNvSpPr/>
          <p:nvPr userDrawn="1"/>
        </p:nvSpPr>
        <p:spPr>
          <a:xfrm>
            <a:off x="6412089" y="0"/>
            <a:ext cx="5779911" cy="6858000"/>
          </a:xfrm>
          <a:prstGeom prst="rect">
            <a:avLst/>
          </a:prstGeom>
          <a:gradFill flip="none" rotWithShape="1">
            <a:gsLst>
              <a:gs pos="100000">
                <a:schemeClr val="accent4"/>
              </a:gs>
              <a:gs pos="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Picture Placeholder 12">
            <a:extLst>
              <a:ext uri="{FF2B5EF4-FFF2-40B4-BE49-F238E27FC236}">
                <a16:creationId xmlns:a16="http://schemas.microsoft.com/office/drawing/2014/main" id="{9CEC7E0F-60E8-418B-978D-C607C82E97F7}"/>
              </a:ext>
            </a:extLst>
          </p:cNvPr>
          <p:cNvSpPr>
            <a:spLocks noGrp="1"/>
          </p:cNvSpPr>
          <p:nvPr>
            <p:ph type="pic" sz="quarter" idx="13" hasCustomPrompt="1"/>
          </p:nvPr>
        </p:nvSpPr>
        <p:spPr>
          <a:xfrm>
            <a:off x="6695553" y="301752"/>
            <a:ext cx="5221224" cy="6263640"/>
          </a:xfrm>
        </p:spPr>
        <p:txBody>
          <a:bodyPr tIns="914400" anchor="t" anchorCtr="0"/>
          <a:lstStyle>
            <a:lvl1pPr algn="ctr">
              <a:buNone/>
              <a:defRPr>
                <a:solidFill>
                  <a:schemeClr val="bg1"/>
                </a:solidFill>
              </a:defRPr>
            </a:lvl1pPr>
          </a:lstStyle>
          <a:p>
            <a:r>
              <a:rPr lang="en-US" dirty="0"/>
              <a:t>Click to add picture</a:t>
            </a:r>
          </a:p>
        </p:txBody>
      </p:sp>
      <p:sp>
        <p:nvSpPr>
          <p:cNvPr id="10" name="Footer Placeholder 8">
            <a:extLst>
              <a:ext uri="{FF2B5EF4-FFF2-40B4-BE49-F238E27FC236}">
                <a16:creationId xmlns:a16="http://schemas.microsoft.com/office/drawing/2014/main" id="{7A4AE671-C203-0370-2888-FC8F7D444D11}"/>
              </a:ext>
            </a:extLst>
          </p:cNvPr>
          <p:cNvSpPr>
            <a:spLocks noGrp="1"/>
          </p:cNvSpPr>
          <p:nvPr>
            <p:ph type="ftr" sz="quarter" idx="17"/>
          </p:nvPr>
        </p:nvSpPr>
        <p:spPr>
          <a:xfrm>
            <a:off x="1280160" y="6356350"/>
            <a:ext cx="4434825" cy="365125"/>
          </a:xfrm>
        </p:spPr>
        <p:txBody>
          <a:bodyPr/>
          <a:lstStyle>
            <a:lvl1pPr algn="l">
              <a:defRPr/>
            </a:lvl1pPr>
          </a:lstStyle>
          <a:p>
            <a:endParaRPr lang="en-US" dirty="0"/>
          </a:p>
        </p:txBody>
      </p:sp>
      <p:cxnSp>
        <p:nvCxnSpPr>
          <p:cNvPr id="3" name="Straight Connector 2">
            <a:extLst>
              <a:ext uri="{FF2B5EF4-FFF2-40B4-BE49-F238E27FC236}">
                <a16:creationId xmlns:a16="http://schemas.microsoft.com/office/drawing/2014/main" id="{1792BFA8-57AD-0B5C-2534-1E862B58DAB3}"/>
              </a:ext>
              <a:ext uri="{C183D7F6-B498-43B3-948B-1728B52AA6E4}">
                <adec:decorative xmlns:adec="http://schemas.microsoft.com/office/drawing/2017/decorative" val="1"/>
              </a:ext>
            </a:extLst>
          </p:cNvPr>
          <p:cNvCxnSpPr>
            <a:cxnSpLocks/>
          </p:cNvCxnSpPr>
          <p:nvPr userDrawn="1"/>
        </p:nvCxnSpPr>
        <p:spPr>
          <a:xfrm>
            <a:off x="745127" y="1371600"/>
            <a:ext cx="0" cy="548640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868079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imag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9F227-D21C-48B3-828A-6BFA9585E82F}"/>
              </a:ext>
            </a:extLst>
          </p:cNvPr>
          <p:cNvSpPr>
            <a:spLocks noGrp="1"/>
          </p:cNvSpPr>
          <p:nvPr>
            <p:ph type="title" hasCustomPrompt="1"/>
          </p:nvPr>
        </p:nvSpPr>
        <p:spPr>
          <a:xfrm>
            <a:off x="1280159" y="640080"/>
            <a:ext cx="4815836" cy="2103120"/>
          </a:xfrm>
        </p:spPr>
        <p:txBody>
          <a:bodyPr lIns="0" tIns="0" rIns="0" bIns="0" anchor="ctr" anchorCtr="0"/>
          <a:lstStyle>
            <a:lvl1pPr algn="l">
              <a:defRPr sz="4000" b="1" cap="all" spc="0" baseline="0">
                <a:solidFill>
                  <a:schemeClr val="tx1"/>
                </a:solidFill>
              </a:defRPr>
            </a:lvl1pPr>
          </a:lstStyle>
          <a:p>
            <a:r>
              <a:rPr lang="en-US" dirty="0"/>
              <a:t>Click to add title</a:t>
            </a:r>
          </a:p>
        </p:txBody>
      </p:sp>
      <p:sp>
        <p:nvSpPr>
          <p:cNvPr id="16" name="Slide Number Placeholder 15">
            <a:extLst>
              <a:ext uri="{FF2B5EF4-FFF2-40B4-BE49-F238E27FC236}">
                <a16:creationId xmlns:a16="http://schemas.microsoft.com/office/drawing/2014/main" id="{6183E8BD-29F0-8F9F-FC7D-73F8067BCDDF}"/>
              </a:ext>
            </a:extLst>
          </p:cNvPr>
          <p:cNvSpPr>
            <a:spLocks noGrp="1"/>
          </p:cNvSpPr>
          <p:nvPr>
            <p:ph type="sldNum" sz="quarter" idx="20"/>
          </p:nvPr>
        </p:nvSpPr>
        <p:spPr/>
        <p:txBody>
          <a:bodyPr/>
          <a:lstStyle>
            <a:lvl1pPr>
              <a:defRPr>
                <a:solidFill>
                  <a:schemeClr val="accent2"/>
                </a:solidFill>
              </a:defRPr>
            </a:lvl1pPr>
          </a:lstStyle>
          <a:p>
            <a:fld id="{D8DA9DAA-006C-4F4B-980E-E3DF019B24E2}" type="slidenum">
              <a:rPr lang="en-US" smtClean="0"/>
              <a:pPr/>
              <a:t>‹#›</a:t>
            </a:fld>
            <a:endParaRPr lang="en-US" dirty="0"/>
          </a:p>
        </p:txBody>
      </p:sp>
      <p:sp>
        <p:nvSpPr>
          <p:cNvPr id="15" name="Content Placeholder 2">
            <a:extLst>
              <a:ext uri="{FF2B5EF4-FFF2-40B4-BE49-F238E27FC236}">
                <a16:creationId xmlns:a16="http://schemas.microsoft.com/office/drawing/2014/main" id="{5C983CA3-739C-6C20-AFE0-0997370354B4}"/>
              </a:ext>
            </a:extLst>
          </p:cNvPr>
          <p:cNvSpPr>
            <a:spLocks noGrp="1"/>
          </p:cNvSpPr>
          <p:nvPr>
            <p:ph idx="1" hasCustomPrompt="1"/>
          </p:nvPr>
        </p:nvSpPr>
        <p:spPr>
          <a:xfrm>
            <a:off x="6531427" y="640080"/>
            <a:ext cx="5122889" cy="2103120"/>
          </a:xfrm>
        </p:spPr>
        <p:txBody>
          <a:bodyPr lIns="0" tIns="0" rIns="0" bIns="0" anchor="ctr" anchorCtr="0">
            <a:normAutofit/>
          </a:bodyPr>
          <a:lstStyle>
            <a:lvl1pPr marL="0" indent="0">
              <a:lnSpc>
                <a:spcPct val="110000"/>
              </a:lnSpc>
              <a:buNone/>
              <a:defRPr sz="1800">
                <a:solidFill>
                  <a:schemeClr val="tx1"/>
                </a:solidFill>
              </a:defRPr>
            </a:lvl1pPr>
            <a:lvl2pPr marL="228600">
              <a:lnSpc>
                <a:spcPct val="100000"/>
              </a:lnSpc>
              <a:defRPr sz="1600">
                <a:solidFill>
                  <a:schemeClr val="tx1"/>
                </a:solidFill>
              </a:defRPr>
            </a:lvl2pPr>
            <a:lvl3pPr marL="457200">
              <a:lnSpc>
                <a:spcPct val="100000"/>
              </a:lnSpc>
              <a:defRPr sz="1400">
                <a:solidFill>
                  <a:schemeClr val="tx1"/>
                </a:solidFill>
              </a:defRPr>
            </a:lvl3pPr>
            <a:lvl4pPr marL="685800">
              <a:lnSpc>
                <a:spcPct val="100000"/>
              </a:lnSpc>
              <a:defRPr sz="1200">
                <a:solidFill>
                  <a:schemeClr val="tx1"/>
                </a:solidFill>
              </a:defRPr>
            </a:lvl4pPr>
            <a:lvl5pPr>
              <a:defRPr sz="1400"/>
            </a:lvl5pPr>
          </a:lstStyle>
          <a:p>
            <a:pPr lvl="0"/>
            <a:r>
              <a:rPr lang="en-US" dirty="0"/>
              <a:t>Click to add text</a:t>
            </a:r>
          </a:p>
          <a:p>
            <a:pPr lvl="1"/>
            <a:r>
              <a:rPr lang="en-US" dirty="0"/>
              <a:t>Second level</a:t>
            </a:r>
          </a:p>
          <a:p>
            <a:pPr lvl="2"/>
            <a:r>
              <a:rPr lang="en-US" dirty="0"/>
              <a:t>Third level</a:t>
            </a:r>
          </a:p>
          <a:p>
            <a:pPr lvl="3"/>
            <a:r>
              <a:rPr lang="en-US" dirty="0"/>
              <a:t>Fourth level</a:t>
            </a:r>
          </a:p>
        </p:txBody>
      </p:sp>
      <p:cxnSp>
        <p:nvCxnSpPr>
          <p:cNvPr id="4" name="Straight Connector 3">
            <a:extLst>
              <a:ext uri="{FF2B5EF4-FFF2-40B4-BE49-F238E27FC236}">
                <a16:creationId xmlns:a16="http://schemas.microsoft.com/office/drawing/2014/main" id="{4BC9F29C-BBE9-AFB4-AFC6-30BCA4EB2AFA}"/>
              </a:ext>
              <a:ext uri="{C183D7F6-B498-43B3-948B-1728B52AA6E4}">
                <adec:decorative xmlns:adec="http://schemas.microsoft.com/office/drawing/2017/decorative" val="1"/>
              </a:ext>
            </a:extLst>
          </p:cNvPr>
          <p:cNvCxnSpPr>
            <a:cxnSpLocks/>
          </p:cNvCxnSpPr>
          <p:nvPr userDrawn="1"/>
        </p:nvCxnSpPr>
        <p:spPr>
          <a:xfrm>
            <a:off x="740664" y="1371600"/>
            <a:ext cx="0" cy="548640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8" name="Content Placeholder 2">
            <a:extLst>
              <a:ext uri="{FF2B5EF4-FFF2-40B4-BE49-F238E27FC236}">
                <a16:creationId xmlns:a16="http://schemas.microsoft.com/office/drawing/2014/main" id="{CBC4D286-C480-B4CF-4406-CACC323F9FAD}"/>
              </a:ext>
            </a:extLst>
          </p:cNvPr>
          <p:cNvSpPr>
            <a:spLocks noGrp="1"/>
          </p:cNvSpPr>
          <p:nvPr>
            <p:ph idx="21" hasCustomPrompt="1"/>
          </p:nvPr>
        </p:nvSpPr>
        <p:spPr>
          <a:xfrm>
            <a:off x="1280160" y="3017520"/>
            <a:ext cx="10374152" cy="3208866"/>
          </a:xfrm>
        </p:spPr>
        <p:txBody>
          <a:body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Footer Placeholder 13">
            <a:extLst>
              <a:ext uri="{FF2B5EF4-FFF2-40B4-BE49-F238E27FC236}">
                <a16:creationId xmlns:a16="http://schemas.microsoft.com/office/drawing/2014/main" id="{0BEE2817-4518-D59A-BD13-29A3D4FE64F0}"/>
              </a:ext>
            </a:extLst>
          </p:cNvPr>
          <p:cNvSpPr>
            <a:spLocks noGrp="1"/>
          </p:cNvSpPr>
          <p:nvPr>
            <p:ph type="ftr" sz="quarter" idx="19"/>
          </p:nvPr>
        </p:nvSpPr>
        <p:spPr>
          <a:xfrm>
            <a:off x="7539516" y="6356350"/>
            <a:ext cx="4114800" cy="365125"/>
          </a:xfrm>
        </p:spPr>
        <p:txBody>
          <a:bodyPr/>
          <a:lstStyle/>
          <a:p>
            <a:endParaRPr lang="en-US" dirty="0"/>
          </a:p>
        </p:txBody>
      </p:sp>
    </p:spTree>
    <p:extLst>
      <p:ext uri="{BB962C8B-B14F-4D97-AF65-F5344CB8AC3E}">
        <p14:creationId xmlns:p14="http://schemas.microsoft.com/office/powerpoint/2010/main" val="10689052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057AE-3B3B-4261-B912-BF9EB9A58C36}"/>
              </a:ext>
            </a:extLst>
          </p:cNvPr>
          <p:cNvSpPr>
            <a:spLocks noGrp="1"/>
          </p:cNvSpPr>
          <p:nvPr>
            <p:ph type="title"/>
          </p:nvPr>
        </p:nvSpPr>
        <p:spPr>
          <a:xfrm>
            <a:off x="1280159" y="4970638"/>
            <a:ext cx="9144000" cy="1280160"/>
          </a:xfrm>
        </p:spPr>
        <p:txBody>
          <a:bodyPr lIns="0" tIns="0" rIns="0" bIns="0" anchor="b" anchorCtr="0"/>
          <a:lstStyle>
            <a:lvl1pPr algn="l">
              <a:defRPr sz="4000" b="1" cap="all" spc="0" baseline="0">
                <a:solidFill>
                  <a:schemeClr val="tx1"/>
                </a:solidFill>
              </a:defRPr>
            </a:lvl1pPr>
          </a:lstStyle>
          <a:p>
            <a:r>
              <a:rPr lang="en-US"/>
              <a:t>Click to edit Master title style</a:t>
            </a:r>
            <a:endParaRPr lang="en-US" dirty="0"/>
          </a:p>
        </p:txBody>
      </p:sp>
      <p:sp>
        <p:nvSpPr>
          <p:cNvPr id="22" name="Slide Number Placeholder 21">
            <a:extLst>
              <a:ext uri="{FF2B5EF4-FFF2-40B4-BE49-F238E27FC236}">
                <a16:creationId xmlns:a16="http://schemas.microsoft.com/office/drawing/2014/main" id="{F0626849-9D2D-3C95-8C10-FA8F325FE9AA}"/>
              </a:ext>
            </a:extLst>
          </p:cNvPr>
          <p:cNvSpPr>
            <a:spLocks noGrp="1"/>
          </p:cNvSpPr>
          <p:nvPr>
            <p:ph type="sldNum" sz="quarter" idx="12"/>
          </p:nvPr>
        </p:nvSpPr>
        <p:spPr/>
        <p:txBody>
          <a:bodyPr/>
          <a:lstStyle/>
          <a:p>
            <a:fld id="{D8DA9DAA-006C-4F4B-980E-E3DF019B24E2}" type="slidenum">
              <a:rPr lang="en-US" smtClean="0"/>
              <a:pPr/>
              <a:t>‹#›</a:t>
            </a:fld>
            <a:endParaRPr lang="en-US" dirty="0"/>
          </a:p>
        </p:txBody>
      </p:sp>
      <p:sp>
        <p:nvSpPr>
          <p:cNvPr id="4" name="Content Placeholder 3">
            <a:extLst>
              <a:ext uri="{FF2B5EF4-FFF2-40B4-BE49-F238E27FC236}">
                <a16:creationId xmlns:a16="http://schemas.microsoft.com/office/drawing/2014/main" id="{8DE39CA1-2B6D-427E-9688-9093D5865CB7}"/>
              </a:ext>
            </a:extLst>
          </p:cNvPr>
          <p:cNvSpPr>
            <a:spLocks noGrp="1"/>
          </p:cNvSpPr>
          <p:nvPr>
            <p:ph sz="half" idx="2" hasCustomPrompt="1"/>
          </p:nvPr>
        </p:nvSpPr>
        <p:spPr>
          <a:xfrm>
            <a:off x="1280160" y="685800"/>
            <a:ext cx="4937760" cy="4023360"/>
          </a:xfrm>
        </p:spPr>
        <p:txBody>
          <a:bodyPr lIns="0" tIns="0" rIns="0" bIns="0">
            <a:noAutofit/>
          </a:bodyPr>
          <a:lstStyle>
            <a:lvl1pPr marL="0" indent="0">
              <a:spcBef>
                <a:spcPts val="1200"/>
              </a:spcBef>
              <a:buNone/>
              <a:defRPr sz="1800"/>
            </a:lvl1pPr>
            <a:lvl2pPr marL="457200">
              <a:spcBef>
                <a:spcPts val="1200"/>
              </a:spcBef>
              <a:defRPr sz="1800"/>
            </a:lvl2pPr>
            <a:lvl3pPr marL="914400">
              <a:spcBef>
                <a:spcPts val="1200"/>
              </a:spcBef>
              <a:defRPr sz="1800"/>
            </a:lvl3pPr>
            <a:lvl4pPr marL="1371600">
              <a:spcBef>
                <a:spcPts val="1200"/>
              </a:spcBef>
              <a:defRPr sz="1800"/>
            </a:lvl4pPr>
            <a:lvl5pPr marL="1828800">
              <a:spcBef>
                <a:spcPts val="12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a:extLst>
              <a:ext uri="{FF2B5EF4-FFF2-40B4-BE49-F238E27FC236}">
                <a16:creationId xmlns:a16="http://schemas.microsoft.com/office/drawing/2014/main" id="{BD7EA593-3036-4FB5-94B4-D9431DF04871}"/>
              </a:ext>
            </a:extLst>
          </p:cNvPr>
          <p:cNvSpPr>
            <a:spLocks noGrp="1"/>
          </p:cNvSpPr>
          <p:nvPr>
            <p:ph sz="quarter" idx="4" hasCustomPrompt="1"/>
          </p:nvPr>
        </p:nvSpPr>
        <p:spPr>
          <a:xfrm>
            <a:off x="6704755" y="685800"/>
            <a:ext cx="4937760" cy="4023360"/>
          </a:xfrm>
        </p:spPr>
        <p:txBody>
          <a:bodyPr lIns="0" tIns="0" rIns="0" bIns="0">
            <a:noAutofit/>
          </a:bodyPr>
          <a:lstStyle>
            <a:lvl1pPr>
              <a:spcBef>
                <a:spcPts val="1200"/>
              </a:spcBef>
              <a:defRPr sz="1800"/>
            </a:lvl1pPr>
            <a:lvl2pPr>
              <a:spcBef>
                <a:spcPts val="1200"/>
              </a:spcBef>
              <a:defRPr sz="1800"/>
            </a:lvl2pPr>
            <a:lvl3pPr>
              <a:spcBef>
                <a:spcPts val="1200"/>
              </a:spcBef>
              <a:defRPr sz="1800"/>
            </a:lvl3pPr>
            <a:lvl4pPr>
              <a:spcBef>
                <a:spcPts val="1200"/>
              </a:spcBef>
              <a:defRPr sz="1800"/>
            </a:lvl4pPr>
            <a:lvl5pPr>
              <a:spcBef>
                <a:spcPts val="12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13" name="Group 12">
            <a:extLst>
              <a:ext uri="{FF2B5EF4-FFF2-40B4-BE49-F238E27FC236}">
                <a16:creationId xmlns:a16="http://schemas.microsoft.com/office/drawing/2014/main" id="{4717D91C-F78C-0E4C-FB27-7112AB840A1C}"/>
              </a:ext>
              <a:ext uri="{C183D7F6-B498-43B3-948B-1728B52AA6E4}">
                <adec:decorative xmlns:adec="http://schemas.microsoft.com/office/drawing/2017/decorative" val="1"/>
              </a:ext>
            </a:extLst>
          </p:cNvPr>
          <p:cNvGrpSpPr/>
          <p:nvPr userDrawn="1"/>
        </p:nvGrpSpPr>
        <p:grpSpPr>
          <a:xfrm>
            <a:off x="5322570" y="5680647"/>
            <a:ext cx="465456" cy="581432"/>
            <a:chOff x="7843462" y="2744546"/>
            <a:chExt cx="465456" cy="581432"/>
          </a:xfrm>
        </p:grpSpPr>
        <p:sp>
          <p:nvSpPr>
            <p:cNvPr id="15" name="Graphic 12">
              <a:extLst>
                <a:ext uri="{FF2B5EF4-FFF2-40B4-BE49-F238E27FC236}">
                  <a16:creationId xmlns:a16="http://schemas.microsoft.com/office/drawing/2014/main" id="{CC935CF3-75DF-0DC7-1B2A-E0E0205DF64B}"/>
                </a:ext>
              </a:extLst>
            </p:cNvPr>
            <p:cNvSpPr/>
            <p:nvPr userDrawn="1"/>
          </p:nvSpPr>
          <p:spPr>
            <a:xfrm>
              <a:off x="8217780" y="29738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dirty="0"/>
            </a:p>
          </p:txBody>
        </p:sp>
        <p:sp>
          <p:nvSpPr>
            <p:cNvPr id="17" name="Graphic 13">
              <a:extLst>
                <a:ext uri="{FF2B5EF4-FFF2-40B4-BE49-F238E27FC236}">
                  <a16:creationId xmlns:a16="http://schemas.microsoft.com/office/drawing/2014/main" id="{D5782BEB-6319-DEC1-F9ED-BA9201C6B9B7}"/>
                </a:ext>
              </a:extLst>
            </p:cNvPr>
            <p:cNvSpPr/>
            <p:nvPr userDrawn="1"/>
          </p:nvSpPr>
          <p:spPr>
            <a:xfrm>
              <a:off x="7859002" y="2744546"/>
              <a:ext cx="139038" cy="139038"/>
            </a:xfrm>
            <a:custGeom>
              <a:avLst/>
              <a:gdLst>
                <a:gd name="connsiteX0" fmla="*/ 129601 w 139038"/>
                <a:gd name="connsiteY0" fmla="*/ 60082 h 139038"/>
                <a:gd name="connsiteX1" fmla="*/ 78956 w 139038"/>
                <a:gd name="connsiteY1" fmla="*/ 60082 h 139038"/>
                <a:gd name="connsiteX2" fmla="*/ 78956 w 139038"/>
                <a:gd name="connsiteY2" fmla="*/ 9437 h 139038"/>
                <a:gd name="connsiteX3" fmla="*/ 69519 w 139038"/>
                <a:gd name="connsiteY3" fmla="*/ 0 h 139038"/>
                <a:gd name="connsiteX4" fmla="*/ 60082 w 139038"/>
                <a:gd name="connsiteY4" fmla="*/ 9437 h 139038"/>
                <a:gd name="connsiteX5" fmla="*/ 60082 w 139038"/>
                <a:gd name="connsiteY5" fmla="*/ 60082 h 139038"/>
                <a:gd name="connsiteX6" fmla="*/ 9437 w 139038"/>
                <a:gd name="connsiteY6" fmla="*/ 60082 h 139038"/>
                <a:gd name="connsiteX7" fmla="*/ 0 w 139038"/>
                <a:gd name="connsiteY7" fmla="*/ 69519 h 139038"/>
                <a:gd name="connsiteX8" fmla="*/ 9437 w 139038"/>
                <a:gd name="connsiteY8" fmla="*/ 78956 h 139038"/>
                <a:gd name="connsiteX9" fmla="*/ 60082 w 139038"/>
                <a:gd name="connsiteY9" fmla="*/ 78956 h 139038"/>
                <a:gd name="connsiteX10" fmla="*/ 60082 w 139038"/>
                <a:gd name="connsiteY10" fmla="*/ 129601 h 139038"/>
                <a:gd name="connsiteX11" fmla="*/ 69519 w 139038"/>
                <a:gd name="connsiteY11" fmla="*/ 139038 h 139038"/>
                <a:gd name="connsiteX12" fmla="*/ 78956 w 139038"/>
                <a:gd name="connsiteY12" fmla="*/ 129601 h 139038"/>
                <a:gd name="connsiteX13" fmla="*/ 78956 w 139038"/>
                <a:gd name="connsiteY13" fmla="*/ 78956 h 139038"/>
                <a:gd name="connsiteX14" fmla="*/ 129601 w 139038"/>
                <a:gd name="connsiteY14" fmla="*/ 78956 h 139038"/>
                <a:gd name="connsiteX15" fmla="*/ 139038 w 139038"/>
                <a:gd name="connsiteY15" fmla="*/ 69519 h 139038"/>
                <a:gd name="connsiteX16" fmla="*/ 129601 w 139038"/>
                <a:gd name="connsiteY16" fmla="*/ 60082 h 139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8" h="139038">
                  <a:moveTo>
                    <a:pt x="129601" y="60082"/>
                  </a:moveTo>
                  <a:lnTo>
                    <a:pt x="78956" y="60082"/>
                  </a:lnTo>
                  <a:lnTo>
                    <a:pt x="78956" y="9437"/>
                  </a:lnTo>
                  <a:cubicBezTo>
                    <a:pt x="78956" y="4225"/>
                    <a:pt x="74731" y="0"/>
                    <a:pt x="69519" y="0"/>
                  </a:cubicBezTo>
                  <a:cubicBezTo>
                    <a:pt x="64307" y="0"/>
                    <a:pt x="60082" y="4225"/>
                    <a:pt x="60082" y="9437"/>
                  </a:cubicBezTo>
                  <a:lnTo>
                    <a:pt x="60082" y="60082"/>
                  </a:lnTo>
                  <a:lnTo>
                    <a:pt x="9437" y="60082"/>
                  </a:lnTo>
                  <a:cubicBezTo>
                    <a:pt x="4225" y="60082"/>
                    <a:pt x="0" y="64307"/>
                    <a:pt x="0" y="69519"/>
                  </a:cubicBezTo>
                  <a:cubicBezTo>
                    <a:pt x="0" y="74731"/>
                    <a:pt x="4225" y="78956"/>
                    <a:pt x="9437" y="78956"/>
                  </a:cubicBezTo>
                  <a:lnTo>
                    <a:pt x="60082" y="78956"/>
                  </a:lnTo>
                  <a:lnTo>
                    <a:pt x="60082" y="129601"/>
                  </a:lnTo>
                  <a:cubicBezTo>
                    <a:pt x="60082" y="134813"/>
                    <a:pt x="64307" y="139038"/>
                    <a:pt x="69519" y="139038"/>
                  </a:cubicBezTo>
                  <a:cubicBezTo>
                    <a:pt x="74731" y="139038"/>
                    <a:pt x="78956" y="134813"/>
                    <a:pt x="78956" y="129601"/>
                  </a:cubicBezTo>
                  <a:lnTo>
                    <a:pt x="78956" y="78956"/>
                  </a:lnTo>
                  <a:lnTo>
                    <a:pt x="129601" y="78956"/>
                  </a:lnTo>
                  <a:cubicBezTo>
                    <a:pt x="134813" y="78956"/>
                    <a:pt x="139038" y="74731"/>
                    <a:pt x="139038" y="69519"/>
                  </a:cubicBezTo>
                  <a:cubicBezTo>
                    <a:pt x="139038" y="64307"/>
                    <a:pt x="134813" y="60082"/>
                    <a:pt x="129601" y="60082"/>
                  </a:cubicBezTo>
                  <a:close/>
                </a:path>
              </a:pathLst>
            </a:custGeom>
            <a:solidFill>
              <a:schemeClr val="bg1"/>
            </a:solidFill>
            <a:ln w="603" cap="flat">
              <a:noFill/>
              <a:prstDash val="solid"/>
              <a:miter/>
            </a:ln>
          </p:spPr>
          <p:txBody>
            <a:bodyPr rtlCol="0" anchor="ctr"/>
            <a:lstStyle/>
            <a:p>
              <a:endParaRPr lang="en-US" dirty="0"/>
            </a:p>
          </p:txBody>
        </p:sp>
        <p:sp>
          <p:nvSpPr>
            <p:cNvPr id="18" name="Graphic 15">
              <a:extLst>
                <a:ext uri="{FF2B5EF4-FFF2-40B4-BE49-F238E27FC236}">
                  <a16:creationId xmlns:a16="http://schemas.microsoft.com/office/drawing/2014/main" id="{6E59DFAF-9794-BD12-D89A-422FFFFCE023}"/>
                </a:ext>
              </a:extLst>
            </p:cNvPr>
            <p:cNvSpPr/>
            <p:nvPr userDrawn="1"/>
          </p:nvSpPr>
          <p:spPr>
            <a:xfrm>
              <a:off x="7843462" y="3198265"/>
              <a:ext cx="127713" cy="127713"/>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bg1"/>
            </a:solidFill>
            <a:ln w="610" cap="flat">
              <a:noFill/>
              <a:prstDash val="solid"/>
              <a:miter/>
            </a:ln>
          </p:spPr>
          <p:txBody>
            <a:bodyPr rtlCol="0" anchor="ctr"/>
            <a:lstStyle/>
            <a:p>
              <a:endParaRPr lang="en-US" dirty="0"/>
            </a:p>
          </p:txBody>
        </p:sp>
      </p:grpSp>
      <p:sp>
        <p:nvSpPr>
          <p:cNvPr id="21" name="Footer Placeholder 20">
            <a:extLst>
              <a:ext uri="{FF2B5EF4-FFF2-40B4-BE49-F238E27FC236}">
                <a16:creationId xmlns:a16="http://schemas.microsoft.com/office/drawing/2014/main" id="{36444A47-BCB3-5C86-F2B8-25092BE8D9FF}"/>
              </a:ext>
            </a:extLst>
          </p:cNvPr>
          <p:cNvSpPr>
            <a:spLocks noGrp="1"/>
          </p:cNvSpPr>
          <p:nvPr>
            <p:ph type="ftr" sz="quarter" idx="11"/>
          </p:nvPr>
        </p:nvSpPr>
        <p:spPr>
          <a:xfrm>
            <a:off x="1280160" y="6356350"/>
            <a:ext cx="4114800" cy="365125"/>
          </a:xfrm>
        </p:spPr>
        <p:txBody>
          <a:bodyPr lIns="0" rIns="91440"/>
          <a:lstStyle>
            <a:lvl1pPr algn="l">
              <a:defRPr/>
            </a:lvl1pPr>
          </a:lstStyle>
          <a:p>
            <a:endParaRPr lang="en-US" dirty="0"/>
          </a:p>
        </p:txBody>
      </p:sp>
      <p:cxnSp>
        <p:nvCxnSpPr>
          <p:cNvPr id="23" name="Straight Connector 22">
            <a:extLst>
              <a:ext uri="{FF2B5EF4-FFF2-40B4-BE49-F238E27FC236}">
                <a16:creationId xmlns:a16="http://schemas.microsoft.com/office/drawing/2014/main" id="{C648C53D-49AB-C003-70E8-5117AF079715}"/>
              </a:ext>
              <a:ext uri="{C183D7F6-B498-43B3-948B-1728B52AA6E4}">
                <adec:decorative xmlns:adec="http://schemas.microsoft.com/office/drawing/2017/decorative" val="1"/>
              </a:ext>
            </a:extLst>
          </p:cNvPr>
          <p:cNvCxnSpPr>
            <a:cxnSpLocks/>
          </p:cNvCxnSpPr>
          <p:nvPr userDrawn="1"/>
        </p:nvCxnSpPr>
        <p:spPr>
          <a:xfrm>
            <a:off x="740664" y="1371600"/>
            <a:ext cx="0" cy="548640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grpSp>
        <p:nvGrpSpPr>
          <p:cNvPr id="24" name="Group 23">
            <a:extLst>
              <a:ext uri="{FF2B5EF4-FFF2-40B4-BE49-F238E27FC236}">
                <a16:creationId xmlns:a16="http://schemas.microsoft.com/office/drawing/2014/main" id="{A96BC1DE-6696-3408-564E-2D73B1266326}"/>
              </a:ext>
              <a:ext uri="{C183D7F6-B498-43B3-948B-1728B52AA6E4}">
                <adec:decorative xmlns:adec="http://schemas.microsoft.com/office/drawing/2017/decorative" val="1"/>
              </a:ext>
            </a:extLst>
          </p:cNvPr>
          <p:cNvGrpSpPr/>
          <p:nvPr userDrawn="1"/>
        </p:nvGrpSpPr>
        <p:grpSpPr>
          <a:xfrm rot="5400000">
            <a:off x="10711518" y="5393214"/>
            <a:ext cx="1097341" cy="736658"/>
            <a:chOff x="10508317" y="446637"/>
            <a:chExt cx="1097341" cy="736658"/>
          </a:xfrm>
        </p:grpSpPr>
        <p:sp>
          <p:nvSpPr>
            <p:cNvPr id="25" name="Graphic 15">
              <a:extLst>
                <a:ext uri="{FF2B5EF4-FFF2-40B4-BE49-F238E27FC236}">
                  <a16:creationId xmlns:a16="http://schemas.microsoft.com/office/drawing/2014/main" id="{268EB1E4-29D6-C3F5-BCBB-FB7E7EE5C25C}"/>
                </a:ext>
                <a:ext uri="{C183D7F6-B498-43B3-948B-1728B52AA6E4}">
                  <adec:decorative xmlns:adec="http://schemas.microsoft.com/office/drawing/2017/decorative" val="1"/>
                </a:ext>
              </a:extLst>
            </p:cNvPr>
            <p:cNvSpPr/>
            <p:nvPr userDrawn="1"/>
          </p:nvSpPr>
          <p:spPr>
            <a:xfrm>
              <a:off x="10508317" y="492206"/>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dirty="0"/>
            </a:p>
          </p:txBody>
        </p:sp>
        <p:sp>
          <p:nvSpPr>
            <p:cNvPr id="26" name="Graphic 16">
              <a:extLst>
                <a:ext uri="{FF2B5EF4-FFF2-40B4-BE49-F238E27FC236}">
                  <a16:creationId xmlns:a16="http://schemas.microsoft.com/office/drawing/2014/main" id="{09524D46-140F-2F4F-430B-F59815A07CF1}"/>
                </a:ext>
                <a:ext uri="{C183D7F6-B498-43B3-948B-1728B52AA6E4}">
                  <adec:decorative xmlns:adec="http://schemas.microsoft.com/office/drawing/2017/decorative" val="1"/>
                </a:ext>
              </a:extLst>
            </p:cNvPr>
            <p:cNvSpPr/>
            <p:nvPr userDrawn="1"/>
          </p:nvSpPr>
          <p:spPr>
            <a:xfrm>
              <a:off x="11477944" y="1055581"/>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dirty="0"/>
            </a:p>
          </p:txBody>
        </p:sp>
        <p:sp>
          <p:nvSpPr>
            <p:cNvPr id="27" name="Graphic 14">
              <a:extLst>
                <a:ext uri="{FF2B5EF4-FFF2-40B4-BE49-F238E27FC236}">
                  <a16:creationId xmlns:a16="http://schemas.microsoft.com/office/drawing/2014/main" id="{AC75143B-C717-8D04-743C-B40FB5EFB21C}"/>
                </a:ext>
                <a:ext uri="{C183D7F6-B498-43B3-948B-1728B52AA6E4}">
                  <adec:decorative xmlns:adec="http://schemas.microsoft.com/office/drawing/2017/decorative" val="1"/>
                </a:ext>
              </a:extLst>
            </p:cNvPr>
            <p:cNvSpPr/>
            <p:nvPr userDrawn="1"/>
          </p:nvSpPr>
          <p:spPr>
            <a:xfrm>
              <a:off x="11241555" y="446637"/>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dirty="0"/>
            </a:p>
          </p:txBody>
        </p:sp>
      </p:grpSp>
    </p:spTree>
    <p:extLst>
      <p:ext uri="{BB962C8B-B14F-4D97-AF65-F5344CB8AC3E}">
        <p14:creationId xmlns:p14="http://schemas.microsoft.com/office/powerpoint/2010/main" val="34873764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6CF8C-1EA0-4E47-AC60-CAC3B80A3C5D}"/>
              </a:ext>
            </a:extLst>
          </p:cNvPr>
          <p:cNvSpPr>
            <a:spLocks noGrp="1"/>
          </p:cNvSpPr>
          <p:nvPr>
            <p:ph type="title" hasCustomPrompt="1"/>
          </p:nvPr>
        </p:nvSpPr>
        <p:spPr>
          <a:xfrm>
            <a:off x="1280160" y="640080"/>
            <a:ext cx="10087699" cy="1280160"/>
          </a:xfrm>
        </p:spPr>
        <p:txBody>
          <a:bodyPr lIns="0" tIns="0" rIns="0" bIns="0" anchor="b" anchorCtr="0"/>
          <a:lstStyle>
            <a:lvl1pPr>
              <a:defRPr sz="4000" b="1" cap="all" baseline="0"/>
            </a:lvl1pPr>
          </a:lstStyle>
          <a:p>
            <a:r>
              <a:rPr lang="en-US" dirty="0"/>
              <a:t>Click to add title</a:t>
            </a:r>
          </a:p>
        </p:txBody>
      </p:sp>
      <p:sp>
        <p:nvSpPr>
          <p:cNvPr id="10" name="Slide Number Placeholder 9">
            <a:extLst>
              <a:ext uri="{FF2B5EF4-FFF2-40B4-BE49-F238E27FC236}">
                <a16:creationId xmlns:a16="http://schemas.microsoft.com/office/drawing/2014/main" id="{116B8DF0-B7E6-5032-C3C7-E457E793BE37}"/>
              </a:ext>
            </a:extLst>
          </p:cNvPr>
          <p:cNvSpPr>
            <a:spLocks noGrp="1"/>
          </p:cNvSpPr>
          <p:nvPr>
            <p:ph type="sldNum" sz="quarter" idx="12"/>
          </p:nvPr>
        </p:nvSpPr>
        <p:spPr/>
        <p:txBody>
          <a:bodyPr/>
          <a:lstStyle/>
          <a:p>
            <a:fld id="{D8DA9DAA-006C-4F4B-980E-E3DF019B24E2}" type="slidenum">
              <a:rPr lang="en-US" smtClean="0"/>
              <a:pPr/>
              <a:t>‹#›</a:t>
            </a:fld>
            <a:endParaRPr lang="en-US" dirty="0"/>
          </a:p>
        </p:txBody>
      </p:sp>
      <p:sp>
        <p:nvSpPr>
          <p:cNvPr id="3" name="Content Placeholder 2">
            <a:extLst>
              <a:ext uri="{FF2B5EF4-FFF2-40B4-BE49-F238E27FC236}">
                <a16:creationId xmlns:a16="http://schemas.microsoft.com/office/drawing/2014/main" id="{628CABF8-19D8-4F3C-994F-4D35EC7A2C3E}"/>
              </a:ext>
            </a:extLst>
          </p:cNvPr>
          <p:cNvSpPr>
            <a:spLocks noGrp="1"/>
          </p:cNvSpPr>
          <p:nvPr>
            <p:ph idx="1" hasCustomPrompt="1"/>
          </p:nvPr>
        </p:nvSpPr>
        <p:spPr>
          <a:xfrm>
            <a:off x="1280160" y="2103119"/>
            <a:ext cx="10087699" cy="4114800"/>
          </a:xfrm>
        </p:spPr>
        <p:txBody>
          <a:bodyPr lIns="0" tIns="0" rIns="0" bIns="0"/>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7" name="Straight Connector 6">
            <a:extLst>
              <a:ext uri="{FF2B5EF4-FFF2-40B4-BE49-F238E27FC236}">
                <a16:creationId xmlns:a16="http://schemas.microsoft.com/office/drawing/2014/main" id="{5C05CAAB-DBA2-4548-AD5F-01BB97FBB207}"/>
              </a:ext>
              <a:ext uri="{C183D7F6-B498-43B3-948B-1728B52AA6E4}">
                <adec:decorative xmlns:adec="http://schemas.microsoft.com/office/drawing/2017/decorative" val="1"/>
              </a:ext>
            </a:extLst>
          </p:cNvPr>
          <p:cNvCxnSpPr>
            <a:cxnSpLocks/>
          </p:cNvCxnSpPr>
          <p:nvPr/>
        </p:nvCxnSpPr>
        <p:spPr>
          <a:xfrm>
            <a:off x="740664" y="1371600"/>
            <a:ext cx="0" cy="548640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9" name="Footer Placeholder 8">
            <a:extLst>
              <a:ext uri="{FF2B5EF4-FFF2-40B4-BE49-F238E27FC236}">
                <a16:creationId xmlns:a16="http://schemas.microsoft.com/office/drawing/2014/main" id="{DC5F4D40-ADE4-5EEB-436C-8563A49C55F8}"/>
              </a:ext>
            </a:extLst>
          </p:cNvPr>
          <p:cNvSpPr>
            <a:spLocks noGrp="1"/>
          </p:cNvSpPr>
          <p:nvPr>
            <p:ph type="ftr" sz="quarter" idx="11"/>
          </p:nvPr>
        </p:nvSpPr>
        <p:spPr>
          <a:xfrm>
            <a:off x="1280160" y="6356350"/>
            <a:ext cx="4114800" cy="365125"/>
          </a:xfrm>
        </p:spPr>
        <p:txBody>
          <a:bodyPr lIns="0"/>
          <a:lstStyle>
            <a:lvl1pPr algn="l">
              <a:defRPr/>
            </a:lvl1pPr>
          </a:lstStyle>
          <a:p>
            <a:endParaRPr lang="en-US" dirty="0"/>
          </a:p>
        </p:txBody>
      </p:sp>
    </p:spTree>
    <p:extLst>
      <p:ext uri="{BB962C8B-B14F-4D97-AF65-F5344CB8AC3E}">
        <p14:creationId xmlns:p14="http://schemas.microsoft.com/office/powerpoint/2010/main" val="33217450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Image Bubbles and Title 1">
    <p:bg>
      <p:bgPr>
        <a:gradFill>
          <a:gsLst>
            <a:gs pos="100000">
              <a:schemeClr val="accent4"/>
            </a:gs>
            <a:gs pos="0">
              <a:schemeClr val="accent2"/>
            </a:gs>
          </a:gsLst>
          <a:lin ang="81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9F227-D21C-48B3-828A-6BFA9585E82F}"/>
              </a:ext>
            </a:extLst>
          </p:cNvPr>
          <p:cNvSpPr>
            <a:spLocks noGrp="1"/>
          </p:cNvSpPr>
          <p:nvPr>
            <p:ph type="title"/>
          </p:nvPr>
        </p:nvSpPr>
        <p:spPr>
          <a:xfrm>
            <a:off x="2792897" y="585216"/>
            <a:ext cx="8965094" cy="2276856"/>
          </a:xfrm>
        </p:spPr>
        <p:txBody>
          <a:bodyPr lIns="0" tIns="0" rIns="0" anchor="b"/>
          <a:lstStyle>
            <a:lvl1pPr algn="r">
              <a:lnSpc>
                <a:spcPts val="4800"/>
              </a:lnSpc>
              <a:defRPr sz="4800" b="1" cap="all" spc="0" baseline="0">
                <a:solidFill>
                  <a:schemeClr val="bg1"/>
                </a:solidFill>
              </a:defRPr>
            </a:lvl1pPr>
          </a:lstStyle>
          <a:p>
            <a:r>
              <a:rPr lang="en-US"/>
              <a:t>Click to edit Master title style</a:t>
            </a:r>
            <a:endParaRPr lang="en-US" dirty="0"/>
          </a:p>
        </p:txBody>
      </p:sp>
      <p:sp>
        <p:nvSpPr>
          <p:cNvPr id="7" name="Picture Placeholder 14">
            <a:extLst>
              <a:ext uri="{FF2B5EF4-FFF2-40B4-BE49-F238E27FC236}">
                <a16:creationId xmlns:a16="http://schemas.microsoft.com/office/drawing/2014/main" id="{FC9B12A4-113B-B3F6-5926-5C2A6F504ABA}"/>
              </a:ext>
            </a:extLst>
          </p:cNvPr>
          <p:cNvSpPr>
            <a:spLocks noGrp="1"/>
          </p:cNvSpPr>
          <p:nvPr>
            <p:ph type="pic" sz="quarter" idx="14" hasCustomPrompt="1"/>
          </p:nvPr>
        </p:nvSpPr>
        <p:spPr>
          <a:xfrm>
            <a:off x="1371606" y="3205313"/>
            <a:ext cx="3043077" cy="3043083"/>
          </a:xfrm>
          <a:custGeom>
            <a:avLst/>
            <a:gdLst>
              <a:gd name="connsiteX0" fmla="*/ 2133823 w 4266960"/>
              <a:gd name="connsiteY0" fmla="*/ 0 h 4266968"/>
              <a:gd name="connsiteX1" fmla="*/ 4256628 w 4266960"/>
              <a:gd name="connsiteY1" fmla="*/ 1915652 h 4266968"/>
              <a:gd name="connsiteX2" fmla="*/ 4266960 w 4266960"/>
              <a:gd name="connsiteY2" fmla="*/ 2120258 h 4266968"/>
              <a:gd name="connsiteX3" fmla="*/ 4266960 w 4266960"/>
              <a:gd name="connsiteY3" fmla="*/ 2147389 h 4266968"/>
              <a:gd name="connsiteX4" fmla="*/ 4256628 w 4266960"/>
              <a:gd name="connsiteY4" fmla="*/ 2351994 h 4266968"/>
              <a:gd name="connsiteX5" fmla="*/ 2351994 w 4266960"/>
              <a:gd name="connsiteY5" fmla="*/ 4256629 h 4266968"/>
              <a:gd name="connsiteX6" fmla="*/ 2147230 w 4266960"/>
              <a:gd name="connsiteY6" fmla="*/ 4266968 h 4266968"/>
              <a:gd name="connsiteX7" fmla="*/ 2120416 w 4266960"/>
              <a:gd name="connsiteY7" fmla="*/ 4266968 h 4266968"/>
              <a:gd name="connsiteX8" fmla="*/ 1915652 w 4266960"/>
              <a:gd name="connsiteY8" fmla="*/ 4256629 h 4266968"/>
              <a:gd name="connsiteX9" fmla="*/ 0 w 4266960"/>
              <a:gd name="connsiteY9" fmla="*/ 2133823 h 4266968"/>
              <a:gd name="connsiteX10" fmla="*/ 2133823 w 4266960"/>
              <a:gd name="connsiteY10" fmla="*/ 0 h 4266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66960" h="4266968">
                <a:moveTo>
                  <a:pt x="2133823" y="0"/>
                </a:moveTo>
                <a:cubicBezTo>
                  <a:pt x="3238644" y="0"/>
                  <a:pt x="4147355" y="839660"/>
                  <a:pt x="4256628" y="1915652"/>
                </a:cubicBezTo>
                <a:lnTo>
                  <a:pt x="4266960" y="2120258"/>
                </a:lnTo>
                <a:lnTo>
                  <a:pt x="4266960" y="2147389"/>
                </a:lnTo>
                <a:lnTo>
                  <a:pt x="4256628" y="2351994"/>
                </a:lnTo>
                <a:cubicBezTo>
                  <a:pt x="4154640" y="3356254"/>
                  <a:pt x="3356253" y="4154640"/>
                  <a:pt x="2351994" y="4256629"/>
                </a:cubicBezTo>
                <a:lnTo>
                  <a:pt x="2147230" y="4266968"/>
                </a:lnTo>
                <a:lnTo>
                  <a:pt x="2120416" y="4266968"/>
                </a:lnTo>
                <a:lnTo>
                  <a:pt x="1915652" y="4256629"/>
                </a:lnTo>
                <a:cubicBezTo>
                  <a:pt x="839660" y="4147356"/>
                  <a:pt x="0" y="3238645"/>
                  <a:pt x="0" y="2133823"/>
                </a:cubicBezTo>
                <a:cubicBezTo>
                  <a:pt x="0" y="955346"/>
                  <a:pt x="955346" y="0"/>
                  <a:pt x="2133823" y="0"/>
                </a:cubicBezTo>
                <a:close/>
              </a:path>
            </a:pathLst>
          </a:custGeom>
        </p:spPr>
        <p:txBody>
          <a:bodyPr wrap="square" tIns="914400" anchor="t" anchorCtr="0">
            <a:noAutofit/>
          </a:bodyPr>
          <a:lstStyle>
            <a:lvl1pPr algn="ctr">
              <a:buNone/>
              <a:defRPr sz="1800">
                <a:solidFill>
                  <a:schemeClr val="bg1"/>
                </a:solidFill>
              </a:defRPr>
            </a:lvl1pPr>
          </a:lstStyle>
          <a:p>
            <a:r>
              <a:rPr lang="en-US" dirty="0"/>
              <a:t>Click to add picture</a:t>
            </a:r>
          </a:p>
        </p:txBody>
      </p:sp>
      <p:sp>
        <p:nvSpPr>
          <p:cNvPr id="16" name="Text Placeholder 15">
            <a:extLst>
              <a:ext uri="{FF2B5EF4-FFF2-40B4-BE49-F238E27FC236}">
                <a16:creationId xmlns:a16="http://schemas.microsoft.com/office/drawing/2014/main" id="{A928810C-E773-43AE-A2A1-4073955CC8DA}"/>
              </a:ext>
            </a:extLst>
          </p:cNvPr>
          <p:cNvSpPr>
            <a:spLocks noGrp="1"/>
          </p:cNvSpPr>
          <p:nvPr>
            <p:ph type="body" sz="quarter" idx="13" hasCustomPrompt="1"/>
          </p:nvPr>
        </p:nvSpPr>
        <p:spPr>
          <a:xfrm>
            <a:off x="5640609" y="3127248"/>
            <a:ext cx="6117381" cy="3017520"/>
          </a:xfrm>
        </p:spPr>
        <p:txBody>
          <a:bodyPr lIns="0" tIns="0" rIns="0" bIns="0">
            <a:normAutofit/>
          </a:bodyPr>
          <a:lstStyle>
            <a:lvl1pPr marL="0" indent="0" algn="r">
              <a:spcBef>
                <a:spcPts val="1200"/>
              </a:spcBef>
              <a:buNone/>
              <a:defRPr sz="2400">
                <a:solidFill>
                  <a:schemeClr val="bg1"/>
                </a:solidFill>
              </a:defRPr>
            </a:lvl1pPr>
          </a:lstStyle>
          <a:p>
            <a:pPr lvl="0"/>
            <a:r>
              <a:rPr lang="en-US" dirty="0"/>
              <a:t>Click to add text</a:t>
            </a:r>
          </a:p>
        </p:txBody>
      </p:sp>
      <p:grpSp>
        <p:nvGrpSpPr>
          <p:cNvPr id="3" name="Group 2">
            <a:extLst>
              <a:ext uri="{FF2B5EF4-FFF2-40B4-BE49-F238E27FC236}">
                <a16:creationId xmlns:a16="http://schemas.microsoft.com/office/drawing/2014/main" id="{8AF51D36-DB19-27CD-47E0-A4261648DA12}"/>
              </a:ext>
              <a:ext uri="{C183D7F6-B498-43B3-948B-1728B52AA6E4}">
                <adec:decorative xmlns:adec="http://schemas.microsoft.com/office/drawing/2017/decorative" val="1"/>
              </a:ext>
            </a:extLst>
          </p:cNvPr>
          <p:cNvGrpSpPr/>
          <p:nvPr userDrawn="1"/>
        </p:nvGrpSpPr>
        <p:grpSpPr>
          <a:xfrm rot="18614240">
            <a:off x="3975343" y="2819532"/>
            <a:ext cx="465456" cy="581432"/>
            <a:chOff x="7843462" y="2744546"/>
            <a:chExt cx="465456" cy="581432"/>
          </a:xfrm>
        </p:grpSpPr>
        <p:sp>
          <p:nvSpPr>
            <p:cNvPr id="4" name="Graphic 12">
              <a:extLst>
                <a:ext uri="{FF2B5EF4-FFF2-40B4-BE49-F238E27FC236}">
                  <a16:creationId xmlns:a16="http://schemas.microsoft.com/office/drawing/2014/main" id="{3EFED0E0-17D4-C5B0-09D0-B43338A856B3}"/>
                </a:ext>
              </a:extLst>
            </p:cNvPr>
            <p:cNvSpPr/>
            <p:nvPr userDrawn="1"/>
          </p:nvSpPr>
          <p:spPr>
            <a:xfrm>
              <a:off x="8217780" y="29738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dirty="0"/>
            </a:p>
          </p:txBody>
        </p:sp>
        <p:sp>
          <p:nvSpPr>
            <p:cNvPr id="5" name="Graphic 13">
              <a:extLst>
                <a:ext uri="{FF2B5EF4-FFF2-40B4-BE49-F238E27FC236}">
                  <a16:creationId xmlns:a16="http://schemas.microsoft.com/office/drawing/2014/main" id="{8F798BBE-9B6F-700D-08A1-09ABC5388CCE}"/>
                </a:ext>
              </a:extLst>
            </p:cNvPr>
            <p:cNvSpPr/>
            <p:nvPr userDrawn="1"/>
          </p:nvSpPr>
          <p:spPr>
            <a:xfrm>
              <a:off x="7859002" y="2744546"/>
              <a:ext cx="139038" cy="139038"/>
            </a:xfrm>
            <a:custGeom>
              <a:avLst/>
              <a:gdLst>
                <a:gd name="connsiteX0" fmla="*/ 129601 w 139038"/>
                <a:gd name="connsiteY0" fmla="*/ 60082 h 139038"/>
                <a:gd name="connsiteX1" fmla="*/ 78956 w 139038"/>
                <a:gd name="connsiteY1" fmla="*/ 60082 h 139038"/>
                <a:gd name="connsiteX2" fmla="*/ 78956 w 139038"/>
                <a:gd name="connsiteY2" fmla="*/ 9437 h 139038"/>
                <a:gd name="connsiteX3" fmla="*/ 69519 w 139038"/>
                <a:gd name="connsiteY3" fmla="*/ 0 h 139038"/>
                <a:gd name="connsiteX4" fmla="*/ 60082 w 139038"/>
                <a:gd name="connsiteY4" fmla="*/ 9437 h 139038"/>
                <a:gd name="connsiteX5" fmla="*/ 60082 w 139038"/>
                <a:gd name="connsiteY5" fmla="*/ 60082 h 139038"/>
                <a:gd name="connsiteX6" fmla="*/ 9437 w 139038"/>
                <a:gd name="connsiteY6" fmla="*/ 60082 h 139038"/>
                <a:gd name="connsiteX7" fmla="*/ 0 w 139038"/>
                <a:gd name="connsiteY7" fmla="*/ 69519 h 139038"/>
                <a:gd name="connsiteX8" fmla="*/ 9437 w 139038"/>
                <a:gd name="connsiteY8" fmla="*/ 78956 h 139038"/>
                <a:gd name="connsiteX9" fmla="*/ 60082 w 139038"/>
                <a:gd name="connsiteY9" fmla="*/ 78956 h 139038"/>
                <a:gd name="connsiteX10" fmla="*/ 60082 w 139038"/>
                <a:gd name="connsiteY10" fmla="*/ 129601 h 139038"/>
                <a:gd name="connsiteX11" fmla="*/ 69519 w 139038"/>
                <a:gd name="connsiteY11" fmla="*/ 139038 h 139038"/>
                <a:gd name="connsiteX12" fmla="*/ 78956 w 139038"/>
                <a:gd name="connsiteY12" fmla="*/ 129601 h 139038"/>
                <a:gd name="connsiteX13" fmla="*/ 78956 w 139038"/>
                <a:gd name="connsiteY13" fmla="*/ 78956 h 139038"/>
                <a:gd name="connsiteX14" fmla="*/ 129601 w 139038"/>
                <a:gd name="connsiteY14" fmla="*/ 78956 h 139038"/>
                <a:gd name="connsiteX15" fmla="*/ 139038 w 139038"/>
                <a:gd name="connsiteY15" fmla="*/ 69519 h 139038"/>
                <a:gd name="connsiteX16" fmla="*/ 129601 w 139038"/>
                <a:gd name="connsiteY16" fmla="*/ 60082 h 139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8" h="139038">
                  <a:moveTo>
                    <a:pt x="129601" y="60082"/>
                  </a:moveTo>
                  <a:lnTo>
                    <a:pt x="78956" y="60082"/>
                  </a:lnTo>
                  <a:lnTo>
                    <a:pt x="78956" y="9437"/>
                  </a:lnTo>
                  <a:cubicBezTo>
                    <a:pt x="78956" y="4225"/>
                    <a:pt x="74731" y="0"/>
                    <a:pt x="69519" y="0"/>
                  </a:cubicBezTo>
                  <a:cubicBezTo>
                    <a:pt x="64307" y="0"/>
                    <a:pt x="60082" y="4225"/>
                    <a:pt x="60082" y="9437"/>
                  </a:cubicBezTo>
                  <a:lnTo>
                    <a:pt x="60082" y="60082"/>
                  </a:lnTo>
                  <a:lnTo>
                    <a:pt x="9437" y="60082"/>
                  </a:lnTo>
                  <a:cubicBezTo>
                    <a:pt x="4225" y="60082"/>
                    <a:pt x="0" y="64307"/>
                    <a:pt x="0" y="69519"/>
                  </a:cubicBezTo>
                  <a:cubicBezTo>
                    <a:pt x="0" y="74731"/>
                    <a:pt x="4225" y="78956"/>
                    <a:pt x="9437" y="78956"/>
                  </a:cubicBezTo>
                  <a:lnTo>
                    <a:pt x="60082" y="78956"/>
                  </a:lnTo>
                  <a:lnTo>
                    <a:pt x="60082" y="129601"/>
                  </a:lnTo>
                  <a:cubicBezTo>
                    <a:pt x="60082" y="134813"/>
                    <a:pt x="64307" y="139038"/>
                    <a:pt x="69519" y="139038"/>
                  </a:cubicBezTo>
                  <a:cubicBezTo>
                    <a:pt x="74731" y="139038"/>
                    <a:pt x="78956" y="134813"/>
                    <a:pt x="78956" y="129601"/>
                  </a:cubicBezTo>
                  <a:lnTo>
                    <a:pt x="78956" y="78956"/>
                  </a:lnTo>
                  <a:lnTo>
                    <a:pt x="129601" y="78956"/>
                  </a:lnTo>
                  <a:cubicBezTo>
                    <a:pt x="134813" y="78956"/>
                    <a:pt x="139038" y="74731"/>
                    <a:pt x="139038" y="69519"/>
                  </a:cubicBezTo>
                  <a:cubicBezTo>
                    <a:pt x="139038" y="64307"/>
                    <a:pt x="134813" y="60082"/>
                    <a:pt x="129601" y="60082"/>
                  </a:cubicBezTo>
                  <a:close/>
                </a:path>
              </a:pathLst>
            </a:custGeom>
            <a:solidFill>
              <a:schemeClr val="bg1"/>
            </a:solidFill>
            <a:ln w="603" cap="flat">
              <a:noFill/>
              <a:prstDash val="solid"/>
              <a:miter/>
            </a:ln>
          </p:spPr>
          <p:txBody>
            <a:bodyPr rtlCol="0" anchor="ctr"/>
            <a:lstStyle/>
            <a:p>
              <a:endParaRPr lang="en-US" dirty="0"/>
            </a:p>
          </p:txBody>
        </p:sp>
        <p:sp>
          <p:nvSpPr>
            <p:cNvPr id="6" name="Graphic 15">
              <a:extLst>
                <a:ext uri="{FF2B5EF4-FFF2-40B4-BE49-F238E27FC236}">
                  <a16:creationId xmlns:a16="http://schemas.microsoft.com/office/drawing/2014/main" id="{4AE2D1C5-9D85-9049-690C-3AFCE7E2DA56}"/>
                </a:ext>
              </a:extLst>
            </p:cNvPr>
            <p:cNvSpPr/>
            <p:nvPr userDrawn="1"/>
          </p:nvSpPr>
          <p:spPr>
            <a:xfrm>
              <a:off x="7843462" y="3198265"/>
              <a:ext cx="127713" cy="127713"/>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bg1"/>
            </a:solidFill>
            <a:ln w="610" cap="flat">
              <a:noFill/>
              <a:prstDash val="solid"/>
              <a:miter/>
            </a:ln>
          </p:spPr>
          <p:txBody>
            <a:bodyPr rtlCol="0" anchor="ctr"/>
            <a:lstStyle/>
            <a:p>
              <a:endParaRPr lang="en-US" dirty="0"/>
            </a:p>
          </p:txBody>
        </p:sp>
      </p:grpSp>
      <p:cxnSp>
        <p:nvCxnSpPr>
          <p:cNvPr id="13" name="Straight Connector 12">
            <a:extLst>
              <a:ext uri="{FF2B5EF4-FFF2-40B4-BE49-F238E27FC236}">
                <a16:creationId xmlns:a16="http://schemas.microsoft.com/office/drawing/2014/main" id="{9D0FE75D-ACD3-655E-58A7-8F2C182760B4}"/>
              </a:ext>
              <a:ext uri="{C183D7F6-B498-43B3-948B-1728B52AA6E4}">
                <adec:decorative xmlns:adec="http://schemas.microsoft.com/office/drawing/2017/decorative" val="1"/>
              </a:ext>
            </a:extLst>
          </p:cNvPr>
          <p:cNvCxnSpPr>
            <a:cxnSpLocks/>
          </p:cNvCxnSpPr>
          <p:nvPr userDrawn="1"/>
        </p:nvCxnSpPr>
        <p:spPr>
          <a:xfrm>
            <a:off x="740664" y="3503032"/>
            <a:ext cx="0" cy="3346090"/>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1936263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9F227-D21C-48B3-828A-6BFA9585E82F}"/>
              </a:ext>
            </a:extLst>
          </p:cNvPr>
          <p:cNvSpPr>
            <a:spLocks noGrp="1"/>
          </p:cNvSpPr>
          <p:nvPr>
            <p:ph type="title" hasCustomPrompt="1"/>
          </p:nvPr>
        </p:nvSpPr>
        <p:spPr>
          <a:xfrm>
            <a:off x="838200" y="136525"/>
            <a:ext cx="10515600" cy="1509713"/>
          </a:xfrm>
        </p:spPr>
        <p:txBody>
          <a:bodyPr/>
          <a:lstStyle/>
          <a:p>
            <a:r>
              <a:rPr lang="en-US" dirty="0"/>
              <a:t>Click to add title</a:t>
            </a:r>
          </a:p>
        </p:txBody>
      </p:sp>
      <p:sp>
        <p:nvSpPr>
          <p:cNvPr id="4" name="Footer Placeholder 3">
            <a:extLst>
              <a:ext uri="{FF2B5EF4-FFF2-40B4-BE49-F238E27FC236}">
                <a16:creationId xmlns:a16="http://schemas.microsoft.com/office/drawing/2014/main" id="{7EBC03C0-6EB7-4633-967C-12C35768BB58}"/>
              </a:ext>
            </a:extLst>
          </p:cNvPr>
          <p:cNvSpPr>
            <a:spLocks noGrp="1"/>
          </p:cNvSpPr>
          <p:nvPr>
            <p:ph type="ftr" sz="quarter" idx="11"/>
          </p:nvPr>
        </p:nvSpPr>
        <p:spPr>
          <a:xfrm>
            <a:off x="7239000" y="6356350"/>
            <a:ext cx="4114800" cy="365125"/>
          </a:xfrm>
          <a:prstGeom prst="rect">
            <a:avLst/>
          </a:prstGeom>
        </p:spPr>
        <p:txBody>
          <a:bodyPr/>
          <a:lstStyle/>
          <a:p>
            <a:endParaRPr lang="en-US" dirty="0"/>
          </a:p>
        </p:txBody>
      </p:sp>
      <p:sp>
        <p:nvSpPr>
          <p:cNvPr id="5" name="Slide Number Placeholder 4">
            <a:extLst>
              <a:ext uri="{FF2B5EF4-FFF2-40B4-BE49-F238E27FC236}">
                <a16:creationId xmlns:a16="http://schemas.microsoft.com/office/drawing/2014/main" id="{30FF4306-91CD-4B7B-8A53-34BE8F997581}"/>
              </a:ext>
            </a:extLst>
          </p:cNvPr>
          <p:cNvSpPr>
            <a:spLocks noGrp="1"/>
          </p:cNvSpPr>
          <p:nvPr>
            <p:ph type="sldNum" sz="quarter" idx="12"/>
          </p:nvPr>
        </p:nvSpPr>
        <p:spPr>
          <a:xfrm>
            <a:off x="484632" y="726630"/>
            <a:ext cx="520991" cy="517379"/>
          </a:xfrm>
        </p:spPr>
        <p:txBody>
          <a:bodyPr/>
          <a:lstStyle/>
          <a:p>
            <a:fld id="{D8DA9DAA-006C-4F4B-980E-E3DF019B24E2}" type="slidenum">
              <a:rPr lang="en-US" smtClean="0"/>
              <a:t>‹#›</a:t>
            </a:fld>
            <a:endParaRPr lang="en-US" dirty="0"/>
          </a:p>
        </p:txBody>
      </p:sp>
      <p:cxnSp>
        <p:nvCxnSpPr>
          <p:cNvPr id="3" name="Straight Connector 2">
            <a:extLst>
              <a:ext uri="{FF2B5EF4-FFF2-40B4-BE49-F238E27FC236}">
                <a16:creationId xmlns:a16="http://schemas.microsoft.com/office/drawing/2014/main" id="{B5B2B208-F5B9-0151-C982-A389CB0B2996}"/>
              </a:ext>
              <a:ext uri="{C183D7F6-B498-43B3-948B-1728B52AA6E4}">
                <adec:decorative xmlns:adec="http://schemas.microsoft.com/office/drawing/2017/decorative" val="1"/>
              </a:ext>
            </a:extLst>
          </p:cNvPr>
          <p:cNvCxnSpPr>
            <a:cxnSpLocks/>
          </p:cNvCxnSpPr>
          <p:nvPr userDrawn="1"/>
        </p:nvCxnSpPr>
        <p:spPr>
          <a:xfrm>
            <a:off x="715890" y="1371600"/>
            <a:ext cx="0" cy="548640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632910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20EEA6CA-DE1E-18ED-E69E-54A1372FE216}"/>
              </a:ext>
              <a:ext uri="{C183D7F6-B498-43B3-948B-1728B52AA6E4}">
                <adec:decorative xmlns:adec="http://schemas.microsoft.com/office/drawing/2017/decorative" val="1"/>
              </a:ext>
            </a:extLst>
          </p:cNvPr>
          <p:cNvCxnSpPr>
            <a:cxnSpLocks/>
          </p:cNvCxnSpPr>
          <p:nvPr userDrawn="1"/>
        </p:nvCxnSpPr>
        <p:spPr>
          <a:xfrm>
            <a:off x="715890" y="1371600"/>
            <a:ext cx="0" cy="548640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8" name="Footer Placeholder 7">
            <a:extLst>
              <a:ext uri="{FF2B5EF4-FFF2-40B4-BE49-F238E27FC236}">
                <a16:creationId xmlns:a16="http://schemas.microsoft.com/office/drawing/2014/main" id="{2F973C81-5E94-41F6-CE15-3B4763B3ABEB}"/>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2C835B5C-F994-9D57-3118-919EE90F57E1}"/>
              </a:ext>
            </a:extLst>
          </p:cNvPr>
          <p:cNvSpPr>
            <a:spLocks noGrp="1"/>
          </p:cNvSpPr>
          <p:nvPr>
            <p:ph type="sldNum" sz="quarter" idx="12"/>
          </p:nvPr>
        </p:nvSpPr>
        <p:spPr/>
        <p:txBody>
          <a:bodyPr/>
          <a:lstStyle/>
          <a:p>
            <a:fld id="{D8DA9DAA-006C-4F4B-980E-E3DF019B24E2}" type="slidenum">
              <a:rPr lang="en-US" smtClean="0"/>
              <a:pPr/>
              <a:t>‹#›</a:t>
            </a:fld>
            <a:endParaRPr lang="en-US" dirty="0"/>
          </a:p>
        </p:txBody>
      </p:sp>
    </p:spTree>
    <p:extLst>
      <p:ext uri="{BB962C8B-B14F-4D97-AF65-F5344CB8AC3E}">
        <p14:creationId xmlns:p14="http://schemas.microsoft.com/office/powerpoint/2010/main" val="38408676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FDA4224-F4E4-47A4-ACF7-2317493908AE}"/>
              </a:ext>
            </a:extLst>
          </p:cNvPr>
          <p:cNvSpPr>
            <a:spLocks noGrp="1"/>
          </p:cNvSpPr>
          <p:nvPr>
            <p:ph type="title"/>
          </p:nvPr>
        </p:nvSpPr>
        <p:spPr>
          <a:xfrm>
            <a:off x="1435394" y="1"/>
            <a:ext cx="9918405" cy="1646237"/>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1679907-DC49-4B86-A34C-C97DBC26A938}"/>
              </a:ext>
            </a:extLst>
          </p:cNvPr>
          <p:cNvSpPr>
            <a:spLocks noGrp="1"/>
          </p:cNvSpPr>
          <p:nvPr>
            <p:ph type="body" idx="1"/>
          </p:nvPr>
        </p:nvSpPr>
        <p:spPr>
          <a:xfrm>
            <a:off x="1435394" y="1825625"/>
            <a:ext cx="9918405"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F6C0E9BD-90BD-46AE-8A0D-06796ADB760A}"/>
              </a:ext>
            </a:extLst>
          </p:cNvPr>
          <p:cNvSpPr>
            <a:spLocks noGrp="1"/>
          </p:cNvSpPr>
          <p:nvPr>
            <p:ph type="sldNum" sz="quarter" idx="4"/>
          </p:nvPr>
        </p:nvSpPr>
        <p:spPr>
          <a:xfrm>
            <a:off x="486121" y="726630"/>
            <a:ext cx="520991" cy="517379"/>
          </a:xfrm>
          <a:prstGeom prst="rect">
            <a:avLst/>
          </a:prstGeom>
        </p:spPr>
        <p:txBody>
          <a:bodyPr vert="horz" lIns="0" tIns="0" rIns="0" bIns="0" rtlCol="0" anchor="t" anchorCtr="0"/>
          <a:lstStyle>
            <a:lvl1pPr algn="ctr">
              <a:defRPr sz="1800" b="1" i="0" cap="all" spc="100" baseline="0">
                <a:solidFill>
                  <a:schemeClr val="accent2"/>
                </a:solidFill>
              </a:defRPr>
            </a:lvl1pPr>
          </a:lstStyle>
          <a:p>
            <a:fld id="{D8DA9DAA-006C-4F4B-980E-E3DF019B24E2}" type="slidenum">
              <a:rPr lang="en-US" smtClean="0"/>
              <a:pPr/>
              <a:t>‹#›</a:t>
            </a:fld>
            <a:endParaRPr lang="en-US" dirty="0"/>
          </a:p>
        </p:txBody>
      </p:sp>
      <p:sp>
        <p:nvSpPr>
          <p:cNvPr id="4" name="Date Placeholder 3">
            <a:extLst>
              <a:ext uri="{FF2B5EF4-FFF2-40B4-BE49-F238E27FC236}">
                <a16:creationId xmlns:a16="http://schemas.microsoft.com/office/drawing/2014/main" id="{B1EF1C86-6A9C-D287-D381-5634A69BF1C8}"/>
              </a:ext>
            </a:extLst>
          </p:cNvPr>
          <p:cNvSpPr>
            <a:spLocks noGrp="1"/>
          </p:cNvSpPr>
          <p:nvPr>
            <p:ph type="dt" sz="half" idx="2"/>
          </p:nvPr>
        </p:nvSpPr>
        <p:spPr>
          <a:xfrm>
            <a:off x="1435394" y="6356350"/>
            <a:ext cx="2743200" cy="365125"/>
          </a:xfrm>
          <a:prstGeom prst="rect">
            <a:avLst/>
          </a:prstGeom>
        </p:spPr>
        <p:txBody>
          <a:bodyPr vert="horz" lIns="0" tIns="45720" rIns="91440" bIns="45720" rtlCol="0" anchor="ctr"/>
          <a:lstStyle>
            <a:lvl1pPr algn="l">
              <a:defRPr sz="1200">
                <a:solidFill>
                  <a:schemeClr val="tx1">
                    <a:tint val="75000"/>
                  </a:schemeClr>
                </a:solidFill>
              </a:defRPr>
            </a:lvl1pPr>
          </a:lstStyle>
          <a:p>
            <a:r>
              <a:rPr lang="en-US"/>
              <a:t>20XX</a:t>
            </a:r>
            <a:endParaRPr lang="en-US" dirty="0"/>
          </a:p>
        </p:txBody>
      </p:sp>
      <p:sp>
        <p:nvSpPr>
          <p:cNvPr id="5" name="Footer Placeholder 4">
            <a:extLst>
              <a:ext uri="{FF2B5EF4-FFF2-40B4-BE49-F238E27FC236}">
                <a16:creationId xmlns:a16="http://schemas.microsoft.com/office/drawing/2014/main" id="{621B8477-3F24-EDCB-C8AC-84336363918B}"/>
              </a:ext>
            </a:extLst>
          </p:cNvPr>
          <p:cNvSpPr>
            <a:spLocks noGrp="1"/>
          </p:cNvSpPr>
          <p:nvPr>
            <p:ph type="ftr" sz="quarter" idx="3"/>
          </p:nvPr>
        </p:nvSpPr>
        <p:spPr>
          <a:xfrm>
            <a:off x="7238999" y="6356350"/>
            <a:ext cx="4114800" cy="365125"/>
          </a:xfrm>
          <a:prstGeom prst="rect">
            <a:avLst/>
          </a:prstGeom>
        </p:spPr>
        <p:txBody>
          <a:bodyPr vert="horz" lIns="91440" tIns="45720" rIns="0" bIns="45720" rtlCol="0" anchor="ctr"/>
          <a:lstStyle>
            <a:lvl1pPr algn="r">
              <a:defRPr sz="1200">
                <a:solidFill>
                  <a:schemeClr val="tx1">
                    <a:tint val="75000"/>
                  </a:schemeClr>
                </a:solidFill>
              </a:defRPr>
            </a:lvl1pPr>
          </a:lstStyle>
          <a:p>
            <a:endParaRPr lang="en-US" dirty="0"/>
          </a:p>
        </p:txBody>
      </p:sp>
    </p:spTree>
    <p:extLst>
      <p:ext uri="{BB962C8B-B14F-4D97-AF65-F5344CB8AC3E}">
        <p14:creationId xmlns:p14="http://schemas.microsoft.com/office/powerpoint/2010/main" val="1999713800"/>
      </p:ext>
    </p:extLst>
  </p:cSld>
  <p:clrMap bg1="lt1" tx1="dk1" bg2="lt2" tx2="dk2" accent1="accent1" accent2="accent2" accent3="accent3" accent4="accent4" accent5="accent5" accent6="accent6" hlink="hlink" folHlink="folHlink"/>
  <p:sldLayoutIdLst>
    <p:sldLayoutId id="2147483708" r:id="rId1"/>
    <p:sldLayoutId id="2147483717" r:id="rId2"/>
    <p:sldLayoutId id="2147483728" r:id="rId3"/>
    <p:sldLayoutId id="2147483729" r:id="rId4"/>
    <p:sldLayoutId id="2147483710" r:id="rId5"/>
    <p:sldLayoutId id="2147483727" r:id="rId6"/>
    <p:sldLayoutId id="2147483701" r:id="rId7"/>
    <p:sldLayoutId id="2147483721" r:id="rId8"/>
    <p:sldLayoutId id="2147483720" r:id="rId9"/>
    <p:sldLayoutId id="2147483730" r:id="rId10"/>
    <p:sldLayoutId id="2147483722" r:id="rId11"/>
    <p:sldLayoutId id="2147483698" r:id="rId12"/>
    <p:sldLayoutId id="2147483732" r:id="rId13"/>
    <p:sldLayoutId id="2147483702" r:id="rId14"/>
    <p:sldLayoutId id="2147483703" r:id="rId15"/>
  </p:sldLayoutIdLst>
  <p:hf sldNum="0" hdr="0" ftr="0"/>
  <p:txStyles>
    <p:titleStyle>
      <a:lvl1pPr algn="l" defTabSz="914400" rtl="0" eaLnBrk="1" latinLnBrk="0" hangingPunct="1">
        <a:lnSpc>
          <a:spcPts val="4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9968B-2619-4F71-AB00-4C493E120805}"/>
              </a:ext>
            </a:extLst>
          </p:cNvPr>
          <p:cNvSpPr>
            <a:spLocks noGrp="1"/>
          </p:cNvSpPr>
          <p:nvPr>
            <p:ph type="ctrTitle"/>
          </p:nvPr>
        </p:nvSpPr>
        <p:spPr>
          <a:xfrm>
            <a:off x="1280159" y="357809"/>
            <a:ext cx="7983110" cy="3080335"/>
          </a:xfrm>
        </p:spPr>
        <p:txBody>
          <a:bodyPr/>
          <a:lstStyle/>
          <a:p>
            <a:r>
              <a:rPr lang="en-US"/>
              <a:t>Manikanta</a:t>
            </a:r>
            <a:endParaRPr lang="en-US" dirty="0"/>
          </a:p>
        </p:txBody>
      </p:sp>
    </p:spTree>
    <p:extLst>
      <p:ext uri="{BB962C8B-B14F-4D97-AF65-F5344CB8AC3E}">
        <p14:creationId xmlns:p14="http://schemas.microsoft.com/office/powerpoint/2010/main" val="29554030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64C0E11-7DE4-D558-C3EF-9B3C7A9BF17D}"/>
              </a:ext>
            </a:extLst>
          </p:cNvPr>
          <p:cNvSpPr>
            <a:spLocks noGrp="1"/>
          </p:cNvSpPr>
          <p:nvPr>
            <p:ph type="title"/>
          </p:nvPr>
        </p:nvSpPr>
        <p:spPr>
          <a:xfrm>
            <a:off x="1280160" y="685800"/>
            <a:ext cx="9137012" cy="1280160"/>
          </a:xfrm>
        </p:spPr>
        <p:txBody>
          <a:bodyPr anchor="b">
            <a:normAutofit/>
          </a:bodyPr>
          <a:lstStyle/>
          <a:p>
            <a:r>
              <a:rPr lang="en-US" dirty="0"/>
              <a:t>Java</a:t>
            </a:r>
          </a:p>
        </p:txBody>
      </p:sp>
      <p:sp>
        <p:nvSpPr>
          <p:cNvPr id="3" name="Content Placeholder 2">
            <a:extLst>
              <a:ext uri="{FF2B5EF4-FFF2-40B4-BE49-F238E27FC236}">
                <a16:creationId xmlns:a16="http://schemas.microsoft.com/office/drawing/2014/main" id="{D4418541-7290-F1A9-2357-CA26E074EF45}"/>
              </a:ext>
            </a:extLst>
          </p:cNvPr>
          <p:cNvSpPr>
            <a:spLocks noGrp="1"/>
          </p:cNvSpPr>
          <p:nvPr>
            <p:ph sz="half" idx="2"/>
          </p:nvPr>
        </p:nvSpPr>
        <p:spPr>
          <a:xfrm>
            <a:off x="1280160" y="2327440"/>
            <a:ext cx="4846320" cy="4040574"/>
          </a:xfrm>
        </p:spPr>
        <p:txBody>
          <a:bodyPr>
            <a:normAutofit/>
          </a:bodyPr>
          <a:lstStyle/>
          <a:p>
            <a:r>
              <a:rPr lang="en-US" dirty="0"/>
              <a:t>The previous topic cleared the compiler and interpreter doubt but still, there are questions such as “</a:t>
            </a:r>
            <a:r>
              <a:rPr lang="en-US" b="1" dirty="0"/>
              <a:t>How to store different numbers in java?</a:t>
            </a:r>
            <a:r>
              <a:rPr lang="en-US" dirty="0"/>
              <a:t>” or “</a:t>
            </a:r>
            <a:r>
              <a:rPr lang="en-US" b="1" dirty="0"/>
              <a:t>What value you can store in java and how?”</a:t>
            </a:r>
            <a:r>
              <a:rPr lang="en-US" dirty="0"/>
              <a:t>, etc.</a:t>
            </a:r>
            <a:br>
              <a:rPr lang="en-US" dirty="0"/>
            </a:br>
            <a:r>
              <a:rPr lang="en-US" dirty="0"/>
              <a:t>To clear all such doubts we have prepared this “Language Fundamentals” topic which includes the basic concepts to write programs in Java.</a:t>
            </a:r>
          </a:p>
          <a:p>
            <a:endParaRPr lang="en-US" dirty="0"/>
          </a:p>
        </p:txBody>
      </p:sp>
      <p:pic>
        <p:nvPicPr>
          <p:cNvPr id="4" name="Picture 3" descr="A diagram of a language">
            <a:extLst>
              <a:ext uri="{FF2B5EF4-FFF2-40B4-BE49-F238E27FC236}">
                <a16:creationId xmlns:a16="http://schemas.microsoft.com/office/drawing/2014/main" id="{63A9848F-4DA1-F7EF-7348-F19DDA07044E}"/>
              </a:ext>
            </a:extLst>
          </p:cNvPr>
          <p:cNvPicPr>
            <a:picLocks noChangeAspect="1"/>
          </p:cNvPicPr>
          <p:nvPr/>
        </p:nvPicPr>
        <p:blipFill>
          <a:blip r:embed="rId3"/>
          <a:stretch>
            <a:fillRect/>
          </a:stretch>
        </p:blipFill>
        <p:spPr>
          <a:xfrm>
            <a:off x="6980287" y="2327441"/>
            <a:ext cx="4332549" cy="4040574"/>
          </a:xfrm>
          <a:prstGeom prst="rect">
            <a:avLst/>
          </a:prstGeom>
          <a:noFill/>
        </p:spPr>
      </p:pic>
    </p:spTree>
    <p:extLst>
      <p:ext uri="{BB962C8B-B14F-4D97-AF65-F5344CB8AC3E}">
        <p14:creationId xmlns:p14="http://schemas.microsoft.com/office/powerpoint/2010/main" val="14502874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64C0E11-7DE4-D558-C3EF-9B3C7A9BF17D}"/>
              </a:ext>
            </a:extLst>
          </p:cNvPr>
          <p:cNvSpPr>
            <a:spLocks noGrp="1"/>
          </p:cNvSpPr>
          <p:nvPr>
            <p:ph type="title"/>
          </p:nvPr>
        </p:nvSpPr>
        <p:spPr>
          <a:xfrm>
            <a:off x="1280160" y="685800"/>
            <a:ext cx="9137012" cy="765928"/>
          </a:xfrm>
        </p:spPr>
        <p:txBody>
          <a:bodyPr anchor="b">
            <a:normAutofit/>
          </a:bodyPr>
          <a:lstStyle/>
          <a:p>
            <a:r>
              <a:rPr lang="en-US" dirty="0"/>
              <a:t>Java</a:t>
            </a:r>
          </a:p>
        </p:txBody>
      </p:sp>
      <p:sp>
        <p:nvSpPr>
          <p:cNvPr id="3" name="Content Placeholder 2">
            <a:extLst>
              <a:ext uri="{FF2B5EF4-FFF2-40B4-BE49-F238E27FC236}">
                <a16:creationId xmlns:a16="http://schemas.microsoft.com/office/drawing/2014/main" id="{D4418541-7290-F1A9-2357-CA26E074EF45}"/>
              </a:ext>
            </a:extLst>
          </p:cNvPr>
          <p:cNvSpPr>
            <a:spLocks noGrp="1"/>
          </p:cNvSpPr>
          <p:nvPr>
            <p:ph sz="half" idx="2"/>
          </p:nvPr>
        </p:nvSpPr>
        <p:spPr>
          <a:xfrm>
            <a:off x="1280159" y="1649691"/>
            <a:ext cx="10267675" cy="4718323"/>
          </a:xfrm>
        </p:spPr>
        <p:txBody>
          <a:bodyPr>
            <a:normAutofit fontScale="92500" lnSpcReduction="20000"/>
          </a:bodyPr>
          <a:lstStyle/>
          <a:p>
            <a:r>
              <a:rPr lang="en-US" b="1" dirty="0"/>
              <a:t>Java Identifiers</a:t>
            </a:r>
          </a:p>
          <a:p>
            <a:r>
              <a:rPr lang="en-US" dirty="0"/>
              <a:t>	In Java, identifiers are used for identification purposes. Java Identifiers can be a class name, method name, variable name, or label. </a:t>
            </a:r>
          </a:p>
          <a:p>
            <a:endParaRPr lang="en-US" dirty="0"/>
          </a:p>
          <a:p>
            <a:r>
              <a:rPr lang="en-US" dirty="0"/>
              <a:t>public class Test{</a:t>
            </a:r>
          </a:p>
          <a:p>
            <a:r>
              <a:rPr lang="en-US" dirty="0"/>
              <a:t>    public static void main(String[] </a:t>
            </a:r>
            <a:r>
              <a:rPr lang="en-US" dirty="0" err="1"/>
              <a:t>args</a:t>
            </a:r>
            <a:r>
              <a:rPr lang="en-US" dirty="0"/>
              <a:t>) {</a:t>
            </a:r>
          </a:p>
          <a:p>
            <a:r>
              <a:rPr lang="en-US" dirty="0"/>
              <a:t>        int a = 20;</a:t>
            </a:r>
          </a:p>
          <a:p>
            <a:r>
              <a:rPr lang="en-US" dirty="0"/>
              <a:t>    }</a:t>
            </a:r>
          </a:p>
          <a:p>
            <a:r>
              <a:rPr lang="en-US" dirty="0"/>
              <a:t>}</a:t>
            </a:r>
          </a:p>
          <a:p>
            <a:pPr rtl="0"/>
            <a:r>
              <a:rPr lang="en-US" dirty="0"/>
              <a:t>In the above Java code, we have 5 identifiers namely :  </a:t>
            </a:r>
          </a:p>
          <a:p>
            <a:pPr>
              <a:buFont typeface="Arial" panose="020B0604020202020204" pitchFamily="34" charset="0"/>
              <a:buChar char="•"/>
            </a:pPr>
            <a:r>
              <a:rPr lang="en-US" b="1" dirty="0"/>
              <a:t>Test</a:t>
            </a:r>
            <a:r>
              <a:rPr lang="en-US" dirty="0"/>
              <a:t>: class name.</a:t>
            </a:r>
          </a:p>
          <a:p>
            <a:pPr>
              <a:buFont typeface="Arial" panose="020B0604020202020204" pitchFamily="34" charset="0"/>
              <a:buChar char="•"/>
            </a:pPr>
            <a:r>
              <a:rPr lang="en-US" b="1" dirty="0"/>
              <a:t>main</a:t>
            </a:r>
            <a:r>
              <a:rPr lang="en-US" dirty="0"/>
              <a:t>: method name.</a:t>
            </a:r>
          </a:p>
          <a:p>
            <a:pPr>
              <a:buFont typeface="Arial" panose="020B0604020202020204" pitchFamily="34" charset="0"/>
              <a:buChar char="•"/>
            </a:pPr>
            <a:r>
              <a:rPr lang="en-US" b="1" dirty="0"/>
              <a:t>String</a:t>
            </a:r>
            <a:r>
              <a:rPr lang="en-US" dirty="0"/>
              <a:t>: predefined class name.</a:t>
            </a:r>
          </a:p>
          <a:p>
            <a:pPr>
              <a:buFont typeface="Arial" panose="020B0604020202020204" pitchFamily="34" charset="0"/>
              <a:buChar char="•"/>
            </a:pPr>
            <a:r>
              <a:rPr lang="en-US" b="1" dirty="0" err="1"/>
              <a:t>args</a:t>
            </a:r>
            <a:r>
              <a:rPr lang="en-US" dirty="0"/>
              <a:t>: variable name.</a:t>
            </a:r>
          </a:p>
          <a:p>
            <a:pPr>
              <a:buFont typeface="Arial" panose="020B0604020202020204" pitchFamily="34" charset="0"/>
              <a:buChar char="•"/>
            </a:pPr>
            <a:r>
              <a:rPr lang="en-US" b="1" dirty="0"/>
              <a:t>a</a:t>
            </a:r>
            <a:r>
              <a:rPr lang="en-US" dirty="0"/>
              <a:t>: variable name.</a:t>
            </a:r>
          </a:p>
          <a:p>
            <a:endParaRPr lang="en-US" dirty="0"/>
          </a:p>
          <a:p>
            <a:endParaRPr lang="en-US" dirty="0"/>
          </a:p>
          <a:p>
            <a:endParaRPr lang="en-US" dirty="0"/>
          </a:p>
        </p:txBody>
      </p:sp>
    </p:spTree>
    <p:extLst>
      <p:ext uri="{BB962C8B-B14F-4D97-AF65-F5344CB8AC3E}">
        <p14:creationId xmlns:p14="http://schemas.microsoft.com/office/powerpoint/2010/main" val="5523218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64C0E11-7DE4-D558-C3EF-9B3C7A9BF17D}"/>
              </a:ext>
            </a:extLst>
          </p:cNvPr>
          <p:cNvSpPr>
            <a:spLocks noGrp="1"/>
          </p:cNvSpPr>
          <p:nvPr>
            <p:ph type="title"/>
          </p:nvPr>
        </p:nvSpPr>
        <p:spPr>
          <a:xfrm>
            <a:off x="1280160" y="685800"/>
            <a:ext cx="9137012" cy="765928"/>
          </a:xfrm>
        </p:spPr>
        <p:txBody>
          <a:bodyPr anchor="b">
            <a:normAutofit/>
          </a:bodyPr>
          <a:lstStyle/>
          <a:p>
            <a:r>
              <a:rPr lang="en-US" dirty="0"/>
              <a:t>Java</a:t>
            </a:r>
          </a:p>
        </p:txBody>
      </p:sp>
      <p:sp>
        <p:nvSpPr>
          <p:cNvPr id="3" name="Content Placeholder 2">
            <a:extLst>
              <a:ext uri="{FF2B5EF4-FFF2-40B4-BE49-F238E27FC236}">
                <a16:creationId xmlns:a16="http://schemas.microsoft.com/office/drawing/2014/main" id="{D4418541-7290-F1A9-2357-CA26E074EF45}"/>
              </a:ext>
            </a:extLst>
          </p:cNvPr>
          <p:cNvSpPr>
            <a:spLocks noGrp="1"/>
          </p:cNvSpPr>
          <p:nvPr>
            <p:ph sz="half" idx="2"/>
          </p:nvPr>
        </p:nvSpPr>
        <p:spPr>
          <a:xfrm>
            <a:off x="1280159" y="1649691"/>
            <a:ext cx="10267675" cy="4718323"/>
          </a:xfrm>
        </p:spPr>
        <p:txBody>
          <a:bodyPr>
            <a:normAutofit/>
          </a:bodyPr>
          <a:lstStyle/>
          <a:p>
            <a:r>
              <a:rPr lang="en-US" b="1" dirty="0"/>
              <a:t>Rules For Defining Java Identifiers</a:t>
            </a:r>
          </a:p>
          <a:p>
            <a:pPr rtl="0"/>
            <a:r>
              <a:rPr lang="en-US" dirty="0"/>
              <a:t>There are certain rules for defining a valid Java identifier. These rules must be followed, otherwise, we get a compile-time error. These rules are also valid for other languages like C, and C++. </a:t>
            </a:r>
          </a:p>
          <a:p>
            <a:pPr>
              <a:buFont typeface="Arial" panose="020B0604020202020204" pitchFamily="34" charset="0"/>
              <a:buChar char="•"/>
            </a:pPr>
            <a:r>
              <a:rPr lang="en-US" dirty="0"/>
              <a:t>The only allowed characters for identifiers are all alphanumeric characters([</a:t>
            </a:r>
            <a:r>
              <a:rPr lang="en-US" b="1" dirty="0"/>
              <a:t>A-Z</a:t>
            </a:r>
            <a:r>
              <a:rPr lang="en-US" dirty="0"/>
              <a:t>],[</a:t>
            </a:r>
            <a:r>
              <a:rPr lang="en-US" b="1" dirty="0"/>
              <a:t>a-z</a:t>
            </a:r>
            <a:r>
              <a:rPr lang="en-US" dirty="0"/>
              <a:t>],[</a:t>
            </a:r>
            <a:r>
              <a:rPr lang="en-US" b="1" dirty="0"/>
              <a:t>0-9</a:t>
            </a:r>
            <a:r>
              <a:rPr lang="en-US" dirty="0"/>
              <a:t>]), ‘</a:t>
            </a:r>
            <a:r>
              <a:rPr lang="en-US" b="1" dirty="0"/>
              <a:t>$</a:t>
            </a:r>
            <a:r>
              <a:rPr lang="en-US" dirty="0"/>
              <a:t>‘(dollar sign) and ‘</a:t>
            </a:r>
            <a:r>
              <a:rPr lang="en-US" b="1" dirty="0"/>
              <a:t>_</a:t>
            </a:r>
            <a:r>
              <a:rPr lang="en-US" dirty="0"/>
              <a:t>‘ (underscore).For example “test@” is not a valid Java identifier as it contains a ‘@’ a special character.</a:t>
            </a:r>
          </a:p>
          <a:p>
            <a:pPr>
              <a:buFont typeface="Arial" panose="020B0604020202020204" pitchFamily="34" charset="0"/>
              <a:buChar char="•"/>
            </a:pPr>
            <a:r>
              <a:rPr lang="en-US" dirty="0"/>
              <a:t>Identifiers should </a:t>
            </a:r>
            <a:r>
              <a:rPr lang="en-US" b="1" dirty="0"/>
              <a:t>not</a:t>
            </a:r>
            <a:r>
              <a:rPr lang="en-US" dirty="0"/>
              <a:t> start with digits(</a:t>
            </a:r>
            <a:r>
              <a:rPr lang="en-US" b="1" dirty="0"/>
              <a:t>[0-9]</a:t>
            </a:r>
            <a:r>
              <a:rPr lang="en-US" dirty="0"/>
              <a:t>). For example “123Test” is not a valid Java identifier.</a:t>
            </a:r>
          </a:p>
          <a:p>
            <a:pPr>
              <a:buFont typeface="Arial" panose="020B0604020202020204" pitchFamily="34" charset="0"/>
              <a:buChar char="•"/>
            </a:pPr>
            <a:r>
              <a:rPr lang="en-US" dirty="0"/>
              <a:t>Java identifiers are</a:t>
            </a:r>
            <a:r>
              <a:rPr lang="en-US" b="1" dirty="0"/>
              <a:t> case-sensitive</a:t>
            </a:r>
            <a:r>
              <a:rPr lang="en-US" dirty="0"/>
              <a:t>.</a:t>
            </a:r>
          </a:p>
          <a:p>
            <a:pPr>
              <a:buFont typeface="Arial" panose="020B0604020202020204" pitchFamily="34" charset="0"/>
              <a:buChar char="•"/>
            </a:pPr>
            <a:r>
              <a:rPr lang="en-US" dirty="0"/>
              <a:t>There is no limit on the length of the identifier but it is advisable to use an optimum length of 4 – 15 letters only.</a:t>
            </a:r>
          </a:p>
          <a:p>
            <a:pPr>
              <a:buFont typeface="Arial" panose="020B0604020202020204" pitchFamily="34" charset="0"/>
              <a:buChar char="•"/>
            </a:pPr>
            <a:r>
              <a:rPr lang="en-US" b="1" dirty="0"/>
              <a:t>Reserved</a:t>
            </a:r>
            <a:r>
              <a:rPr lang="en-US" dirty="0"/>
              <a:t> </a:t>
            </a:r>
            <a:r>
              <a:rPr lang="en-US" b="1" dirty="0"/>
              <a:t>Words</a:t>
            </a:r>
            <a:r>
              <a:rPr lang="en-US" dirty="0"/>
              <a:t> can’t be used as an identifier. For example “int while = 20;” is an invalid statement as a while is a reserved word. There are </a:t>
            </a:r>
            <a:r>
              <a:rPr lang="en-US" b="1" dirty="0"/>
              <a:t>53</a:t>
            </a:r>
            <a:r>
              <a:rPr lang="en-US" dirty="0"/>
              <a:t> reserved words in Java.</a:t>
            </a:r>
          </a:p>
          <a:p>
            <a:pPr marL="285750" indent="-285750">
              <a:buFont typeface="Arial" panose="020B0604020202020204" pitchFamily="34" charset="0"/>
              <a:buChar char="•"/>
            </a:pPr>
            <a:endParaRPr lang="en-US" dirty="0"/>
          </a:p>
          <a:p>
            <a:endParaRPr lang="en-US" dirty="0"/>
          </a:p>
        </p:txBody>
      </p:sp>
    </p:spTree>
    <p:extLst>
      <p:ext uri="{BB962C8B-B14F-4D97-AF65-F5344CB8AC3E}">
        <p14:creationId xmlns:p14="http://schemas.microsoft.com/office/powerpoint/2010/main" val="41793603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64C0E11-7DE4-D558-C3EF-9B3C7A9BF17D}"/>
              </a:ext>
            </a:extLst>
          </p:cNvPr>
          <p:cNvSpPr>
            <a:spLocks noGrp="1"/>
          </p:cNvSpPr>
          <p:nvPr>
            <p:ph type="title"/>
          </p:nvPr>
        </p:nvSpPr>
        <p:spPr>
          <a:xfrm>
            <a:off x="1280160" y="685800"/>
            <a:ext cx="9137012" cy="765928"/>
          </a:xfrm>
        </p:spPr>
        <p:txBody>
          <a:bodyPr anchor="b">
            <a:normAutofit/>
          </a:bodyPr>
          <a:lstStyle/>
          <a:p>
            <a:r>
              <a:rPr lang="en-US" dirty="0"/>
              <a:t>Java</a:t>
            </a:r>
          </a:p>
        </p:txBody>
      </p:sp>
      <p:sp>
        <p:nvSpPr>
          <p:cNvPr id="3" name="Content Placeholder 2">
            <a:extLst>
              <a:ext uri="{FF2B5EF4-FFF2-40B4-BE49-F238E27FC236}">
                <a16:creationId xmlns:a16="http://schemas.microsoft.com/office/drawing/2014/main" id="{D4418541-7290-F1A9-2357-CA26E074EF45}"/>
              </a:ext>
            </a:extLst>
          </p:cNvPr>
          <p:cNvSpPr>
            <a:spLocks noGrp="1"/>
          </p:cNvSpPr>
          <p:nvPr>
            <p:ph sz="half" idx="2"/>
          </p:nvPr>
        </p:nvSpPr>
        <p:spPr>
          <a:xfrm>
            <a:off x="1280159" y="1649691"/>
            <a:ext cx="10267675" cy="4718323"/>
          </a:xfrm>
        </p:spPr>
        <p:txBody>
          <a:bodyPr>
            <a:normAutofit/>
          </a:bodyPr>
          <a:lstStyle/>
          <a:p>
            <a:pPr marL="285750" indent="-285750">
              <a:buFont typeface="Arial" panose="020B0604020202020204" pitchFamily="34" charset="0"/>
              <a:buChar char="•"/>
            </a:pPr>
            <a:r>
              <a:rPr lang="en-US" dirty="0"/>
              <a:t>My Variable  // contains a space</a:t>
            </a:r>
          </a:p>
          <a:p>
            <a:pPr marL="285750" indent="-285750">
              <a:buFont typeface="Arial" panose="020B0604020202020204" pitchFamily="34" charset="0"/>
              <a:buChar char="•"/>
            </a:pPr>
            <a:r>
              <a:rPr lang="en-US" dirty="0"/>
              <a:t>123test   // Begins with a digit</a:t>
            </a:r>
          </a:p>
          <a:p>
            <a:pPr marL="285750" indent="-285750">
              <a:buFont typeface="Arial" panose="020B0604020202020204" pitchFamily="34" charset="0"/>
              <a:buChar char="•"/>
            </a:pPr>
            <a:r>
              <a:rPr lang="en-US" dirty="0" err="1"/>
              <a:t>a+c</a:t>
            </a:r>
            <a:r>
              <a:rPr lang="en-US" dirty="0"/>
              <a:t> // plus sign is not an alphanumeric character</a:t>
            </a:r>
          </a:p>
          <a:p>
            <a:pPr marL="285750" indent="-285750">
              <a:buFont typeface="Arial" panose="020B0604020202020204" pitchFamily="34" charset="0"/>
              <a:buChar char="•"/>
            </a:pPr>
            <a:r>
              <a:rPr lang="en-US" dirty="0"/>
              <a:t>variable-2 // hyphen is not an alphanumeric character</a:t>
            </a:r>
          </a:p>
          <a:p>
            <a:pPr marL="285750" indent="-285750">
              <a:buFont typeface="Arial" panose="020B0604020202020204" pitchFamily="34" charset="0"/>
              <a:buChar char="•"/>
            </a:pPr>
            <a:r>
              <a:rPr lang="en-US" dirty="0" err="1"/>
              <a:t>sum_&amp;_difference</a:t>
            </a:r>
            <a:r>
              <a:rPr lang="en-US" dirty="0"/>
              <a:t> // ampersand is not an alphanumeric character</a:t>
            </a:r>
          </a:p>
          <a:p>
            <a:r>
              <a:rPr lang="en-US" b="1" dirty="0"/>
              <a:t>Reserved Words in Java</a:t>
            </a:r>
          </a:p>
          <a:p>
            <a:pPr rtl="0"/>
            <a:r>
              <a:rPr lang="en-US" dirty="0"/>
              <a:t>Any programming language reserves some words to represent functionalities defined by that language. These words are called reserved words. They can be briefly categorized into two parts: </a:t>
            </a:r>
            <a:r>
              <a:rPr lang="en-US" b="1" dirty="0"/>
              <a:t>keywords</a:t>
            </a:r>
            <a:r>
              <a:rPr lang="en-US" dirty="0"/>
              <a:t>(50) and </a:t>
            </a:r>
            <a:r>
              <a:rPr lang="en-US" b="1" dirty="0"/>
              <a:t>literals</a:t>
            </a:r>
            <a:r>
              <a:rPr lang="en-US" dirty="0"/>
              <a:t>(3). Keywords define functionalities and literals define value. Identifiers are used by symbol tables in various analyzing phases(like lexical, syntax, and semantic) of a compiler architecture. </a:t>
            </a:r>
          </a:p>
          <a:p>
            <a:pPr marL="285750" indent="-285750">
              <a:buFont typeface="Arial" panose="020B0604020202020204" pitchFamily="34" charset="0"/>
              <a:buChar char="•"/>
            </a:pPr>
            <a:endParaRPr lang="en-US" dirty="0"/>
          </a:p>
          <a:p>
            <a:endParaRPr lang="en-US" dirty="0"/>
          </a:p>
        </p:txBody>
      </p:sp>
    </p:spTree>
    <p:extLst>
      <p:ext uri="{BB962C8B-B14F-4D97-AF65-F5344CB8AC3E}">
        <p14:creationId xmlns:p14="http://schemas.microsoft.com/office/powerpoint/2010/main" val="26323990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64C0E11-7DE4-D558-C3EF-9B3C7A9BF17D}"/>
              </a:ext>
            </a:extLst>
          </p:cNvPr>
          <p:cNvSpPr>
            <a:spLocks noGrp="1"/>
          </p:cNvSpPr>
          <p:nvPr>
            <p:ph type="title"/>
          </p:nvPr>
        </p:nvSpPr>
        <p:spPr>
          <a:xfrm>
            <a:off x="1280160" y="685800"/>
            <a:ext cx="9137012" cy="765928"/>
          </a:xfrm>
        </p:spPr>
        <p:txBody>
          <a:bodyPr anchor="b">
            <a:normAutofit/>
          </a:bodyPr>
          <a:lstStyle/>
          <a:p>
            <a:r>
              <a:rPr lang="en-US" dirty="0"/>
              <a:t>Java</a:t>
            </a:r>
          </a:p>
        </p:txBody>
      </p:sp>
      <p:sp>
        <p:nvSpPr>
          <p:cNvPr id="3" name="Content Placeholder 2">
            <a:extLst>
              <a:ext uri="{FF2B5EF4-FFF2-40B4-BE49-F238E27FC236}">
                <a16:creationId xmlns:a16="http://schemas.microsoft.com/office/drawing/2014/main" id="{D4418541-7290-F1A9-2357-CA26E074EF45}"/>
              </a:ext>
            </a:extLst>
          </p:cNvPr>
          <p:cNvSpPr>
            <a:spLocks noGrp="1"/>
          </p:cNvSpPr>
          <p:nvPr>
            <p:ph sz="half" idx="2"/>
          </p:nvPr>
        </p:nvSpPr>
        <p:spPr>
          <a:xfrm>
            <a:off x="1280159" y="1649691"/>
            <a:ext cx="10267675" cy="4718323"/>
          </a:xfrm>
        </p:spPr>
        <p:txBody>
          <a:bodyPr>
            <a:normAutofit/>
          </a:bodyPr>
          <a:lstStyle/>
          <a:p>
            <a:pPr marL="285750" indent="-285750">
              <a:buFont typeface="Arial" panose="020B0604020202020204" pitchFamily="34" charset="0"/>
              <a:buChar char="•"/>
            </a:pPr>
            <a:endParaRPr lang="en-US" dirty="0"/>
          </a:p>
          <a:p>
            <a:endParaRPr lang="en-US" dirty="0"/>
          </a:p>
        </p:txBody>
      </p:sp>
      <p:graphicFrame>
        <p:nvGraphicFramePr>
          <p:cNvPr id="2" name="Table 1">
            <a:extLst>
              <a:ext uri="{FF2B5EF4-FFF2-40B4-BE49-F238E27FC236}">
                <a16:creationId xmlns:a16="http://schemas.microsoft.com/office/drawing/2014/main" id="{DAE8AF0A-621E-E055-C3DD-A2E8C04C6FD2}"/>
              </a:ext>
            </a:extLst>
          </p:cNvPr>
          <p:cNvGraphicFramePr>
            <a:graphicFrameLocks noGrp="1"/>
          </p:cNvGraphicFramePr>
          <p:nvPr>
            <p:extLst>
              <p:ext uri="{D42A27DB-BD31-4B8C-83A1-F6EECF244321}">
                <p14:modId xmlns:p14="http://schemas.microsoft.com/office/powerpoint/2010/main" val="1857513250"/>
              </p:ext>
            </p:extLst>
          </p:nvPr>
        </p:nvGraphicFramePr>
        <p:xfrm>
          <a:off x="1435100" y="1888435"/>
          <a:ext cx="9918700" cy="4094920"/>
        </p:xfrm>
        <a:graphic>
          <a:graphicData uri="http://schemas.openxmlformats.org/drawingml/2006/table">
            <a:tbl>
              <a:tblPr/>
              <a:tblGrid>
                <a:gridCol w="1983740">
                  <a:extLst>
                    <a:ext uri="{9D8B030D-6E8A-4147-A177-3AD203B41FA5}">
                      <a16:colId xmlns:a16="http://schemas.microsoft.com/office/drawing/2014/main" val="3912005605"/>
                    </a:ext>
                  </a:extLst>
                </a:gridCol>
                <a:gridCol w="1983740">
                  <a:extLst>
                    <a:ext uri="{9D8B030D-6E8A-4147-A177-3AD203B41FA5}">
                      <a16:colId xmlns:a16="http://schemas.microsoft.com/office/drawing/2014/main" val="4216294945"/>
                    </a:ext>
                  </a:extLst>
                </a:gridCol>
                <a:gridCol w="1983740">
                  <a:extLst>
                    <a:ext uri="{9D8B030D-6E8A-4147-A177-3AD203B41FA5}">
                      <a16:colId xmlns:a16="http://schemas.microsoft.com/office/drawing/2014/main" val="1714257483"/>
                    </a:ext>
                  </a:extLst>
                </a:gridCol>
                <a:gridCol w="1983740">
                  <a:extLst>
                    <a:ext uri="{9D8B030D-6E8A-4147-A177-3AD203B41FA5}">
                      <a16:colId xmlns:a16="http://schemas.microsoft.com/office/drawing/2014/main" val="2736070441"/>
                    </a:ext>
                  </a:extLst>
                </a:gridCol>
                <a:gridCol w="1983740">
                  <a:extLst>
                    <a:ext uri="{9D8B030D-6E8A-4147-A177-3AD203B41FA5}">
                      <a16:colId xmlns:a16="http://schemas.microsoft.com/office/drawing/2014/main" val="2656377661"/>
                    </a:ext>
                  </a:extLst>
                </a:gridCol>
              </a:tblGrid>
              <a:tr h="409492">
                <a:tc>
                  <a:txBody>
                    <a:bodyPr/>
                    <a:lstStyle/>
                    <a:p>
                      <a:r>
                        <a:rPr lang="en-US"/>
                        <a:t>abstract</a:t>
                      </a:r>
                    </a:p>
                  </a:txBody>
                  <a:tcPr anchor="ctr">
                    <a:lnL>
                      <a:noFill/>
                    </a:lnL>
                    <a:lnR>
                      <a:noFill/>
                    </a:lnR>
                    <a:lnT>
                      <a:noFill/>
                    </a:lnT>
                    <a:lnB>
                      <a:noFill/>
                    </a:lnB>
                    <a:noFill/>
                  </a:tcPr>
                </a:tc>
                <a:tc>
                  <a:txBody>
                    <a:bodyPr/>
                    <a:lstStyle/>
                    <a:p>
                      <a:r>
                        <a:rPr lang="en-US"/>
                        <a:t>continue</a:t>
                      </a:r>
                    </a:p>
                  </a:txBody>
                  <a:tcPr anchor="ctr">
                    <a:lnL>
                      <a:noFill/>
                    </a:lnL>
                    <a:lnR>
                      <a:noFill/>
                    </a:lnR>
                    <a:lnT>
                      <a:noFill/>
                    </a:lnT>
                    <a:lnB>
                      <a:noFill/>
                    </a:lnB>
                    <a:noFill/>
                  </a:tcPr>
                </a:tc>
                <a:tc>
                  <a:txBody>
                    <a:bodyPr/>
                    <a:lstStyle/>
                    <a:p>
                      <a:r>
                        <a:rPr lang="en-US"/>
                        <a:t>for</a:t>
                      </a:r>
                    </a:p>
                  </a:txBody>
                  <a:tcPr anchor="ctr">
                    <a:lnL>
                      <a:noFill/>
                    </a:lnL>
                    <a:lnR>
                      <a:noFill/>
                    </a:lnR>
                    <a:lnT>
                      <a:noFill/>
                    </a:lnT>
                    <a:lnB>
                      <a:noFill/>
                    </a:lnB>
                    <a:noFill/>
                  </a:tcPr>
                </a:tc>
                <a:tc>
                  <a:txBody>
                    <a:bodyPr/>
                    <a:lstStyle/>
                    <a:p>
                      <a:r>
                        <a:rPr lang="en-US"/>
                        <a:t>protected</a:t>
                      </a:r>
                    </a:p>
                  </a:txBody>
                  <a:tcPr anchor="ctr">
                    <a:lnL>
                      <a:noFill/>
                    </a:lnL>
                    <a:lnR>
                      <a:noFill/>
                    </a:lnR>
                    <a:lnT>
                      <a:noFill/>
                    </a:lnT>
                    <a:lnB>
                      <a:noFill/>
                    </a:lnB>
                    <a:noFill/>
                  </a:tcPr>
                </a:tc>
                <a:tc>
                  <a:txBody>
                    <a:bodyPr/>
                    <a:lstStyle/>
                    <a:p>
                      <a:r>
                        <a:rPr lang="en-US"/>
                        <a:t>transient</a:t>
                      </a:r>
                    </a:p>
                  </a:txBody>
                  <a:tcPr anchor="ctr">
                    <a:lnL>
                      <a:noFill/>
                    </a:lnL>
                    <a:lnR>
                      <a:noFill/>
                    </a:lnR>
                    <a:lnT>
                      <a:noFill/>
                    </a:lnT>
                    <a:lnB>
                      <a:noFill/>
                    </a:lnB>
                    <a:noFill/>
                  </a:tcPr>
                </a:tc>
                <a:extLst>
                  <a:ext uri="{0D108BD9-81ED-4DB2-BD59-A6C34878D82A}">
                    <a16:rowId xmlns:a16="http://schemas.microsoft.com/office/drawing/2014/main" val="2887842329"/>
                  </a:ext>
                </a:extLst>
              </a:tr>
              <a:tr h="409492">
                <a:tc>
                  <a:txBody>
                    <a:bodyPr/>
                    <a:lstStyle/>
                    <a:p>
                      <a:r>
                        <a:rPr lang="en-US"/>
                        <a:t>Assert</a:t>
                      </a:r>
                    </a:p>
                  </a:txBody>
                  <a:tcPr anchor="ctr">
                    <a:lnL>
                      <a:noFill/>
                    </a:lnL>
                    <a:lnR>
                      <a:noFill/>
                    </a:lnR>
                    <a:lnT>
                      <a:noFill/>
                    </a:lnT>
                    <a:lnB>
                      <a:noFill/>
                    </a:lnB>
                    <a:noFill/>
                  </a:tcPr>
                </a:tc>
                <a:tc>
                  <a:txBody>
                    <a:bodyPr/>
                    <a:lstStyle/>
                    <a:p>
                      <a:r>
                        <a:rPr lang="en-US"/>
                        <a:t>Default</a:t>
                      </a:r>
                    </a:p>
                  </a:txBody>
                  <a:tcPr anchor="ctr">
                    <a:lnL>
                      <a:noFill/>
                    </a:lnL>
                    <a:lnR>
                      <a:noFill/>
                    </a:lnR>
                    <a:lnT>
                      <a:noFill/>
                    </a:lnT>
                    <a:lnB>
                      <a:noFill/>
                    </a:lnB>
                    <a:noFill/>
                  </a:tcPr>
                </a:tc>
                <a:tc>
                  <a:txBody>
                    <a:bodyPr/>
                    <a:lstStyle/>
                    <a:p>
                      <a:r>
                        <a:rPr lang="en-US"/>
                        <a:t>Goto</a:t>
                      </a:r>
                    </a:p>
                  </a:txBody>
                  <a:tcPr anchor="ctr">
                    <a:lnL>
                      <a:noFill/>
                    </a:lnL>
                    <a:lnR>
                      <a:noFill/>
                    </a:lnR>
                    <a:lnT>
                      <a:noFill/>
                    </a:lnT>
                    <a:lnB>
                      <a:noFill/>
                    </a:lnB>
                    <a:noFill/>
                  </a:tcPr>
                </a:tc>
                <a:tc>
                  <a:txBody>
                    <a:bodyPr/>
                    <a:lstStyle/>
                    <a:p>
                      <a:r>
                        <a:rPr lang="en-US"/>
                        <a:t>public</a:t>
                      </a:r>
                    </a:p>
                  </a:txBody>
                  <a:tcPr anchor="ctr">
                    <a:lnL>
                      <a:noFill/>
                    </a:lnL>
                    <a:lnR>
                      <a:noFill/>
                    </a:lnR>
                    <a:lnT>
                      <a:noFill/>
                    </a:lnT>
                    <a:lnB>
                      <a:noFill/>
                    </a:lnB>
                    <a:noFill/>
                  </a:tcPr>
                </a:tc>
                <a:tc>
                  <a:txBody>
                    <a:bodyPr/>
                    <a:lstStyle/>
                    <a:p>
                      <a:r>
                        <a:rPr lang="en-US"/>
                        <a:t>Try</a:t>
                      </a:r>
                    </a:p>
                  </a:txBody>
                  <a:tcPr anchor="ctr">
                    <a:lnL>
                      <a:noFill/>
                    </a:lnL>
                    <a:lnR>
                      <a:noFill/>
                    </a:lnR>
                    <a:lnT>
                      <a:noFill/>
                    </a:lnT>
                    <a:lnB>
                      <a:noFill/>
                    </a:lnB>
                    <a:noFill/>
                  </a:tcPr>
                </a:tc>
                <a:extLst>
                  <a:ext uri="{0D108BD9-81ED-4DB2-BD59-A6C34878D82A}">
                    <a16:rowId xmlns:a16="http://schemas.microsoft.com/office/drawing/2014/main" val="1451531339"/>
                  </a:ext>
                </a:extLst>
              </a:tr>
              <a:tr h="409492">
                <a:tc>
                  <a:txBody>
                    <a:bodyPr/>
                    <a:lstStyle/>
                    <a:p>
                      <a:r>
                        <a:rPr lang="en-US"/>
                        <a:t>Boolean</a:t>
                      </a:r>
                    </a:p>
                  </a:txBody>
                  <a:tcPr anchor="ctr">
                    <a:lnL>
                      <a:noFill/>
                    </a:lnL>
                    <a:lnR>
                      <a:noFill/>
                    </a:lnR>
                    <a:lnT>
                      <a:noFill/>
                    </a:lnT>
                    <a:lnB>
                      <a:noFill/>
                    </a:lnB>
                    <a:noFill/>
                  </a:tcPr>
                </a:tc>
                <a:tc>
                  <a:txBody>
                    <a:bodyPr/>
                    <a:lstStyle/>
                    <a:p>
                      <a:r>
                        <a:rPr lang="en-US"/>
                        <a:t>Do</a:t>
                      </a:r>
                    </a:p>
                  </a:txBody>
                  <a:tcPr anchor="ctr">
                    <a:lnL>
                      <a:noFill/>
                    </a:lnL>
                    <a:lnR>
                      <a:noFill/>
                    </a:lnR>
                    <a:lnT>
                      <a:noFill/>
                    </a:lnT>
                    <a:lnB>
                      <a:noFill/>
                    </a:lnB>
                    <a:noFill/>
                  </a:tcPr>
                </a:tc>
                <a:tc>
                  <a:txBody>
                    <a:bodyPr/>
                    <a:lstStyle/>
                    <a:p>
                      <a:r>
                        <a:rPr lang="en-US"/>
                        <a:t>If</a:t>
                      </a:r>
                    </a:p>
                  </a:txBody>
                  <a:tcPr anchor="ctr">
                    <a:lnL>
                      <a:noFill/>
                    </a:lnL>
                    <a:lnR>
                      <a:noFill/>
                    </a:lnR>
                    <a:lnT>
                      <a:noFill/>
                    </a:lnT>
                    <a:lnB>
                      <a:noFill/>
                    </a:lnB>
                    <a:noFill/>
                  </a:tcPr>
                </a:tc>
                <a:tc>
                  <a:txBody>
                    <a:bodyPr/>
                    <a:lstStyle/>
                    <a:p>
                      <a:r>
                        <a:rPr lang="en-US" dirty="0"/>
                        <a:t>Static</a:t>
                      </a:r>
                    </a:p>
                  </a:txBody>
                  <a:tcPr anchor="ctr">
                    <a:lnL>
                      <a:noFill/>
                    </a:lnL>
                    <a:lnR>
                      <a:noFill/>
                    </a:lnR>
                    <a:lnT>
                      <a:noFill/>
                    </a:lnT>
                    <a:lnB>
                      <a:noFill/>
                    </a:lnB>
                    <a:noFill/>
                  </a:tcPr>
                </a:tc>
                <a:tc>
                  <a:txBody>
                    <a:bodyPr/>
                    <a:lstStyle/>
                    <a:p>
                      <a:r>
                        <a:rPr lang="en-US"/>
                        <a:t>throws</a:t>
                      </a:r>
                    </a:p>
                  </a:txBody>
                  <a:tcPr anchor="ctr">
                    <a:lnL>
                      <a:noFill/>
                    </a:lnL>
                    <a:lnR>
                      <a:noFill/>
                    </a:lnR>
                    <a:lnT>
                      <a:noFill/>
                    </a:lnT>
                    <a:lnB>
                      <a:noFill/>
                    </a:lnB>
                    <a:noFill/>
                  </a:tcPr>
                </a:tc>
                <a:extLst>
                  <a:ext uri="{0D108BD9-81ED-4DB2-BD59-A6C34878D82A}">
                    <a16:rowId xmlns:a16="http://schemas.microsoft.com/office/drawing/2014/main" val="440015706"/>
                  </a:ext>
                </a:extLst>
              </a:tr>
              <a:tr h="409492">
                <a:tc>
                  <a:txBody>
                    <a:bodyPr/>
                    <a:lstStyle/>
                    <a:p>
                      <a:r>
                        <a:rPr lang="en-US" dirty="0"/>
                        <a:t>break</a:t>
                      </a:r>
                    </a:p>
                  </a:txBody>
                  <a:tcPr anchor="ctr">
                    <a:lnL>
                      <a:noFill/>
                    </a:lnL>
                    <a:lnR>
                      <a:noFill/>
                    </a:lnR>
                    <a:lnT>
                      <a:noFill/>
                    </a:lnT>
                    <a:lnB>
                      <a:noFill/>
                    </a:lnB>
                    <a:noFill/>
                  </a:tcPr>
                </a:tc>
                <a:tc>
                  <a:txBody>
                    <a:bodyPr/>
                    <a:lstStyle/>
                    <a:p>
                      <a:r>
                        <a:rPr lang="en-US"/>
                        <a:t>double</a:t>
                      </a:r>
                    </a:p>
                  </a:txBody>
                  <a:tcPr anchor="ctr">
                    <a:lnL>
                      <a:noFill/>
                    </a:lnL>
                    <a:lnR>
                      <a:noFill/>
                    </a:lnR>
                    <a:lnT>
                      <a:noFill/>
                    </a:lnT>
                    <a:lnB>
                      <a:noFill/>
                    </a:lnB>
                    <a:noFill/>
                  </a:tcPr>
                </a:tc>
                <a:tc>
                  <a:txBody>
                    <a:bodyPr/>
                    <a:lstStyle/>
                    <a:p>
                      <a:r>
                        <a:rPr lang="en-US"/>
                        <a:t>implements</a:t>
                      </a:r>
                    </a:p>
                  </a:txBody>
                  <a:tcPr anchor="ctr">
                    <a:lnL>
                      <a:noFill/>
                    </a:lnL>
                    <a:lnR>
                      <a:noFill/>
                    </a:lnR>
                    <a:lnT>
                      <a:noFill/>
                    </a:lnT>
                    <a:lnB>
                      <a:noFill/>
                    </a:lnB>
                    <a:noFill/>
                  </a:tcPr>
                </a:tc>
                <a:tc>
                  <a:txBody>
                    <a:bodyPr/>
                    <a:lstStyle/>
                    <a:p>
                      <a:r>
                        <a:rPr lang="en-US"/>
                        <a:t>strictfp</a:t>
                      </a:r>
                    </a:p>
                  </a:txBody>
                  <a:tcPr anchor="ctr">
                    <a:lnL>
                      <a:noFill/>
                    </a:lnL>
                    <a:lnR>
                      <a:noFill/>
                    </a:lnR>
                    <a:lnT>
                      <a:noFill/>
                    </a:lnT>
                    <a:lnB>
                      <a:noFill/>
                    </a:lnB>
                    <a:noFill/>
                  </a:tcPr>
                </a:tc>
                <a:tc>
                  <a:txBody>
                    <a:bodyPr/>
                    <a:lstStyle/>
                    <a:p>
                      <a:r>
                        <a:rPr lang="en-US"/>
                        <a:t>Package</a:t>
                      </a:r>
                    </a:p>
                  </a:txBody>
                  <a:tcPr anchor="ctr">
                    <a:lnL>
                      <a:noFill/>
                    </a:lnL>
                    <a:lnR>
                      <a:noFill/>
                    </a:lnR>
                    <a:lnT>
                      <a:noFill/>
                    </a:lnT>
                    <a:lnB>
                      <a:noFill/>
                    </a:lnB>
                    <a:noFill/>
                  </a:tcPr>
                </a:tc>
                <a:extLst>
                  <a:ext uri="{0D108BD9-81ED-4DB2-BD59-A6C34878D82A}">
                    <a16:rowId xmlns:a16="http://schemas.microsoft.com/office/drawing/2014/main" val="1843709739"/>
                  </a:ext>
                </a:extLst>
              </a:tr>
              <a:tr h="409492">
                <a:tc>
                  <a:txBody>
                    <a:bodyPr/>
                    <a:lstStyle/>
                    <a:p>
                      <a:r>
                        <a:rPr lang="en-US"/>
                        <a:t>byte</a:t>
                      </a:r>
                    </a:p>
                  </a:txBody>
                  <a:tcPr anchor="ctr">
                    <a:lnL>
                      <a:noFill/>
                    </a:lnL>
                    <a:lnR>
                      <a:noFill/>
                    </a:lnR>
                    <a:lnT>
                      <a:noFill/>
                    </a:lnT>
                    <a:lnB>
                      <a:noFill/>
                    </a:lnB>
                    <a:noFill/>
                  </a:tcPr>
                </a:tc>
                <a:tc>
                  <a:txBody>
                    <a:bodyPr/>
                    <a:lstStyle/>
                    <a:p>
                      <a:r>
                        <a:rPr lang="en-US"/>
                        <a:t>else</a:t>
                      </a:r>
                    </a:p>
                  </a:txBody>
                  <a:tcPr anchor="ctr">
                    <a:lnL>
                      <a:noFill/>
                    </a:lnL>
                    <a:lnR>
                      <a:noFill/>
                    </a:lnR>
                    <a:lnT>
                      <a:noFill/>
                    </a:lnT>
                    <a:lnB>
                      <a:noFill/>
                    </a:lnB>
                    <a:noFill/>
                  </a:tcPr>
                </a:tc>
                <a:tc>
                  <a:txBody>
                    <a:bodyPr/>
                    <a:lstStyle/>
                    <a:p>
                      <a:r>
                        <a:rPr lang="en-US"/>
                        <a:t>import</a:t>
                      </a:r>
                    </a:p>
                  </a:txBody>
                  <a:tcPr anchor="ctr">
                    <a:lnL>
                      <a:noFill/>
                    </a:lnL>
                    <a:lnR>
                      <a:noFill/>
                    </a:lnR>
                    <a:lnT>
                      <a:noFill/>
                    </a:lnT>
                    <a:lnB>
                      <a:noFill/>
                    </a:lnB>
                    <a:noFill/>
                  </a:tcPr>
                </a:tc>
                <a:tc>
                  <a:txBody>
                    <a:bodyPr/>
                    <a:lstStyle/>
                    <a:p>
                      <a:r>
                        <a:rPr lang="en-US"/>
                        <a:t>super</a:t>
                      </a:r>
                    </a:p>
                  </a:txBody>
                  <a:tcPr anchor="ctr">
                    <a:lnL>
                      <a:noFill/>
                    </a:lnL>
                    <a:lnR>
                      <a:noFill/>
                    </a:lnR>
                    <a:lnT>
                      <a:noFill/>
                    </a:lnT>
                    <a:lnB>
                      <a:noFill/>
                    </a:lnB>
                    <a:noFill/>
                  </a:tcPr>
                </a:tc>
                <a:tc>
                  <a:txBody>
                    <a:bodyPr/>
                    <a:lstStyle/>
                    <a:p>
                      <a:r>
                        <a:rPr lang="en-US"/>
                        <a:t>Private</a:t>
                      </a:r>
                    </a:p>
                  </a:txBody>
                  <a:tcPr anchor="ctr">
                    <a:lnL>
                      <a:noFill/>
                    </a:lnL>
                    <a:lnR>
                      <a:noFill/>
                    </a:lnR>
                    <a:lnT>
                      <a:noFill/>
                    </a:lnT>
                    <a:lnB>
                      <a:noFill/>
                    </a:lnB>
                    <a:noFill/>
                  </a:tcPr>
                </a:tc>
                <a:extLst>
                  <a:ext uri="{0D108BD9-81ED-4DB2-BD59-A6C34878D82A}">
                    <a16:rowId xmlns:a16="http://schemas.microsoft.com/office/drawing/2014/main" val="845040616"/>
                  </a:ext>
                </a:extLst>
              </a:tr>
              <a:tr h="409492">
                <a:tc>
                  <a:txBody>
                    <a:bodyPr/>
                    <a:lstStyle/>
                    <a:p>
                      <a:r>
                        <a:rPr lang="en-US" dirty="0"/>
                        <a:t>case</a:t>
                      </a:r>
                    </a:p>
                  </a:txBody>
                  <a:tcPr anchor="ctr">
                    <a:lnL>
                      <a:noFill/>
                    </a:lnL>
                    <a:lnR>
                      <a:noFill/>
                    </a:lnR>
                    <a:lnT>
                      <a:noFill/>
                    </a:lnT>
                    <a:lnB>
                      <a:noFill/>
                    </a:lnB>
                    <a:noFill/>
                  </a:tcPr>
                </a:tc>
                <a:tc>
                  <a:txBody>
                    <a:bodyPr/>
                    <a:lstStyle/>
                    <a:p>
                      <a:r>
                        <a:rPr lang="en-US"/>
                        <a:t>enum</a:t>
                      </a:r>
                    </a:p>
                  </a:txBody>
                  <a:tcPr anchor="ctr">
                    <a:lnL>
                      <a:noFill/>
                    </a:lnL>
                    <a:lnR>
                      <a:noFill/>
                    </a:lnR>
                    <a:lnT>
                      <a:noFill/>
                    </a:lnT>
                    <a:lnB>
                      <a:noFill/>
                    </a:lnB>
                    <a:noFill/>
                  </a:tcPr>
                </a:tc>
                <a:tc>
                  <a:txBody>
                    <a:bodyPr/>
                    <a:lstStyle/>
                    <a:p>
                      <a:r>
                        <a:rPr lang="en-US"/>
                        <a:t>Interface</a:t>
                      </a:r>
                    </a:p>
                  </a:txBody>
                  <a:tcPr anchor="ctr">
                    <a:lnL>
                      <a:noFill/>
                    </a:lnL>
                    <a:lnR>
                      <a:noFill/>
                    </a:lnR>
                    <a:lnT>
                      <a:noFill/>
                    </a:lnT>
                    <a:lnB>
                      <a:noFill/>
                    </a:lnB>
                    <a:noFill/>
                  </a:tcPr>
                </a:tc>
                <a:tc>
                  <a:txBody>
                    <a:bodyPr/>
                    <a:lstStyle/>
                    <a:p>
                      <a:r>
                        <a:rPr lang="en-US"/>
                        <a:t>Short</a:t>
                      </a:r>
                    </a:p>
                  </a:txBody>
                  <a:tcPr anchor="ctr">
                    <a:lnL>
                      <a:noFill/>
                    </a:lnL>
                    <a:lnR>
                      <a:noFill/>
                    </a:lnR>
                    <a:lnT>
                      <a:noFill/>
                    </a:lnT>
                    <a:lnB>
                      <a:noFill/>
                    </a:lnB>
                    <a:noFill/>
                  </a:tcPr>
                </a:tc>
                <a:tc>
                  <a:txBody>
                    <a:bodyPr/>
                    <a:lstStyle/>
                    <a:p>
                      <a:r>
                        <a:rPr lang="en-US"/>
                        <a:t>switch</a:t>
                      </a:r>
                    </a:p>
                  </a:txBody>
                  <a:tcPr anchor="ctr">
                    <a:lnL>
                      <a:noFill/>
                    </a:lnL>
                    <a:lnR>
                      <a:noFill/>
                    </a:lnR>
                    <a:lnT>
                      <a:noFill/>
                    </a:lnT>
                    <a:lnB>
                      <a:noFill/>
                    </a:lnB>
                    <a:noFill/>
                  </a:tcPr>
                </a:tc>
                <a:extLst>
                  <a:ext uri="{0D108BD9-81ED-4DB2-BD59-A6C34878D82A}">
                    <a16:rowId xmlns:a16="http://schemas.microsoft.com/office/drawing/2014/main" val="250753456"/>
                  </a:ext>
                </a:extLst>
              </a:tr>
              <a:tr h="409492">
                <a:tc>
                  <a:txBody>
                    <a:bodyPr/>
                    <a:lstStyle/>
                    <a:p>
                      <a:r>
                        <a:rPr lang="en-US"/>
                        <a:t>Catch</a:t>
                      </a:r>
                    </a:p>
                  </a:txBody>
                  <a:tcPr anchor="ctr">
                    <a:lnL>
                      <a:noFill/>
                    </a:lnL>
                    <a:lnR>
                      <a:noFill/>
                    </a:lnR>
                    <a:lnT>
                      <a:noFill/>
                    </a:lnT>
                    <a:lnB>
                      <a:noFill/>
                    </a:lnB>
                    <a:noFill/>
                  </a:tcPr>
                </a:tc>
                <a:tc>
                  <a:txBody>
                    <a:bodyPr/>
                    <a:lstStyle/>
                    <a:p>
                      <a:r>
                        <a:rPr lang="en-US"/>
                        <a:t>Extends</a:t>
                      </a:r>
                    </a:p>
                  </a:txBody>
                  <a:tcPr anchor="ctr">
                    <a:lnL>
                      <a:noFill/>
                    </a:lnL>
                    <a:lnR>
                      <a:noFill/>
                    </a:lnR>
                    <a:lnT>
                      <a:noFill/>
                    </a:lnT>
                    <a:lnB>
                      <a:noFill/>
                    </a:lnB>
                    <a:noFill/>
                  </a:tcPr>
                </a:tc>
                <a:tc>
                  <a:txBody>
                    <a:bodyPr/>
                    <a:lstStyle/>
                    <a:p>
                      <a:r>
                        <a:rPr lang="en-US"/>
                        <a:t>instanceof</a:t>
                      </a:r>
                    </a:p>
                  </a:txBody>
                  <a:tcPr anchor="ctr">
                    <a:lnL>
                      <a:noFill/>
                    </a:lnL>
                    <a:lnR>
                      <a:noFill/>
                    </a:lnR>
                    <a:lnT>
                      <a:noFill/>
                    </a:lnT>
                    <a:lnB>
                      <a:noFill/>
                    </a:lnB>
                    <a:noFill/>
                  </a:tcPr>
                </a:tc>
                <a:tc>
                  <a:txBody>
                    <a:bodyPr/>
                    <a:lstStyle/>
                    <a:p>
                      <a:r>
                        <a:rPr lang="en-US"/>
                        <a:t>return</a:t>
                      </a:r>
                    </a:p>
                  </a:txBody>
                  <a:tcPr anchor="ctr">
                    <a:lnL>
                      <a:noFill/>
                    </a:lnL>
                    <a:lnR>
                      <a:noFill/>
                    </a:lnR>
                    <a:lnT>
                      <a:noFill/>
                    </a:lnT>
                    <a:lnB>
                      <a:noFill/>
                    </a:lnB>
                    <a:noFill/>
                  </a:tcPr>
                </a:tc>
                <a:tc>
                  <a:txBody>
                    <a:bodyPr/>
                    <a:lstStyle/>
                    <a:p>
                      <a:r>
                        <a:rPr lang="en-US"/>
                        <a:t>void</a:t>
                      </a:r>
                    </a:p>
                  </a:txBody>
                  <a:tcPr anchor="ctr">
                    <a:lnL>
                      <a:noFill/>
                    </a:lnL>
                    <a:lnR>
                      <a:noFill/>
                    </a:lnR>
                    <a:lnT>
                      <a:noFill/>
                    </a:lnT>
                    <a:lnB>
                      <a:noFill/>
                    </a:lnB>
                    <a:noFill/>
                  </a:tcPr>
                </a:tc>
                <a:extLst>
                  <a:ext uri="{0D108BD9-81ED-4DB2-BD59-A6C34878D82A}">
                    <a16:rowId xmlns:a16="http://schemas.microsoft.com/office/drawing/2014/main" val="401738362"/>
                  </a:ext>
                </a:extLst>
              </a:tr>
              <a:tr h="409492">
                <a:tc>
                  <a:txBody>
                    <a:bodyPr/>
                    <a:lstStyle/>
                    <a:p>
                      <a:r>
                        <a:rPr lang="en-US"/>
                        <a:t>Char</a:t>
                      </a:r>
                    </a:p>
                  </a:txBody>
                  <a:tcPr anchor="ctr">
                    <a:lnL>
                      <a:noFill/>
                    </a:lnL>
                    <a:lnR>
                      <a:noFill/>
                    </a:lnR>
                    <a:lnT>
                      <a:noFill/>
                    </a:lnT>
                    <a:lnB>
                      <a:noFill/>
                    </a:lnB>
                    <a:noFill/>
                  </a:tcPr>
                </a:tc>
                <a:tc>
                  <a:txBody>
                    <a:bodyPr/>
                    <a:lstStyle/>
                    <a:p>
                      <a:r>
                        <a:rPr lang="en-US"/>
                        <a:t>Final</a:t>
                      </a:r>
                    </a:p>
                  </a:txBody>
                  <a:tcPr anchor="ctr">
                    <a:lnL>
                      <a:noFill/>
                    </a:lnL>
                    <a:lnR>
                      <a:noFill/>
                    </a:lnR>
                    <a:lnT>
                      <a:noFill/>
                    </a:lnT>
                    <a:lnB>
                      <a:noFill/>
                    </a:lnB>
                    <a:noFill/>
                  </a:tcPr>
                </a:tc>
                <a:tc>
                  <a:txBody>
                    <a:bodyPr/>
                    <a:lstStyle/>
                    <a:p>
                      <a:r>
                        <a:rPr lang="en-US"/>
                        <a:t>Int</a:t>
                      </a:r>
                    </a:p>
                  </a:txBody>
                  <a:tcPr anchor="ctr">
                    <a:lnL>
                      <a:noFill/>
                    </a:lnL>
                    <a:lnR>
                      <a:noFill/>
                    </a:lnR>
                    <a:lnT>
                      <a:noFill/>
                    </a:lnT>
                    <a:lnB>
                      <a:noFill/>
                    </a:lnB>
                    <a:noFill/>
                  </a:tcPr>
                </a:tc>
                <a:tc>
                  <a:txBody>
                    <a:bodyPr/>
                    <a:lstStyle/>
                    <a:p>
                      <a:r>
                        <a:rPr lang="en-US"/>
                        <a:t>synchronized</a:t>
                      </a:r>
                    </a:p>
                  </a:txBody>
                  <a:tcPr anchor="ctr">
                    <a:lnL>
                      <a:noFill/>
                    </a:lnL>
                    <a:lnR>
                      <a:noFill/>
                    </a:lnR>
                    <a:lnT>
                      <a:noFill/>
                    </a:lnT>
                    <a:lnB>
                      <a:noFill/>
                    </a:lnB>
                    <a:noFill/>
                  </a:tcPr>
                </a:tc>
                <a:tc>
                  <a:txBody>
                    <a:bodyPr/>
                    <a:lstStyle/>
                    <a:p>
                      <a:r>
                        <a:rPr lang="en-US"/>
                        <a:t>volatile</a:t>
                      </a:r>
                    </a:p>
                  </a:txBody>
                  <a:tcPr anchor="ctr">
                    <a:lnL>
                      <a:noFill/>
                    </a:lnL>
                    <a:lnR>
                      <a:noFill/>
                    </a:lnR>
                    <a:lnT>
                      <a:noFill/>
                    </a:lnT>
                    <a:lnB>
                      <a:noFill/>
                    </a:lnB>
                    <a:noFill/>
                  </a:tcPr>
                </a:tc>
                <a:extLst>
                  <a:ext uri="{0D108BD9-81ED-4DB2-BD59-A6C34878D82A}">
                    <a16:rowId xmlns:a16="http://schemas.microsoft.com/office/drawing/2014/main" val="1736844574"/>
                  </a:ext>
                </a:extLst>
              </a:tr>
              <a:tr h="409492">
                <a:tc>
                  <a:txBody>
                    <a:bodyPr/>
                    <a:lstStyle/>
                    <a:p>
                      <a:r>
                        <a:rPr lang="en-US"/>
                        <a:t>class</a:t>
                      </a:r>
                    </a:p>
                  </a:txBody>
                  <a:tcPr anchor="ctr">
                    <a:lnL>
                      <a:noFill/>
                    </a:lnL>
                    <a:lnR>
                      <a:noFill/>
                    </a:lnR>
                    <a:lnT>
                      <a:noFill/>
                    </a:lnT>
                    <a:lnB>
                      <a:noFill/>
                    </a:lnB>
                    <a:noFill/>
                  </a:tcPr>
                </a:tc>
                <a:tc>
                  <a:txBody>
                    <a:bodyPr/>
                    <a:lstStyle/>
                    <a:p>
                      <a:r>
                        <a:rPr lang="en-US"/>
                        <a:t>finally</a:t>
                      </a:r>
                    </a:p>
                  </a:txBody>
                  <a:tcPr anchor="ctr">
                    <a:lnL>
                      <a:noFill/>
                    </a:lnL>
                    <a:lnR>
                      <a:noFill/>
                    </a:lnR>
                    <a:lnT>
                      <a:noFill/>
                    </a:lnT>
                    <a:lnB>
                      <a:noFill/>
                    </a:lnB>
                    <a:noFill/>
                  </a:tcPr>
                </a:tc>
                <a:tc>
                  <a:txBody>
                    <a:bodyPr/>
                    <a:lstStyle/>
                    <a:p>
                      <a:r>
                        <a:rPr lang="en-US"/>
                        <a:t>long</a:t>
                      </a:r>
                    </a:p>
                  </a:txBody>
                  <a:tcPr anchor="ctr">
                    <a:lnL>
                      <a:noFill/>
                    </a:lnL>
                    <a:lnR>
                      <a:noFill/>
                    </a:lnR>
                    <a:lnT>
                      <a:noFill/>
                    </a:lnT>
                    <a:lnB>
                      <a:noFill/>
                    </a:lnB>
                    <a:noFill/>
                  </a:tcPr>
                </a:tc>
                <a:tc>
                  <a:txBody>
                    <a:bodyPr/>
                    <a:lstStyle/>
                    <a:p>
                      <a:r>
                        <a:rPr lang="en-US"/>
                        <a:t>throw</a:t>
                      </a:r>
                    </a:p>
                  </a:txBody>
                  <a:tcPr anchor="ctr">
                    <a:lnL>
                      <a:noFill/>
                    </a:lnL>
                    <a:lnR>
                      <a:noFill/>
                    </a:lnR>
                    <a:lnT>
                      <a:noFill/>
                    </a:lnT>
                    <a:lnB>
                      <a:noFill/>
                    </a:lnB>
                    <a:noFill/>
                  </a:tcPr>
                </a:tc>
                <a:tc>
                  <a:txBody>
                    <a:bodyPr/>
                    <a:lstStyle/>
                    <a:p>
                      <a:r>
                        <a:rPr lang="en-US"/>
                        <a:t>Date</a:t>
                      </a:r>
                    </a:p>
                  </a:txBody>
                  <a:tcPr anchor="ctr">
                    <a:lnL>
                      <a:noFill/>
                    </a:lnL>
                    <a:lnR>
                      <a:noFill/>
                    </a:lnR>
                    <a:lnT>
                      <a:noFill/>
                    </a:lnT>
                    <a:lnB>
                      <a:noFill/>
                    </a:lnB>
                    <a:noFill/>
                  </a:tcPr>
                </a:tc>
                <a:extLst>
                  <a:ext uri="{0D108BD9-81ED-4DB2-BD59-A6C34878D82A}">
                    <a16:rowId xmlns:a16="http://schemas.microsoft.com/office/drawing/2014/main" val="2693531725"/>
                  </a:ext>
                </a:extLst>
              </a:tr>
              <a:tr h="409492">
                <a:tc>
                  <a:txBody>
                    <a:bodyPr/>
                    <a:lstStyle/>
                    <a:p>
                      <a:r>
                        <a:rPr lang="en-US"/>
                        <a:t>const</a:t>
                      </a:r>
                    </a:p>
                  </a:txBody>
                  <a:tcPr anchor="ctr">
                    <a:lnL>
                      <a:noFill/>
                    </a:lnL>
                    <a:lnR>
                      <a:noFill/>
                    </a:lnR>
                    <a:lnT>
                      <a:noFill/>
                    </a:lnT>
                    <a:lnB>
                      <a:noFill/>
                    </a:lnB>
                    <a:noFill/>
                  </a:tcPr>
                </a:tc>
                <a:tc>
                  <a:txBody>
                    <a:bodyPr/>
                    <a:lstStyle/>
                    <a:p>
                      <a:r>
                        <a:rPr lang="en-US"/>
                        <a:t>float</a:t>
                      </a:r>
                    </a:p>
                  </a:txBody>
                  <a:tcPr anchor="ctr">
                    <a:lnL>
                      <a:noFill/>
                    </a:lnL>
                    <a:lnR>
                      <a:noFill/>
                    </a:lnR>
                    <a:lnT>
                      <a:noFill/>
                    </a:lnT>
                    <a:lnB>
                      <a:noFill/>
                    </a:lnB>
                    <a:noFill/>
                  </a:tcPr>
                </a:tc>
                <a:tc>
                  <a:txBody>
                    <a:bodyPr/>
                    <a:lstStyle/>
                    <a:p>
                      <a:r>
                        <a:rPr lang="en-US"/>
                        <a:t>Native</a:t>
                      </a:r>
                    </a:p>
                  </a:txBody>
                  <a:tcPr anchor="ctr">
                    <a:lnL>
                      <a:noFill/>
                    </a:lnL>
                    <a:lnR>
                      <a:noFill/>
                    </a:lnR>
                    <a:lnT>
                      <a:noFill/>
                    </a:lnT>
                    <a:lnB>
                      <a:noFill/>
                    </a:lnB>
                    <a:noFill/>
                  </a:tcPr>
                </a:tc>
                <a:tc>
                  <a:txBody>
                    <a:bodyPr/>
                    <a:lstStyle/>
                    <a:p>
                      <a:r>
                        <a:rPr lang="en-US"/>
                        <a:t>This</a:t>
                      </a:r>
                    </a:p>
                  </a:txBody>
                  <a:tcPr anchor="ctr">
                    <a:lnL>
                      <a:noFill/>
                    </a:lnL>
                    <a:lnR>
                      <a:noFill/>
                    </a:lnR>
                    <a:lnT>
                      <a:noFill/>
                    </a:lnT>
                    <a:lnB>
                      <a:noFill/>
                    </a:lnB>
                    <a:noFill/>
                  </a:tcPr>
                </a:tc>
                <a:tc>
                  <a:txBody>
                    <a:bodyPr/>
                    <a:lstStyle/>
                    <a:p>
                      <a:r>
                        <a:rPr lang="en-US" dirty="0"/>
                        <a:t>while</a:t>
                      </a:r>
                    </a:p>
                  </a:txBody>
                  <a:tcPr anchor="ctr">
                    <a:lnL>
                      <a:noFill/>
                    </a:lnL>
                    <a:lnR>
                      <a:noFill/>
                    </a:lnR>
                    <a:lnT>
                      <a:noFill/>
                    </a:lnT>
                    <a:lnB>
                      <a:noFill/>
                    </a:lnB>
                    <a:noFill/>
                  </a:tcPr>
                </a:tc>
                <a:extLst>
                  <a:ext uri="{0D108BD9-81ED-4DB2-BD59-A6C34878D82A}">
                    <a16:rowId xmlns:a16="http://schemas.microsoft.com/office/drawing/2014/main" val="1756982914"/>
                  </a:ext>
                </a:extLst>
              </a:tr>
            </a:tbl>
          </a:graphicData>
        </a:graphic>
      </p:graphicFrame>
    </p:spTree>
    <p:extLst>
      <p:ext uri="{BB962C8B-B14F-4D97-AF65-F5344CB8AC3E}">
        <p14:creationId xmlns:p14="http://schemas.microsoft.com/office/powerpoint/2010/main" val="1812327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64C0E11-7DE4-D558-C3EF-9B3C7A9BF17D}"/>
              </a:ext>
            </a:extLst>
          </p:cNvPr>
          <p:cNvSpPr>
            <a:spLocks noGrp="1"/>
          </p:cNvSpPr>
          <p:nvPr>
            <p:ph type="title"/>
          </p:nvPr>
        </p:nvSpPr>
        <p:spPr>
          <a:xfrm>
            <a:off x="1280160" y="685800"/>
            <a:ext cx="9137012" cy="765928"/>
          </a:xfrm>
        </p:spPr>
        <p:txBody>
          <a:bodyPr anchor="b">
            <a:normAutofit/>
          </a:bodyPr>
          <a:lstStyle/>
          <a:p>
            <a:r>
              <a:rPr lang="en-US" dirty="0"/>
              <a:t>Java</a:t>
            </a:r>
          </a:p>
        </p:txBody>
      </p:sp>
      <p:sp>
        <p:nvSpPr>
          <p:cNvPr id="3" name="Content Placeholder 2">
            <a:extLst>
              <a:ext uri="{FF2B5EF4-FFF2-40B4-BE49-F238E27FC236}">
                <a16:creationId xmlns:a16="http://schemas.microsoft.com/office/drawing/2014/main" id="{D4418541-7290-F1A9-2357-CA26E074EF45}"/>
              </a:ext>
            </a:extLst>
          </p:cNvPr>
          <p:cNvSpPr>
            <a:spLocks noGrp="1"/>
          </p:cNvSpPr>
          <p:nvPr>
            <p:ph sz="half" idx="2"/>
          </p:nvPr>
        </p:nvSpPr>
        <p:spPr>
          <a:xfrm>
            <a:off x="1280159" y="1649691"/>
            <a:ext cx="10267675" cy="4718323"/>
          </a:xfrm>
        </p:spPr>
        <p:txBody>
          <a:bodyPr>
            <a:normAutofit/>
          </a:bodyPr>
          <a:lstStyle/>
          <a:p>
            <a:r>
              <a:rPr lang="en-US" b="1" dirty="0"/>
              <a:t>Keywords</a:t>
            </a:r>
          </a:p>
          <a:p>
            <a:r>
              <a:rPr lang="en-US" dirty="0"/>
              <a:t>	In Java, Keywords or Reserved words are the words in a language that are used for some internal process or represent some predefined actions. These words are therefore not allowed to use as variable names or objects. </a:t>
            </a:r>
            <a:endParaRPr lang="en-US" b="1" dirty="0"/>
          </a:p>
          <a:p>
            <a:pPr marL="285750" indent="-285750">
              <a:buFont typeface="Arial" panose="020B0604020202020204" pitchFamily="34" charset="0"/>
              <a:buChar char="•"/>
            </a:pPr>
            <a:r>
              <a:rPr lang="en-US" dirty="0"/>
              <a:t>Keywords are the </a:t>
            </a:r>
            <a:r>
              <a:rPr lang="en-US" b="1" dirty="0"/>
              <a:t>reserved words</a:t>
            </a:r>
            <a:r>
              <a:rPr lang="en-US" dirty="0"/>
              <a:t> which are having predefined meaning in Java.</a:t>
            </a:r>
          </a:p>
          <a:p>
            <a:pPr marL="285750" indent="-285750">
              <a:buFont typeface="Arial" panose="020B0604020202020204" pitchFamily="34" charset="0"/>
              <a:buChar char="•"/>
            </a:pPr>
            <a:r>
              <a:rPr lang="en-US" dirty="0"/>
              <a:t>All the keywords are </a:t>
            </a:r>
            <a:r>
              <a:rPr lang="en-US" b="1" dirty="0"/>
              <a:t>defined in lower case</a:t>
            </a:r>
            <a:r>
              <a:rPr lang="en-US" dirty="0"/>
              <a:t> and the meaning of these keywords can’t be modified.</a:t>
            </a:r>
          </a:p>
          <a:p>
            <a:r>
              <a:rPr lang="en-US" b="1" dirty="0"/>
              <a:t>Java Keywords List</a:t>
            </a:r>
          </a:p>
          <a:p>
            <a:pPr rtl="0"/>
            <a:r>
              <a:rPr lang="en-US" dirty="0"/>
              <a:t>Java contains a list of keywords or reserved words which are also highlighted with different colors be it an IDE or editor in order to segregate the differences between flexible words and reserved words. They are listed below in the table with the primary action associated with them.</a:t>
            </a:r>
          </a:p>
          <a:p>
            <a:pPr marL="285750" indent="-285750">
              <a:buFont typeface="Arial" panose="020B0604020202020204" pitchFamily="34" charset="0"/>
              <a:buChar char="•"/>
            </a:pPr>
            <a:endParaRPr lang="en-US" dirty="0"/>
          </a:p>
          <a:p>
            <a:endParaRPr lang="en-US" dirty="0"/>
          </a:p>
        </p:txBody>
      </p:sp>
    </p:spTree>
    <p:extLst>
      <p:ext uri="{BB962C8B-B14F-4D97-AF65-F5344CB8AC3E}">
        <p14:creationId xmlns:p14="http://schemas.microsoft.com/office/powerpoint/2010/main" val="11916264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64C0E11-7DE4-D558-C3EF-9B3C7A9BF17D}"/>
              </a:ext>
            </a:extLst>
          </p:cNvPr>
          <p:cNvSpPr>
            <a:spLocks noGrp="1"/>
          </p:cNvSpPr>
          <p:nvPr>
            <p:ph type="title"/>
          </p:nvPr>
        </p:nvSpPr>
        <p:spPr>
          <a:xfrm>
            <a:off x="1280160" y="685800"/>
            <a:ext cx="9137012" cy="765928"/>
          </a:xfrm>
        </p:spPr>
        <p:txBody>
          <a:bodyPr anchor="b">
            <a:normAutofit/>
          </a:bodyPr>
          <a:lstStyle/>
          <a:p>
            <a:r>
              <a:rPr lang="en-US" dirty="0"/>
              <a:t>Java</a:t>
            </a:r>
          </a:p>
        </p:txBody>
      </p:sp>
      <p:sp>
        <p:nvSpPr>
          <p:cNvPr id="3" name="Content Placeholder 2">
            <a:extLst>
              <a:ext uri="{FF2B5EF4-FFF2-40B4-BE49-F238E27FC236}">
                <a16:creationId xmlns:a16="http://schemas.microsoft.com/office/drawing/2014/main" id="{D4418541-7290-F1A9-2357-CA26E074EF45}"/>
              </a:ext>
            </a:extLst>
          </p:cNvPr>
          <p:cNvSpPr>
            <a:spLocks noGrp="1"/>
          </p:cNvSpPr>
          <p:nvPr>
            <p:ph sz="half" idx="2"/>
          </p:nvPr>
        </p:nvSpPr>
        <p:spPr>
          <a:xfrm>
            <a:off x="1280159" y="1649691"/>
            <a:ext cx="10267675" cy="4718323"/>
          </a:xfrm>
        </p:spPr>
        <p:txBody>
          <a:bodyPr>
            <a:normAutofit/>
          </a:bodyPr>
          <a:lstStyle/>
          <a:p>
            <a:pPr marL="285750" indent="-285750">
              <a:buFont typeface="Arial" panose="020B0604020202020204" pitchFamily="34" charset="0"/>
              <a:buChar char="•"/>
            </a:pPr>
            <a:endParaRPr lang="en-US" dirty="0"/>
          </a:p>
          <a:p>
            <a:endParaRPr lang="en-US" dirty="0"/>
          </a:p>
        </p:txBody>
      </p:sp>
      <p:graphicFrame>
        <p:nvGraphicFramePr>
          <p:cNvPr id="2" name="Table 1">
            <a:extLst>
              <a:ext uri="{FF2B5EF4-FFF2-40B4-BE49-F238E27FC236}">
                <a16:creationId xmlns:a16="http://schemas.microsoft.com/office/drawing/2014/main" id="{6D932862-91C0-676A-03C2-C46C8B9E5CB1}"/>
              </a:ext>
            </a:extLst>
          </p:cNvPr>
          <p:cNvGraphicFramePr>
            <a:graphicFrameLocks noGrp="1"/>
          </p:cNvGraphicFramePr>
          <p:nvPr>
            <p:extLst>
              <p:ext uri="{D42A27DB-BD31-4B8C-83A1-F6EECF244321}">
                <p14:modId xmlns:p14="http://schemas.microsoft.com/office/powerpoint/2010/main" val="990671727"/>
              </p:ext>
            </p:extLst>
          </p:nvPr>
        </p:nvGraphicFramePr>
        <p:xfrm>
          <a:off x="1065229" y="1734532"/>
          <a:ext cx="8354860" cy="4529641"/>
        </p:xfrm>
        <a:graphic>
          <a:graphicData uri="http://schemas.openxmlformats.org/drawingml/2006/table">
            <a:tbl>
              <a:tblPr/>
              <a:tblGrid>
                <a:gridCol w="4177430">
                  <a:extLst>
                    <a:ext uri="{9D8B030D-6E8A-4147-A177-3AD203B41FA5}">
                      <a16:colId xmlns:a16="http://schemas.microsoft.com/office/drawing/2014/main" val="2933553584"/>
                    </a:ext>
                  </a:extLst>
                </a:gridCol>
                <a:gridCol w="4177430">
                  <a:extLst>
                    <a:ext uri="{9D8B030D-6E8A-4147-A177-3AD203B41FA5}">
                      <a16:colId xmlns:a16="http://schemas.microsoft.com/office/drawing/2014/main" val="4154910616"/>
                    </a:ext>
                  </a:extLst>
                </a:gridCol>
              </a:tblGrid>
              <a:tr h="227943">
                <a:tc>
                  <a:txBody>
                    <a:bodyPr/>
                    <a:lstStyle/>
                    <a:p>
                      <a:r>
                        <a:rPr lang="en-US" sz="1200">
                          <a:effectLst/>
                        </a:rPr>
                        <a:t>Keyword</a:t>
                      </a:r>
                    </a:p>
                  </a:txBody>
                  <a:tcPr marL="55786" marR="55786" marT="27893" marB="27893" anchor="ctr">
                    <a:lnL>
                      <a:noFill/>
                    </a:lnL>
                    <a:lnR>
                      <a:noFill/>
                    </a:lnR>
                    <a:lnT>
                      <a:noFill/>
                    </a:lnT>
                    <a:lnB>
                      <a:noFill/>
                    </a:lnB>
                    <a:noFill/>
                  </a:tcPr>
                </a:tc>
                <a:tc>
                  <a:txBody>
                    <a:bodyPr/>
                    <a:lstStyle/>
                    <a:p>
                      <a:r>
                        <a:rPr lang="en-US" sz="1200">
                          <a:effectLst/>
                        </a:rPr>
                        <a:t>Usage</a:t>
                      </a:r>
                    </a:p>
                  </a:txBody>
                  <a:tcPr marL="55786" marR="55786" marT="27893" marB="27893" anchor="ctr">
                    <a:lnL>
                      <a:noFill/>
                    </a:lnL>
                    <a:lnR>
                      <a:noFill/>
                    </a:lnR>
                    <a:lnT>
                      <a:noFill/>
                    </a:lnT>
                    <a:lnB>
                      <a:noFill/>
                    </a:lnB>
                    <a:noFill/>
                  </a:tcPr>
                </a:tc>
                <a:extLst>
                  <a:ext uri="{0D108BD9-81ED-4DB2-BD59-A6C34878D82A}">
                    <a16:rowId xmlns:a16="http://schemas.microsoft.com/office/drawing/2014/main" val="3421408132"/>
                  </a:ext>
                </a:extLst>
              </a:tr>
              <a:tr h="398972">
                <a:tc>
                  <a:txBody>
                    <a:bodyPr/>
                    <a:lstStyle/>
                    <a:p>
                      <a:r>
                        <a:rPr lang="en-US" sz="1200" b="1">
                          <a:effectLst/>
                        </a:rPr>
                        <a:t>abstract</a:t>
                      </a:r>
                      <a:endParaRPr lang="en-US" sz="1200">
                        <a:effectLst/>
                      </a:endParaRPr>
                    </a:p>
                  </a:txBody>
                  <a:tcPr marL="55786" marR="55786" marT="27893" marB="27893" anchor="ctr">
                    <a:lnL>
                      <a:noFill/>
                    </a:lnL>
                    <a:lnR>
                      <a:noFill/>
                    </a:lnR>
                    <a:lnT>
                      <a:noFill/>
                    </a:lnT>
                    <a:lnB>
                      <a:noFill/>
                    </a:lnB>
                    <a:noFill/>
                  </a:tcPr>
                </a:tc>
                <a:tc>
                  <a:txBody>
                    <a:bodyPr/>
                    <a:lstStyle/>
                    <a:p>
                      <a:r>
                        <a:rPr lang="en-US" sz="1200">
                          <a:effectLst/>
                        </a:rPr>
                        <a:t>Specifies that a class or method will be implemented later, in a subclass </a:t>
                      </a:r>
                    </a:p>
                  </a:txBody>
                  <a:tcPr marL="55786" marR="55786" marT="27893" marB="27893" anchor="ctr">
                    <a:lnL>
                      <a:noFill/>
                    </a:lnL>
                    <a:lnR>
                      <a:noFill/>
                    </a:lnR>
                    <a:lnT>
                      <a:noFill/>
                    </a:lnT>
                    <a:lnB>
                      <a:noFill/>
                    </a:lnB>
                    <a:noFill/>
                  </a:tcPr>
                </a:tc>
                <a:extLst>
                  <a:ext uri="{0D108BD9-81ED-4DB2-BD59-A6C34878D82A}">
                    <a16:rowId xmlns:a16="http://schemas.microsoft.com/office/drawing/2014/main" val="1225366814"/>
                  </a:ext>
                </a:extLst>
              </a:tr>
              <a:tr h="739885">
                <a:tc>
                  <a:txBody>
                    <a:bodyPr/>
                    <a:lstStyle/>
                    <a:p>
                      <a:r>
                        <a:rPr lang="en-US" sz="1200" b="1" dirty="0">
                          <a:effectLst/>
                        </a:rPr>
                        <a:t>assert</a:t>
                      </a:r>
                      <a:endParaRPr lang="en-US" sz="1200" dirty="0">
                        <a:effectLst/>
                      </a:endParaRPr>
                    </a:p>
                  </a:txBody>
                  <a:tcPr marL="55786" marR="55786" marT="27893" marB="27893" anchor="ctr">
                    <a:lnL>
                      <a:noFill/>
                    </a:lnL>
                    <a:lnR>
                      <a:noFill/>
                    </a:lnR>
                    <a:lnT>
                      <a:noFill/>
                    </a:lnT>
                    <a:lnB>
                      <a:noFill/>
                    </a:lnB>
                    <a:noFill/>
                  </a:tcPr>
                </a:tc>
                <a:tc>
                  <a:txBody>
                    <a:bodyPr/>
                    <a:lstStyle/>
                    <a:p>
                      <a:r>
                        <a:rPr lang="en-US" sz="1200">
                          <a:effectLst/>
                        </a:rPr>
                        <a:t>Assert describes a predicate placed in a Java program to indicate that the developer thinks that the predicate is always true at that place.</a:t>
                      </a:r>
                    </a:p>
                  </a:txBody>
                  <a:tcPr marL="55786" marR="55786" marT="27893" marB="27893" anchor="ctr">
                    <a:lnL>
                      <a:noFill/>
                    </a:lnL>
                    <a:lnR>
                      <a:noFill/>
                    </a:lnR>
                    <a:lnT>
                      <a:noFill/>
                    </a:lnT>
                    <a:lnB>
                      <a:noFill/>
                    </a:lnB>
                    <a:noFill/>
                  </a:tcPr>
                </a:tc>
                <a:extLst>
                  <a:ext uri="{0D108BD9-81ED-4DB2-BD59-A6C34878D82A}">
                    <a16:rowId xmlns:a16="http://schemas.microsoft.com/office/drawing/2014/main" val="493502614"/>
                  </a:ext>
                </a:extLst>
              </a:tr>
              <a:tr h="398400">
                <a:tc>
                  <a:txBody>
                    <a:bodyPr/>
                    <a:lstStyle/>
                    <a:p>
                      <a:r>
                        <a:rPr lang="en-US" sz="1200" b="1" dirty="0" err="1">
                          <a:effectLst/>
                        </a:rPr>
                        <a:t>boolean</a:t>
                      </a:r>
                      <a:endParaRPr lang="en-US" sz="1200" dirty="0">
                        <a:effectLst/>
                      </a:endParaRPr>
                    </a:p>
                  </a:txBody>
                  <a:tcPr marL="55786" marR="55786" marT="27893" marB="27893" anchor="ctr">
                    <a:lnL>
                      <a:noFill/>
                    </a:lnL>
                    <a:lnR>
                      <a:noFill/>
                    </a:lnR>
                    <a:lnT>
                      <a:noFill/>
                    </a:lnT>
                    <a:lnB>
                      <a:noFill/>
                    </a:lnB>
                    <a:noFill/>
                  </a:tcPr>
                </a:tc>
                <a:tc>
                  <a:txBody>
                    <a:bodyPr/>
                    <a:lstStyle/>
                    <a:p>
                      <a:r>
                        <a:rPr lang="en-US" sz="1200" dirty="0">
                          <a:effectLst/>
                        </a:rPr>
                        <a:t>A data type that can hold True and False values only </a:t>
                      </a:r>
                    </a:p>
                  </a:txBody>
                  <a:tcPr marL="55786" marR="55786" marT="27893" marB="27893" anchor="ctr">
                    <a:lnL>
                      <a:noFill/>
                    </a:lnL>
                    <a:lnR>
                      <a:noFill/>
                    </a:lnR>
                    <a:lnT>
                      <a:noFill/>
                    </a:lnT>
                    <a:lnB>
                      <a:noFill/>
                    </a:lnB>
                    <a:noFill/>
                  </a:tcPr>
                </a:tc>
                <a:extLst>
                  <a:ext uri="{0D108BD9-81ED-4DB2-BD59-A6C34878D82A}">
                    <a16:rowId xmlns:a16="http://schemas.microsoft.com/office/drawing/2014/main" val="866996475"/>
                  </a:ext>
                </a:extLst>
              </a:tr>
              <a:tr h="398400">
                <a:tc>
                  <a:txBody>
                    <a:bodyPr/>
                    <a:lstStyle/>
                    <a:p>
                      <a:r>
                        <a:rPr lang="en-US" sz="1200" b="1">
                          <a:effectLst/>
                        </a:rPr>
                        <a:t>break</a:t>
                      </a:r>
                      <a:endParaRPr lang="en-US" sz="1200">
                        <a:effectLst/>
                      </a:endParaRPr>
                    </a:p>
                  </a:txBody>
                  <a:tcPr marL="55786" marR="55786" marT="27893" marB="27893" anchor="ctr">
                    <a:lnL>
                      <a:noFill/>
                    </a:lnL>
                    <a:lnR>
                      <a:noFill/>
                    </a:lnR>
                    <a:lnT>
                      <a:noFill/>
                    </a:lnT>
                    <a:lnB>
                      <a:noFill/>
                    </a:lnB>
                    <a:noFill/>
                  </a:tcPr>
                </a:tc>
                <a:tc>
                  <a:txBody>
                    <a:bodyPr/>
                    <a:lstStyle/>
                    <a:p>
                      <a:r>
                        <a:rPr lang="en-US" sz="1200">
                          <a:effectLst/>
                        </a:rPr>
                        <a:t>A control statement for breaking out of loops.</a:t>
                      </a:r>
                    </a:p>
                  </a:txBody>
                  <a:tcPr marL="55786" marR="55786" marT="27893" marB="27893" anchor="ctr">
                    <a:lnL>
                      <a:noFill/>
                    </a:lnL>
                    <a:lnR>
                      <a:noFill/>
                    </a:lnR>
                    <a:lnT>
                      <a:noFill/>
                    </a:lnT>
                    <a:lnB>
                      <a:noFill/>
                    </a:lnB>
                    <a:noFill/>
                  </a:tcPr>
                </a:tc>
                <a:extLst>
                  <a:ext uri="{0D108BD9-81ED-4DB2-BD59-A6C34878D82A}">
                    <a16:rowId xmlns:a16="http://schemas.microsoft.com/office/drawing/2014/main" val="2817438644"/>
                  </a:ext>
                </a:extLst>
              </a:tr>
              <a:tr h="227943">
                <a:tc>
                  <a:txBody>
                    <a:bodyPr/>
                    <a:lstStyle/>
                    <a:p>
                      <a:r>
                        <a:rPr lang="en-US" sz="1200" b="1">
                          <a:effectLst/>
                        </a:rPr>
                        <a:t>byte</a:t>
                      </a:r>
                      <a:endParaRPr lang="en-US" sz="1200">
                        <a:effectLst/>
                      </a:endParaRPr>
                    </a:p>
                  </a:txBody>
                  <a:tcPr marL="55786" marR="55786" marT="27893" marB="27893" anchor="ctr">
                    <a:lnL>
                      <a:noFill/>
                    </a:lnL>
                    <a:lnR>
                      <a:noFill/>
                    </a:lnR>
                    <a:lnT>
                      <a:noFill/>
                    </a:lnT>
                    <a:lnB>
                      <a:noFill/>
                    </a:lnB>
                    <a:noFill/>
                  </a:tcPr>
                </a:tc>
                <a:tc>
                  <a:txBody>
                    <a:bodyPr/>
                    <a:lstStyle/>
                    <a:p>
                      <a:r>
                        <a:rPr lang="en-US" sz="1200">
                          <a:effectLst/>
                        </a:rPr>
                        <a:t>A data type that can hold 8-bit data values </a:t>
                      </a:r>
                    </a:p>
                  </a:txBody>
                  <a:tcPr marL="55786" marR="55786" marT="27893" marB="27893" anchor="ctr">
                    <a:lnL>
                      <a:noFill/>
                    </a:lnL>
                    <a:lnR>
                      <a:noFill/>
                    </a:lnR>
                    <a:lnT>
                      <a:noFill/>
                    </a:lnT>
                    <a:lnB>
                      <a:noFill/>
                    </a:lnB>
                    <a:noFill/>
                  </a:tcPr>
                </a:tc>
                <a:extLst>
                  <a:ext uri="{0D108BD9-81ED-4DB2-BD59-A6C34878D82A}">
                    <a16:rowId xmlns:a16="http://schemas.microsoft.com/office/drawing/2014/main" val="2789276948"/>
                  </a:ext>
                </a:extLst>
              </a:tr>
              <a:tr h="398400">
                <a:tc>
                  <a:txBody>
                    <a:bodyPr/>
                    <a:lstStyle/>
                    <a:p>
                      <a:r>
                        <a:rPr lang="en-US" sz="1200" b="1">
                          <a:effectLst/>
                        </a:rPr>
                        <a:t>case</a:t>
                      </a:r>
                      <a:endParaRPr lang="en-US" sz="1200">
                        <a:effectLst/>
                      </a:endParaRPr>
                    </a:p>
                  </a:txBody>
                  <a:tcPr marL="55786" marR="55786" marT="27893" marB="27893" anchor="ctr">
                    <a:lnL>
                      <a:noFill/>
                    </a:lnL>
                    <a:lnR>
                      <a:noFill/>
                    </a:lnR>
                    <a:lnT>
                      <a:noFill/>
                    </a:lnT>
                    <a:lnB>
                      <a:noFill/>
                    </a:lnB>
                    <a:noFill/>
                  </a:tcPr>
                </a:tc>
                <a:tc>
                  <a:txBody>
                    <a:bodyPr/>
                    <a:lstStyle/>
                    <a:p>
                      <a:r>
                        <a:rPr lang="en-US" sz="1200" dirty="0">
                          <a:effectLst/>
                        </a:rPr>
                        <a:t>Used in switch statements to mark blocks of text</a:t>
                      </a:r>
                    </a:p>
                  </a:txBody>
                  <a:tcPr marL="55786" marR="55786" marT="27893" marB="27893" anchor="ctr">
                    <a:lnL>
                      <a:noFill/>
                    </a:lnL>
                    <a:lnR>
                      <a:noFill/>
                    </a:lnR>
                    <a:lnT>
                      <a:noFill/>
                    </a:lnT>
                    <a:lnB>
                      <a:noFill/>
                    </a:lnB>
                    <a:noFill/>
                  </a:tcPr>
                </a:tc>
                <a:extLst>
                  <a:ext uri="{0D108BD9-81ED-4DB2-BD59-A6C34878D82A}">
                    <a16:rowId xmlns:a16="http://schemas.microsoft.com/office/drawing/2014/main" val="4153825779"/>
                  </a:ext>
                </a:extLst>
              </a:tr>
              <a:tr h="398400">
                <a:tc>
                  <a:txBody>
                    <a:bodyPr/>
                    <a:lstStyle/>
                    <a:p>
                      <a:r>
                        <a:rPr lang="en-US" sz="1200" b="1" dirty="0">
                          <a:effectLst/>
                        </a:rPr>
                        <a:t>catch</a:t>
                      </a:r>
                      <a:endParaRPr lang="en-US" sz="1200" dirty="0">
                        <a:effectLst/>
                      </a:endParaRPr>
                    </a:p>
                  </a:txBody>
                  <a:tcPr marL="55786" marR="55786" marT="27893" marB="27893" anchor="ctr">
                    <a:lnL>
                      <a:noFill/>
                    </a:lnL>
                    <a:lnR>
                      <a:noFill/>
                    </a:lnR>
                    <a:lnT>
                      <a:noFill/>
                    </a:lnT>
                    <a:lnB>
                      <a:noFill/>
                    </a:lnB>
                    <a:noFill/>
                  </a:tcPr>
                </a:tc>
                <a:tc>
                  <a:txBody>
                    <a:bodyPr/>
                    <a:lstStyle/>
                    <a:p>
                      <a:r>
                        <a:rPr lang="en-US" sz="1200">
                          <a:effectLst/>
                        </a:rPr>
                        <a:t>Catches exceptions generated by try statements</a:t>
                      </a:r>
                    </a:p>
                  </a:txBody>
                  <a:tcPr marL="55786" marR="55786" marT="27893" marB="27893" anchor="ctr">
                    <a:lnL>
                      <a:noFill/>
                    </a:lnL>
                    <a:lnR>
                      <a:noFill/>
                    </a:lnR>
                    <a:lnT>
                      <a:noFill/>
                    </a:lnT>
                    <a:lnB>
                      <a:noFill/>
                    </a:lnB>
                    <a:noFill/>
                  </a:tcPr>
                </a:tc>
                <a:extLst>
                  <a:ext uri="{0D108BD9-81ED-4DB2-BD59-A6C34878D82A}">
                    <a16:rowId xmlns:a16="http://schemas.microsoft.com/office/drawing/2014/main" val="2775071866"/>
                  </a:ext>
                </a:extLst>
              </a:tr>
              <a:tr h="398400">
                <a:tc>
                  <a:txBody>
                    <a:bodyPr/>
                    <a:lstStyle/>
                    <a:p>
                      <a:r>
                        <a:rPr lang="en-US" sz="1200" b="1">
                          <a:effectLst/>
                        </a:rPr>
                        <a:t>char</a:t>
                      </a:r>
                      <a:endParaRPr lang="en-US" sz="1200">
                        <a:effectLst/>
                      </a:endParaRPr>
                    </a:p>
                  </a:txBody>
                  <a:tcPr marL="55786" marR="55786" marT="27893" marB="27893" anchor="ctr">
                    <a:lnL>
                      <a:noFill/>
                    </a:lnL>
                    <a:lnR>
                      <a:noFill/>
                    </a:lnR>
                    <a:lnT>
                      <a:noFill/>
                    </a:lnT>
                    <a:lnB>
                      <a:noFill/>
                    </a:lnB>
                    <a:noFill/>
                  </a:tcPr>
                </a:tc>
                <a:tc>
                  <a:txBody>
                    <a:bodyPr/>
                    <a:lstStyle/>
                    <a:p>
                      <a:r>
                        <a:rPr lang="en-US" sz="1200">
                          <a:effectLst/>
                        </a:rPr>
                        <a:t>A data type that can hold unsigned 16-bit Unicode characters</a:t>
                      </a:r>
                    </a:p>
                  </a:txBody>
                  <a:tcPr marL="55786" marR="55786" marT="27893" marB="27893" anchor="ctr">
                    <a:lnL>
                      <a:noFill/>
                    </a:lnL>
                    <a:lnR>
                      <a:noFill/>
                    </a:lnR>
                    <a:lnT>
                      <a:noFill/>
                    </a:lnT>
                    <a:lnB>
                      <a:noFill/>
                    </a:lnB>
                    <a:noFill/>
                  </a:tcPr>
                </a:tc>
                <a:extLst>
                  <a:ext uri="{0D108BD9-81ED-4DB2-BD59-A6C34878D82A}">
                    <a16:rowId xmlns:a16="http://schemas.microsoft.com/office/drawing/2014/main" val="2811179443"/>
                  </a:ext>
                </a:extLst>
              </a:tr>
              <a:tr h="227943">
                <a:tc>
                  <a:txBody>
                    <a:bodyPr/>
                    <a:lstStyle/>
                    <a:p>
                      <a:r>
                        <a:rPr lang="en-US" sz="1200" b="1">
                          <a:effectLst/>
                        </a:rPr>
                        <a:t>class</a:t>
                      </a:r>
                      <a:endParaRPr lang="en-US" sz="1200">
                        <a:effectLst/>
                      </a:endParaRPr>
                    </a:p>
                  </a:txBody>
                  <a:tcPr marL="55786" marR="55786" marT="27893" marB="27893" anchor="ctr">
                    <a:lnL>
                      <a:noFill/>
                    </a:lnL>
                    <a:lnR>
                      <a:noFill/>
                    </a:lnR>
                    <a:lnT>
                      <a:noFill/>
                    </a:lnT>
                    <a:lnB>
                      <a:noFill/>
                    </a:lnB>
                    <a:noFill/>
                  </a:tcPr>
                </a:tc>
                <a:tc>
                  <a:txBody>
                    <a:bodyPr/>
                    <a:lstStyle/>
                    <a:p>
                      <a:r>
                        <a:rPr lang="en-US" sz="1200">
                          <a:effectLst/>
                        </a:rPr>
                        <a:t>Declares a new class</a:t>
                      </a:r>
                    </a:p>
                  </a:txBody>
                  <a:tcPr marL="55786" marR="55786" marT="27893" marB="27893" anchor="ctr">
                    <a:lnL>
                      <a:noFill/>
                    </a:lnL>
                    <a:lnR>
                      <a:noFill/>
                    </a:lnR>
                    <a:lnT>
                      <a:noFill/>
                    </a:lnT>
                    <a:lnB>
                      <a:noFill/>
                    </a:lnB>
                    <a:noFill/>
                  </a:tcPr>
                </a:tc>
                <a:extLst>
                  <a:ext uri="{0D108BD9-81ED-4DB2-BD59-A6C34878D82A}">
                    <a16:rowId xmlns:a16="http://schemas.microsoft.com/office/drawing/2014/main" val="129528497"/>
                  </a:ext>
                </a:extLst>
              </a:tr>
              <a:tr h="227943">
                <a:tc>
                  <a:txBody>
                    <a:bodyPr/>
                    <a:lstStyle/>
                    <a:p>
                      <a:r>
                        <a:rPr lang="en-US" sz="1200" b="1">
                          <a:effectLst/>
                        </a:rPr>
                        <a:t>continue</a:t>
                      </a:r>
                      <a:endParaRPr lang="en-US" sz="1200">
                        <a:effectLst/>
                      </a:endParaRPr>
                    </a:p>
                  </a:txBody>
                  <a:tcPr marL="55786" marR="55786" marT="27893" marB="27893" anchor="ctr">
                    <a:lnL>
                      <a:noFill/>
                    </a:lnL>
                    <a:lnR>
                      <a:noFill/>
                    </a:lnR>
                    <a:lnT>
                      <a:noFill/>
                    </a:lnT>
                    <a:lnB>
                      <a:noFill/>
                    </a:lnB>
                    <a:noFill/>
                  </a:tcPr>
                </a:tc>
                <a:tc>
                  <a:txBody>
                    <a:bodyPr/>
                    <a:lstStyle/>
                    <a:p>
                      <a:r>
                        <a:rPr lang="en-US" sz="1200">
                          <a:effectLst/>
                        </a:rPr>
                        <a:t>Sends control back outside a loop </a:t>
                      </a:r>
                    </a:p>
                  </a:txBody>
                  <a:tcPr marL="55786" marR="55786" marT="27893" marB="27893" anchor="ctr">
                    <a:lnL>
                      <a:noFill/>
                    </a:lnL>
                    <a:lnR>
                      <a:noFill/>
                    </a:lnR>
                    <a:lnT>
                      <a:noFill/>
                    </a:lnT>
                    <a:lnB>
                      <a:noFill/>
                    </a:lnB>
                    <a:noFill/>
                  </a:tcPr>
                </a:tc>
                <a:extLst>
                  <a:ext uri="{0D108BD9-81ED-4DB2-BD59-A6C34878D82A}">
                    <a16:rowId xmlns:a16="http://schemas.microsoft.com/office/drawing/2014/main" val="2009396211"/>
                  </a:ext>
                </a:extLst>
              </a:tr>
              <a:tr h="398400">
                <a:tc>
                  <a:txBody>
                    <a:bodyPr/>
                    <a:lstStyle/>
                    <a:p>
                      <a:r>
                        <a:rPr lang="en-US" sz="1200" b="1">
                          <a:effectLst/>
                        </a:rPr>
                        <a:t>default</a:t>
                      </a:r>
                      <a:endParaRPr lang="en-US" sz="1200">
                        <a:effectLst/>
                      </a:endParaRPr>
                    </a:p>
                  </a:txBody>
                  <a:tcPr marL="55786" marR="55786" marT="27893" marB="27893" anchor="ctr">
                    <a:lnL>
                      <a:noFill/>
                    </a:lnL>
                    <a:lnR>
                      <a:noFill/>
                    </a:lnR>
                    <a:lnT>
                      <a:noFill/>
                    </a:lnT>
                    <a:lnB>
                      <a:noFill/>
                    </a:lnB>
                    <a:noFill/>
                  </a:tcPr>
                </a:tc>
                <a:tc>
                  <a:txBody>
                    <a:bodyPr/>
                    <a:lstStyle/>
                    <a:p>
                      <a:r>
                        <a:rPr lang="en-US" sz="1200" dirty="0">
                          <a:effectLst/>
                        </a:rPr>
                        <a:t>Specifies the default block of code in a switch statement</a:t>
                      </a:r>
                    </a:p>
                  </a:txBody>
                  <a:tcPr marL="55786" marR="55786" marT="27893" marB="27893" anchor="ctr">
                    <a:lnL>
                      <a:noFill/>
                    </a:lnL>
                    <a:lnR>
                      <a:noFill/>
                    </a:lnR>
                    <a:lnT>
                      <a:noFill/>
                    </a:lnT>
                    <a:lnB>
                      <a:noFill/>
                    </a:lnB>
                    <a:noFill/>
                  </a:tcPr>
                </a:tc>
                <a:extLst>
                  <a:ext uri="{0D108BD9-81ED-4DB2-BD59-A6C34878D82A}">
                    <a16:rowId xmlns:a16="http://schemas.microsoft.com/office/drawing/2014/main" val="3592125705"/>
                  </a:ext>
                </a:extLst>
              </a:tr>
            </a:tbl>
          </a:graphicData>
        </a:graphic>
      </p:graphicFrame>
    </p:spTree>
    <p:extLst>
      <p:ext uri="{BB962C8B-B14F-4D97-AF65-F5344CB8AC3E}">
        <p14:creationId xmlns:p14="http://schemas.microsoft.com/office/powerpoint/2010/main" val="30450027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64C0E11-7DE4-D558-C3EF-9B3C7A9BF17D}"/>
              </a:ext>
            </a:extLst>
          </p:cNvPr>
          <p:cNvSpPr>
            <a:spLocks noGrp="1"/>
          </p:cNvSpPr>
          <p:nvPr>
            <p:ph type="title"/>
          </p:nvPr>
        </p:nvSpPr>
        <p:spPr>
          <a:xfrm>
            <a:off x="1280160" y="685800"/>
            <a:ext cx="9137012" cy="765928"/>
          </a:xfrm>
        </p:spPr>
        <p:txBody>
          <a:bodyPr anchor="b">
            <a:normAutofit/>
          </a:bodyPr>
          <a:lstStyle/>
          <a:p>
            <a:r>
              <a:rPr lang="en-US" dirty="0"/>
              <a:t>Java</a:t>
            </a:r>
          </a:p>
        </p:txBody>
      </p:sp>
      <p:sp>
        <p:nvSpPr>
          <p:cNvPr id="3" name="Content Placeholder 2">
            <a:extLst>
              <a:ext uri="{FF2B5EF4-FFF2-40B4-BE49-F238E27FC236}">
                <a16:creationId xmlns:a16="http://schemas.microsoft.com/office/drawing/2014/main" id="{D4418541-7290-F1A9-2357-CA26E074EF45}"/>
              </a:ext>
            </a:extLst>
          </p:cNvPr>
          <p:cNvSpPr>
            <a:spLocks noGrp="1"/>
          </p:cNvSpPr>
          <p:nvPr>
            <p:ph sz="half" idx="2"/>
          </p:nvPr>
        </p:nvSpPr>
        <p:spPr>
          <a:xfrm>
            <a:off x="1280159" y="1649691"/>
            <a:ext cx="10267675" cy="4718323"/>
          </a:xfrm>
        </p:spPr>
        <p:txBody>
          <a:bodyPr>
            <a:normAutofit/>
          </a:bodyPr>
          <a:lstStyle/>
          <a:p>
            <a:pPr marL="285750" indent="-285750">
              <a:buFont typeface="Arial" panose="020B0604020202020204" pitchFamily="34" charset="0"/>
              <a:buChar char="•"/>
            </a:pPr>
            <a:endParaRPr lang="en-US" dirty="0"/>
          </a:p>
          <a:p>
            <a:endParaRPr lang="en-US" dirty="0"/>
          </a:p>
        </p:txBody>
      </p:sp>
      <p:graphicFrame>
        <p:nvGraphicFramePr>
          <p:cNvPr id="5" name="Table 4">
            <a:extLst>
              <a:ext uri="{FF2B5EF4-FFF2-40B4-BE49-F238E27FC236}">
                <a16:creationId xmlns:a16="http://schemas.microsoft.com/office/drawing/2014/main" id="{B9D598E0-8B7C-2FBD-402E-8014C2741358}"/>
              </a:ext>
            </a:extLst>
          </p:cNvPr>
          <p:cNvGraphicFramePr>
            <a:graphicFrameLocks noGrp="1"/>
          </p:cNvGraphicFramePr>
          <p:nvPr>
            <p:extLst>
              <p:ext uri="{D42A27DB-BD31-4B8C-83A1-F6EECF244321}">
                <p14:modId xmlns:p14="http://schemas.microsoft.com/office/powerpoint/2010/main" val="4121985826"/>
              </p:ext>
            </p:extLst>
          </p:nvPr>
        </p:nvGraphicFramePr>
        <p:xfrm>
          <a:off x="1470581" y="1763186"/>
          <a:ext cx="8923864" cy="4454179"/>
        </p:xfrm>
        <a:graphic>
          <a:graphicData uri="http://schemas.openxmlformats.org/drawingml/2006/table">
            <a:tbl>
              <a:tblPr/>
              <a:tblGrid>
                <a:gridCol w="4461932">
                  <a:extLst>
                    <a:ext uri="{9D8B030D-6E8A-4147-A177-3AD203B41FA5}">
                      <a16:colId xmlns:a16="http://schemas.microsoft.com/office/drawing/2014/main" val="43746344"/>
                    </a:ext>
                  </a:extLst>
                </a:gridCol>
                <a:gridCol w="4461932">
                  <a:extLst>
                    <a:ext uri="{9D8B030D-6E8A-4147-A177-3AD203B41FA5}">
                      <a16:colId xmlns:a16="http://schemas.microsoft.com/office/drawing/2014/main" val="2941217356"/>
                    </a:ext>
                  </a:extLst>
                </a:gridCol>
              </a:tblGrid>
              <a:tr h="295006">
                <a:tc>
                  <a:txBody>
                    <a:bodyPr/>
                    <a:lstStyle/>
                    <a:p>
                      <a:r>
                        <a:rPr lang="en-US" sz="1500" b="1">
                          <a:effectLst/>
                        </a:rPr>
                        <a:t>do</a:t>
                      </a:r>
                      <a:endParaRPr lang="en-US" sz="1500">
                        <a:effectLst/>
                      </a:endParaRPr>
                    </a:p>
                  </a:txBody>
                  <a:tcPr marL="73751" marR="73751" marT="36876" marB="36876" anchor="ctr">
                    <a:lnL>
                      <a:noFill/>
                    </a:lnL>
                    <a:lnR>
                      <a:noFill/>
                    </a:lnR>
                    <a:lnT>
                      <a:noFill/>
                    </a:lnT>
                    <a:lnB>
                      <a:noFill/>
                    </a:lnB>
                    <a:noFill/>
                  </a:tcPr>
                </a:tc>
                <a:tc>
                  <a:txBody>
                    <a:bodyPr/>
                    <a:lstStyle/>
                    <a:p>
                      <a:r>
                        <a:rPr lang="en-US" sz="1500">
                          <a:effectLst/>
                        </a:rPr>
                        <a:t>Starts a do-while loop</a:t>
                      </a:r>
                    </a:p>
                  </a:txBody>
                  <a:tcPr marL="73751" marR="73751" marT="36876" marB="36876" anchor="ctr">
                    <a:lnL>
                      <a:noFill/>
                    </a:lnL>
                    <a:lnR>
                      <a:noFill/>
                    </a:lnR>
                    <a:lnT>
                      <a:noFill/>
                    </a:lnT>
                    <a:lnB>
                      <a:noFill/>
                    </a:lnB>
                    <a:noFill/>
                  </a:tcPr>
                </a:tc>
                <a:extLst>
                  <a:ext uri="{0D108BD9-81ED-4DB2-BD59-A6C34878D82A}">
                    <a16:rowId xmlns:a16="http://schemas.microsoft.com/office/drawing/2014/main" val="414315035"/>
                  </a:ext>
                </a:extLst>
              </a:tr>
              <a:tr h="516260">
                <a:tc>
                  <a:txBody>
                    <a:bodyPr/>
                    <a:lstStyle/>
                    <a:p>
                      <a:r>
                        <a:rPr lang="en-US" sz="1500" b="1">
                          <a:effectLst/>
                        </a:rPr>
                        <a:t>double</a:t>
                      </a:r>
                      <a:endParaRPr lang="en-US" sz="1500">
                        <a:effectLst/>
                      </a:endParaRPr>
                    </a:p>
                  </a:txBody>
                  <a:tcPr marL="73751" marR="73751" marT="36876" marB="36876" anchor="ctr">
                    <a:lnL>
                      <a:noFill/>
                    </a:lnL>
                    <a:lnR>
                      <a:noFill/>
                    </a:lnR>
                    <a:lnT>
                      <a:noFill/>
                    </a:lnT>
                    <a:lnB>
                      <a:noFill/>
                    </a:lnB>
                    <a:noFill/>
                  </a:tcPr>
                </a:tc>
                <a:tc>
                  <a:txBody>
                    <a:bodyPr/>
                    <a:lstStyle/>
                    <a:p>
                      <a:r>
                        <a:rPr lang="en-US" sz="1500">
                          <a:effectLst/>
                        </a:rPr>
                        <a:t>A data type that can hold 64-bit floating-point numbers</a:t>
                      </a:r>
                    </a:p>
                  </a:txBody>
                  <a:tcPr marL="73751" marR="73751" marT="36876" marB="36876" anchor="ctr">
                    <a:lnL>
                      <a:noFill/>
                    </a:lnL>
                    <a:lnR>
                      <a:noFill/>
                    </a:lnR>
                    <a:lnT>
                      <a:noFill/>
                    </a:lnT>
                    <a:lnB>
                      <a:noFill/>
                    </a:lnB>
                    <a:noFill/>
                  </a:tcPr>
                </a:tc>
                <a:extLst>
                  <a:ext uri="{0D108BD9-81ED-4DB2-BD59-A6C34878D82A}">
                    <a16:rowId xmlns:a16="http://schemas.microsoft.com/office/drawing/2014/main" val="4134680067"/>
                  </a:ext>
                </a:extLst>
              </a:tr>
              <a:tr h="516260">
                <a:tc>
                  <a:txBody>
                    <a:bodyPr/>
                    <a:lstStyle/>
                    <a:p>
                      <a:r>
                        <a:rPr lang="en-US" sz="1500" b="1">
                          <a:effectLst/>
                        </a:rPr>
                        <a:t>else</a:t>
                      </a:r>
                      <a:endParaRPr lang="en-US" sz="1500">
                        <a:effectLst/>
                      </a:endParaRPr>
                    </a:p>
                  </a:txBody>
                  <a:tcPr marL="73751" marR="73751" marT="36876" marB="36876" anchor="ctr">
                    <a:lnL>
                      <a:noFill/>
                    </a:lnL>
                    <a:lnR>
                      <a:noFill/>
                    </a:lnR>
                    <a:lnT>
                      <a:noFill/>
                    </a:lnT>
                    <a:lnB>
                      <a:noFill/>
                    </a:lnB>
                    <a:noFill/>
                  </a:tcPr>
                </a:tc>
                <a:tc>
                  <a:txBody>
                    <a:bodyPr/>
                    <a:lstStyle/>
                    <a:p>
                      <a:r>
                        <a:rPr lang="en-US" sz="1500">
                          <a:effectLst/>
                        </a:rPr>
                        <a:t>Indicates alternative branches in an if statement </a:t>
                      </a:r>
                    </a:p>
                  </a:txBody>
                  <a:tcPr marL="73751" marR="73751" marT="36876" marB="36876" anchor="ctr">
                    <a:lnL>
                      <a:noFill/>
                    </a:lnL>
                    <a:lnR>
                      <a:noFill/>
                    </a:lnR>
                    <a:lnT>
                      <a:noFill/>
                    </a:lnT>
                    <a:lnB>
                      <a:noFill/>
                    </a:lnB>
                    <a:noFill/>
                  </a:tcPr>
                </a:tc>
                <a:extLst>
                  <a:ext uri="{0D108BD9-81ED-4DB2-BD59-A6C34878D82A}">
                    <a16:rowId xmlns:a16="http://schemas.microsoft.com/office/drawing/2014/main" val="1745261874"/>
                  </a:ext>
                </a:extLst>
              </a:tr>
              <a:tr h="737515">
                <a:tc>
                  <a:txBody>
                    <a:bodyPr/>
                    <a:lstStyle/>
                    <a:p>
                      <a:r>
                        <a:rPr lang="en-US" sz="1500" b="1" dirty="0" err="1">
                          <a:effectLst/>
                        </a:rPr>
                        <a:t>enum</a:t>
                      </a:r>
                      <a:endParaRPr lang="en-US" sz="1500" dirty="0">
                        <a:effectLst/>
                      </a:endParaRPr>
                    </a:p>
                  </a:txBody>
                  <a:tcPr marL="73751" marR="73751" marT="36876" marB="36876" anchor="ctr">
                    <a:lnL>
                      <a:noFill/>
                    </a:lnL>
                    <a:lnR>
                      <a:noFill/>
                    </a:lnR>
                    <a:lnT>
                      <a:noFill/>
                    </a:lnT>
                    <a:lnB>
                      <a:noFill/>
                    </a:lnB>
                    <a:noFill/>
                  </a:tcPr>
                </a:tc>
                <a:tc>
                  <a:txBody>
                    <a:bodyPr/>
                    <a:lstStyle/>
                    <a:p>
                      <a:r>
                        <a:rPr lang="en-US" sz="1500">
                          <a:effectLst/>
                        </a:rPr>
                        <a:t>A Java keyword is used to declare an enumerated type. Enumerations extend the base class.</a:t>
                      </a:r>
                    </a:p>
                  </a:txBody>
                  <a:tcPr marL="73751" marR="73751" marT="36876" marB="36876" anchor="ctr">
                    <a:lnL>
                      <a:noFill/>
                    </a:lnL>
                    <a:lnR>
                      <a:noFill/>
                    </a:lnR>
                    <a:lnT>
                      <a:noFill/>
                    </a:lnT>
                    <a:lnB>
                      <a:noFill/>
                    </a:lnB>
                    <a:noFill/>
                  </a:tcPr>
                </a:tc>
                <a:extLst>
                  <a:ext uri="{0D108BD9-81ED-4DB2-BD59-A6C34878D82A}">
                    <a16:rowId xmlns:a16="http://schemas.microsoft.com/office/drawing/2014/main" val="3554963257"/>
                  </a:ext>
                </a:extLst>
              </a:tr>
              <a:tr h="516260">
                <a:tc>
                  <a:txBody>
                    <a:bodyPr/>
                    <a:lstStyle/>
                    <a:p>
                      <a:r>
                        <a:rPr lang="en-US" sz="1500" b="1" dirty="0">
                          <a:effectLst/>
                        </a:rPr>
                        <a:t>extends</a:t>
                      </a:r>
                      <a:endParaRPr lang="en-US" sz="1500" dirty="0">
                        <a:effectLst/>
                      </a:endParaRPr>
                    </a:p>
                  </a:txBody>
                  <a:tcPr marL="73751" marR="73751" marT="36876" marB="36876" anchor="ctr">
                    <a:lnL>
                      <a:noFill/>
                    </a:lnL>
                    <a:lnR>
                      <a:noFill/>
                    </a:lnR>
                    <a:lnT>
                      <a:noFill/>
                    </a:lnT>
                    <a:lnB>
                      <a:noFill/>
                    </a:lnB>
                    <a:noFill/>
                  </a:tcPr>
                </a:tc>
                <a:tc>
                  <a:txBody>
                    <a:bodyPr/>
                    <a:lstStyle/>
                    <a:p>
                      <a:r>
                        <a:rPr lang="en-US" sz="1500">
                          <a:effectLst/>
                        </a:rPr>
                        <a:t>Indicates that a class is derived from another class or interface </a:t>
                      </a:r>
                    </a:p>
                  </a:txBody>
                  <a:tcPr marL="73751" marR="73751" marT="36876" marB="36876" anchor="ctr">
                    <a:lnL>
                      <a:noFill/>
                    </a:lnL>
                    <a:lnR>
                      <a:noFill/>
                    </a:lnR>
                    <a:lnT>
                      <a:noFill/>
                    </a:lnT>
                    <a:lnB>
                      <a:noFill/>
                    </a:lnB>
                    <a:noFill/>
                  </a:tcPr>
                </a:tc>
                <a:extLst>
                  <a:ext uri="{0D108BD9-81ED-4DB2-BD59-A6C34878D82A}">
                    <a16:rowId xmlns:a16="http://schemas.microsoft.com/office/drawing/2014/main" val="2723630554"/>
                  </a:ext>
                </a:extLst>
              </a:tr>
              <a:tr h="737515">
                <a:tc>
                  <a:txBody>
                    <a:bodyPr/>
                    <a:lstStyle/>
                    <a:p>
                      <a:r>
                        <a:rPr lang="en-US" sz="1500" b="1">
                          <a:effectLst/>
                        </a:rPr>
                        <a:t>final</a:t>
                      </a:r>
                      <a:endParaRPr lang="en-US" sz="1500">
                        <a:effectLst/>
                      </a:endParaRPr>
                    </a:p>
                  </a:txBody>
                  <a:tcPr marL="73751" marR="73751" marT="36876" marB="36876" anchor="ctr">
                    <a:lnL>
                      <a:noFill/>
                    </a:lnL>
                    <a:lnR>
                      <a:noFill/>
                    </a:lnR>
                    <a:lnT>
                      <a:noFill/>
                    </a:lnT>
                    <a:lnB>
                      <a:noFill/>
                    </a:lnB>
                    <a:noFill/>
                  </a:tcPr>
                </a:tc>
                <a:tc>
                  <a:txBody>
                    <a:bodyPr/>
                    <a:lstStyle/>
                    <a:p>
                      <a:r>
                        <a:rPr lang="en-US" sz="1500">
                          <a:effectLst/>
                        </a:rPr>
                        <a:t>Indicates that a variable holds a constant value or that a method will not be overridden</a:t>
                      </a:r>
                    </a:p>
                  </a:txBody>
                  <a:tcPr marL="73751" marR="73751" marT="36876" marB="36876" anchor="ctr">
                    <a:lnL>
                      <a:noFill/>
                    </a:lnL>
                    <a:lnR>
                      <a:noFill/>
                    </a:lnR>
                    <a:lnT>
                      <a:noFill/>
                    </a:lnT>
                    <a:lnB>
                      <a:noFill/>
                    </a:lnB>
                    <a:noFill/>
                  </a:tcPr>
                </a:tc>
                <a:extLst>
                  <a:ext uri="{0D108BD9-81ED-4DB2-BD59-A6C34878D82A}">
                    <a16:rowId xmlns:a16="http://schemas.microsoft.com/office/drawing/2014/main" val="899461032"/>
                  </a:ext>
                </a:extLst>
              </a:tr>
              <a:tr h="516260">
                <a:tc>
                  <a:txBody>
                    <a:bodyPr/>
                    <a:lstStyle/>
                    <a:p>
                      <a:r>
                        <a:rPr lang="en-US" sz="1500" b="1">
                          <a:effectLst/>
                        </a:rPr>
                        <a:t>finally</a:t>
                      </a:r>
                      <a:endParaRPr lang="en-US" sz="1500">
                        <a:effectLst/>
                      </a:endParaRPr>
                    </a:p>
                  </a:txBody>
                  <a:tcPr marL="73751" marR="73751" marT="36876" marB="36876" anchor="ctr">
                    <a:lnL>
                      <a:noFill/>
                    </a:lnL>
                    <a:lnR>
                      <a:noFill/>
                    </a:lnR>
                    <a:lnT>
                      <a:noFill/>
                    </a:lnT>
                    <a:lnB>
                      <a:noFill/>
                    </a:lnB>
                    <a:noFill/>
                  </a:tcPr>
                </a:tc>
                <a:tc>
                  <a:txBody>
                    <a:bodyPr/>
                    <a:lstStyle/>
                    <a:p>
                      <a:r>
                        <a:rPr lang="en-US" sz="1500">
                          <a:effectLst/>
                        </a:rPr>
                        <a:t>Indicates a block of code in a try-catch structure that will always be executed</a:t>
                      </a:r>
                    </a:p>
                  </a:txBody>
                  <a:tcPr marL="73751" marR="73751" marT="36876" marB="36876" anchor="ctr">
                    <a:lnL>
                      <a:noFill/>
                    </a:lnL>
                    <a:lnR>
                      <a:noFill/>
                    </a:lnR>
                    <a:lnT>
                      <a:noFill/>
                    </a:lnT>
                    <a:lnB>
                      <a:noFill/>
                    </a:lnB>
                    <a:noFill/>
                  </a:tcPr>
                </a:tc>
                <a:extLst>
                  <a:ext uri="{0D108BD9-81ED-4DB2-BD59-A6C34878D82A}">
                    <a16:rowId xmlns:a16="http://schemas.microsoft.com/office/drawing/2014/main" val="3883970717"/>
                  </a:ext>
                </a:extLst>
              </a:tr>
              <a:tr h="516260">
                <a:tc>
                  <a:txBody>
                    <a:bodyPr/>
                    <a:lstStyle/>
                    <a:p>
                      <a:r>
                        <a:rPr lang="en-US" sz="1500" b="1">
                          <a:effectLst/>
                        </a:rPr>
                        <a:t>float</a:t>
                      </a:r>
                      <a:endParaRPr lang="en-US" sz="1500">
                        <a:effectLst/>
                      </a:endParaRPr>
                    </a:p>
                  </a:txBody>
                  <a:tcPr marL="73751" marR="73751" marT="36876" marB="36876" anchor="ctr">
                    <a:lnL>
                      <a:noFill/>
                    </a:lnL>
                    <a:lnR>
                      <a:noFill/>
                    </a:lnR>
                    <a:lnT>
                      <a:noFill/>
                    </a:lnT>
                    <a:lnB>
                      <a:noFill/>
                    </a:lnB>
                    <a:noFill/>
                  </a:tcPr>
                </a:tc>
                <a:tc>
                  <a:txBody>
                    <a:bodyPr/>
                    <a:lstStyle/>
                    <a:p>
                      <a:r>
                        <a:rPr lang="en-US" sz="1500" dirty="0">
                          <a:effectLst/>
                        </a:rPr>
                        <a:t>A data type that holds a 32-bit floating-point number </a:t>
                      </a:r>
                    </a:p>
                  </a:txBody>
                  <a:tcPr marL="73751" marR="73751" marT="36876" marB="36876" anchor="ctr">
                    <a:lnL>
                      <a:noFill/>
                    </a:lnL>
                    <a:lnR>
                      <a:noFill/>
                    </a:lnR>
                    <a:lnT>
                      <a:noFill/>
                    </a:lnT>
                    <a:lnB>
                      <a:noFill/>
                    </a:lnB>
                    <a:noFill/>
                  </a:tcPr>
                </a:tc>
                <a:extLst>
                  <a:ext uri="{0D108BD9-81ED-4DB2-BD59-A6C34878D82A}">
                    <a16:rowId xmlns:a16="http://schemas.microsoft.com/office/drawing/2014/main" val="382731451"/>
                  </a:ext>
                </a:extLst>
              </a:tr>
            </a:tbl>
          </a:graphicData>
        </a:graphic>
      </p:graphicFrame>
    </p:spTree>
    <p:extLst>
      <p:ext uri="{BB962C8B-B14F-4D97-AF65-F5344CB8AC3E}">
        <p14:creationId xmlns:p14="http://schemas.microsoft.com/office/powerpoint/2010/main" val="30404766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64C0E11-7DE4-D558-C3EF-9B3C7A9BF17D}"/>
              </a:ext>
            </a:extLst>
          </p:cNvPr>
          <p:cNvSpPr>
            <a:spLocks noGrp="1"/>
          </p:cNvSpPr>
          <p:nvPr>
            <p:ph type="title"/>
          </p:nvPr>
        </p:nvSpPr>
        <p:spPr>
          <a:xfrm>
            <a:off x="1280160" y="685800"/>
            <a:ext cx="9137012" cy="765928"/>
          </a:xfrm>
        </p:spPr>
        <p:txBody>
          <a:bodyPr anchor="b">
            <a:normAutofit/>
          </a:bodyPr>
          <a:lstStyle/>
          <a:p>
            <a:r>
              <a:rPr lang="en-US" dirty="0"/>
              <a:t>Java</a:t>
            </a:r>
          </a:p>
        </p:txBody>
      </p:sp>
      <p:sp>
        <p:nvSpPr>
          <p:cNvPr id="3" name="Content Placeholder 2">
            <a:extLst>
              <a:ext uri="{FF2B5EF4-FFF2-40B4-BE49-F238E27FC236}">
                <a16:creationId xmlns:a16="http://schemas.microsoft.com/office/drawing/2014/main" id="{D4418541-7290-F1A9-2357-CA26E074EF45}"/>
              </a:ext>
            </a:extLst>
          </p:cNvPr>
          <p:cNvSpPr>
            <a:spLocks noGrp="1"/>
          </p:cNvSpPr>
          <p:nvPr>
            <p:ph sz="half" idx="2"/>
          </p:nvPr>
        </p:nvSpPr>
        <p:spPr>
          <a:xfrm>
            <a:off x="1280159" y="1649691"/>
            <a:ext cx="10267675" cy="4718323"/>
          </a:xfrm>
        </p:spPr>
        <p:txBody>
          <a:bodyPr>
            <a:normAutofit/>
          </a:bodyPr>
          <a:lstStyle/>
          <a:p>
            <a:pPr marL="285750" indent="-285750">
              <a:buFont typeface="Arial" panose="020B0604020202020204" pitchFamily="34" charset="0"/>
              <a:buChar char="•"/>
            </a:pPr>
            <a:endParaRPr lang="en-US" dirty="0"/>
          </a:p>
          <a:p>
            <a:endParaRPr lang="en-US" dirty="0"/>
          </a:p>
        </p:txBody>
      </p:sp>
      <p:graphicFrame>
        <p:nvGraphicFramePr>
          <p:cNvPr id="2" name="Table 1">
            <a:extLst>
              <a:ext uri="{FF2B5EF4-FFF2-40B4-BE49-F238E27FC236}">
                <a16:creationId xmlns:a16="http://schemas.microsoft.com/office/drawing/2014/main" id="{E32080E9-FAC0-891F-4D0F-574C1513F103}"/>
              </a:ext>
            </a:extLst>
          </p:cNvPr>
          <p:cNvGraphicFramePr>
            <a:graphicFrameLocks noGrp="1"/>
          </p:cNvGraphicFramePr>
          <p:nvPr>
            <p:extLst>
              <p:ext uri="{D42A27DB-BD31-4B8C-83A1-F6EECF244321}">
                <p14:modId xmlns:p14="http://schemas.microsoft.com/office/powerpoint/2010/main" val="1577399231"/>
              </p:ext>
            </p:extLst>
          </p:nvPr>
        </p:nvGraphicFramePr>
        <p:xfrm>
          <a:off x="1818861" y="1825623"/>
          <a:ext cx="9092980" cy="4351342"/>
        </p:xfrm>
        <a:graphic>
          <a:graphicData uri="http://schemas.openxmlformats.org/drawingml/2006/table">
            <a:tbl>
              <a:tblPr/>
              <a:tblGrid>
                <a:gridCol w="4546490">
                  <a:extLst>
                    <a:ext uri="{9D8B030D-6E8A-4147-A177-3AD203B41FA5}">
                      <a16:colId xmlns:a16="http://schemas.microsoft.com/office/drawing/2014/main" val="801981648"/>
                    </a:ext>
                  </a:extLst>
                </a:gridCol>
                <a:gridCol w="4546490">
                  <a:extLst>
                    <a:ext uri="{9D8B030D-6E8A-4147-A177-3AD203B41FA5}">
                      <a16:colId xmlns:a16="http://schemas.microsoft.com/office/drawing/2014/main" val="2496667022"/>
                    </a:ext>
                  </a:extLst>
                </a:gridCol>
              </a:tblGrid>
              <a:tr h="267775">
                <a:tc>
                  <a:txBody>
                    <a:bodyPr/>
                    <a:lstStyle/>
                    <a:p>
                      <a:r>
                        <a:rPr lang="en-US" sz="1300" b="1">
                          <a:effectLst/>
                        </a:rPr>
                        <a:t>for</a:t>
                      </a:r>
                      <a:endParaRPr lang="en-US" sz="1300">
                        <a:effectLst/>
                      </a:endParaRPr>
                    </a:p>
                  </a:txBody>
                  <a:tcPr marL="66944" marR="66944" marT="33472" marB="33472" anchor="ctr">
                    <a:lnL>
                      <a:noFill/>
                    </a:lnL>
                    <a:lnR>
                      <a:noFill/>
                    </a:lnR>
                    <a:lnT>
                      <a:noFill/>
                    </a:lnT>
                    <a:lnB>
                      <a:noFill/>
                    </a:lnB>
                    <a:noFill/>
                  </a:tcPr>
                </a:tc>
                <a:tc>
                  <a:txBody>
                    <a:bodyPr/>
                    <a:lstStyle/>
                    <a:p>
                      <a:r>
                        <a:rPr lang="en-US" sz="1300">
                          <a:effectLst/>
                        </a:rPr>
                        <a:t>Used to start a for loop</a:t>
                      </a:r>
                    </a:p>
                  </a:txBody>
                  <a:tcPr marL="66944" marR="66944" marT="33472" marB="33472" anchor="ctr">
                    <a:lnL>
                      <a:noFill/>
                    </a:lnL>
                    <a:lnR>
                      <a:noFill/>
                    </a:lnR>
                    <a:lnT>
                      <a:noFill/>
                    </a:lnT>
                    <a:lnB>
                      <a:noFill/>
                    </a:lnB>
                    <a:noFill/>
                  </a:tcPr>
                </a:tc>
                <a:extLst>
                  <a:ext uri="{0D108BD9-81ED-4DB2-BD59-A6C34878D82A}">
                    <a16:rowId xmlns:a16="http://schemas.microsoft.com/office/drawing/2014/main" val="859000921"/>
                  </a:ext>
                </a:extLst>
              </a:tr>
              <a:tr h="468606">
                <a:tc>
                  <a:txBody>
                    <a:bodyPr/>
                    <a:lstStyle/>
                    <a:p>
                      <a:r>
                        <a:rPr lang="en-US" sz="1300" b="1">
                          <a:effectLst/>
                        </a:rPr>
                        <a:t>if</a:t>
                      </a:r>
                      <a:endParaRPr lang="en-US" sz="1300">
                        <a:effectLst/>
                      </a:endParaRPr>
                    </a:p>
                  </a:txBody>
                  <a:tcPr marL="66944" marR="66944" marT="33472" marB="33472" anchor="ctr">
                    <a:lnL>
                      <a:noFill/>
                    </a:lnL>
                    <a:lnR>
                      <a:noFill/>
                    </a:lnR>
                    <a:lnT>
                      <a:noFill/>
                    </a:lnT>
                    <a:lnB>
                      <a:noFill/>
                    </a:lnB>
                    <a:noFill/>
                  </a:tcPr>
                </a:tc>
                <a:tc>
                  <a:txBody>
                    <a:bodyPr/>
                    <a:lstStyle/>
                    <a:p>
                      <a:r>
                        <a:rPr lang="en-US" sz="1300">
                          <a:effectLst/>
                        </a:rPr>
                        <a:t>Tests a true/false expression and branches accordingly</a:t>
                      </a:r>
                    </a:p>
                  </a:txBody>
                  <a:tcPr marL="66944" marR="66944" marT="33472" marB="33472" anchor="ctr">
                    <a:lnL>
                      <a:noFill/>
                    </a:lnL>
                    <a:lnR>
                      <a:noFill/>
                    </a:lnR>
                    <a:lnT>
                      <a:noFill/>
                    </a:lnT>
                    <a:lnB>
                      <a:noFill/>
                    </a:lnB>
                    <a:noFill/>
                  </a:tcPr>
                </a:tc>
                <a:extLst>
                  <a:ext uri="{0D108BD9-81ED-4DB2-BD59-A6C34878D82A}">
                    <a16:rowId xmlns:a16="http://schemas.microsoft.com/office/drawing/2014/main" val="883069608"/>
                  </a:ext>
                </a:extLst>
              </a:tr>
              <a:tr h="468606">
                <a:tc>
                  <a:txBody>
                    <a:bodyPr/>
                    <a:lstStyle/>
                    <a:p>
                      <a:r>
                        <a:rPr lang="en-US" sz="1300" b="1">
                          <a:effectLst/>
                        </a:rPr>
                        <a:t>implements</a:t>
                      </a:r>
                      <a:endParaRPr lang="en-US" sz="1300">
                        <a:effectLst/>
                      </a:endParaRPr>
                    </a:p>
                  </a:txBody>
                  <a:tcPr marL="66944" marR="66944" marT="33472" marB="33472" anchor="ctr">
                    <a:lnL>
                      <a:noFill/>
                    </a:lnL>
                    <a:lnR>
                      <a:noFill/>
                    </a:lnR>
                    <a:lnT>
                      <a:noFill/>
                    </a:lnT>
                    <a:lnB>
                      <a:noFill/>
                    </a:lnB>
                    <a:noFill/>
                  </a:tcPr>
                </a:tc>
                <a:tc>
                  <a:txBody>
                    <a:bodyPr/>
                    <a:lstStyle/>
                    <a:p>
                      <a:r>
                        <a:rPr lang="en-US" sz="1300">
                          <a:effectLst/>
                        </a:rPr>
                        <a:t>Specifies that a class implements an interface </a:t>
                      </a:r>
                    </a:p>
                  </a:txBody>
                  <a:tcPr marL="66944" marR="66944" marT="33472" marB="33472" anchor="ctr">
                    <a:lnL>
                      <a:noFill/>
                    </a:lnL>
                    <a:lnR>
                      <a:noFill/>
                    </a:lnR>
                    <a:lnT>
                      <a:noFill/>
                    </a:lnT>
                    <a:lnB>
                      <a:noFill/>
                    </a:lnB>
                    <a:noFill/>
                  </a:tcPr>
                </a:tc>
                <a:extLst>
                  <a:ext uri="{0D108BD9-81ED-4DB2-BD59-A6C34878D82A}">
                    <a16:rowId xmlns:a16="http://schemas.microsoft.com/office/drawing/2014/main" val="10280022"/>
                  </a:ext>
                </a:extLst>
              </a:tr>
              <a:tr h="267775">
                <a:tc>
                  <a:txBody>
                    <a:bodyPr/>
                    <a:lstStyle/>
                    <a:p>
                      <a:r>
                        <a:rPr lang="en-US" sz="1300" b="1">
                          <a:effectLst/>
                        </a:rPr>
                        <a:t>import</a:t>
                      </a:r>
                      <a:endParaRPr lang="en-US" sz="1300">
                        <a:effectLst/>
                      </a:endParaRPr>
                    </a:p>
                  </a:txBody>
                  <a:tcPr marL="66944" marR="66944" marT="33472" marB="33472" anchor="ctr">
                    <a:lnL>
                      <a:noFill/>
                    </a:lnL>
                    <a:lnR>
                      <a:noFill/>
                    </a:lnR>
                    <a:lnT>
                      <a:noFill/>
                    </a:lnT>
                    <a:lnB>
                      <a:noFill/>
                    </a:lnB>
                    <a:noFill/>
                  </a:tcPr>
                </a:tc>
                <a:tc>
                  <a:txBody>
                    <a:bodyPr/>
                    <a:lstStyle/>
                    <a:p>
                      <a:r>
                        <a:rPr lang="en-US" sz="1300">
                          <a:effectLst/>
                        </a:rPr>
                        <a:t>References other classes</a:t>
                      </a:r>
                    </a:p>
                  </a:txBody>
                  <a:tcPr marL="66944" marR="66944" marT="33472" marB="33472" anchor="ctr">
                    <a:lnL>
                      <a:noFill/>
                    </a:lnL>
                    <a:lnR>
                      <a:noFill/>
                    </a:lnR>
                    <a:lnT>
                      <a:noFill/>
                    </a:lnT>
                    <a:lnB>
                      <a:noFill/>
                    </a:lnB>
                    <a:noFill/>
                  </a:tcPr>
                </a:tc>
                <a:extLst>
                  <a:ext uri="{0D108BD9-81ED-4DB2-BD59-A6C34878D82A}">
                    <a16:rowId xmlns:a16="http://schemas.microsoft.com/office/drawing/2014/main" val="3269432130"/>
                  </a:ext>
                </a:extLst>
              </a:tr>
              <a:tr h="669437">
                <a:tc>
                  <a:txBody>
                    <a:bodyPr/>
                    <a:lstStyle/>
                    <a:p>
                      <a:r>
                        <a:rPr lang="en-US" sz="1300" b="1">
                          <a:effectLst/>
                        </a:rPr>
                        <a:t>instanceof</a:t>
                      </a:r>
                      <a:endParaRPr lang="en-US" sz="1300">
                        <a:effectLst/>
                      </a:endParaRPr>
                    </a:p>
                  </a:txBody>
                  <a:tcPr marL="66944" marR="66944" marT="33472" marB="33472" anchor="ctr">
                    <a:lnL>
                      <a:noFill/>
                    </a:lnL>
                    <a:lnR>
                      <a:noFill/>
                    </a:lnR>
                    <a:lnT>
                      <a:noFill/>
                    </a:lnT>
                    <a:lnB>
                      <a:noFill/>
                    </a:lnB>
                    <a:noFill/>
                  </a:tcPr>
                </a:tc>
                <a:tc>
                  <a:txBody>
                    <a:bodyPr/>
                    <a:lstStyle/>
                    <a:p>
                      <a:r>
                        <a:rPr lang="en-US" sz="1300">
                          <a:effectLst/>
                        </a:rPr>
                        <a:t>Indicates whether an object is an instance of a specific class or implements an interface </a:t>
                      </a:r>
                    </a:p>
                  </a:txBody>
                  <a:tcPr marL="66944" marR="66944" marT="33472" marB="33472" anchor="ctr">
                    <a:lnL>
                      <a:noFill/>
                    </a:lnL>
                    <a:lnR>
                      <a:noFill/>
                    </a:lnR>
                    <a:lnT>
                      <a:noFill/>
                    </a:lnT>
                    <a:lnB>
                      <a:noFill/>
                    </a:lnB>
                    <a:noFill/>
                  </a:tcPr>
                </a:tc>
                <a:extLst>
                  <a:ext uri="{0D108BD9-81ED-4DB2-BD59-A6C34878D82A}">
                    <a16:rowId xmlns:a16="http://schemas.microsoft.com/office/drawing/2014/main" val="2526849301"/>
                  </a:ext>
                </a:extLst>
              </a:tr>
              <a:tr h="468606">
                <a:tc>
                  <a:txBody>
                    <a:bodyPr/>
                    <a:lstStyle/>
                    <a:p>
                      <a:r>
                        <a:rPr lang="en-US" sz="1300" b="1">
                          <a:effectLst/>
                        </a:rPr>
                        <a:t>int</a:t>
                      </a:r>
                      <a:endParaRPr lang="en-US" sz="1300">
                        <a:effectLst/>
                      </a:endParaRPr>
                    </a:p>
                  </a:txBody>
                  <a:tcPr marL="66944" marR="66944" marT="33472" marB="33472" anchor="ctr">
                    <a:lnL>
                      <a:noFill/>
                    </a:lnL>
                    <a:lnR>
                      <a:noFill/>
                    </a:lnR>
                    <a:lnT>
                      <a:noFill/>
                    </a:lnT>
                    <a:lnB>
                      <a:noFill/>
                    </a:lnB>
                    <a:noFill/>
                  </a:tcPr>
                </a:tc>
                <a:tc>
                  <a:txBody>
                    <a:bodyPr/>
                    <a:lstStyle/>
                    <a:p>
                      <a:r>
                        <a:rPr lang="en-US" sz="1300">
                          <a:effectLst/>
                        </a:rPr>
                        <a:t>A data type that can hold a 32-bit signed integer </a:t>
                      </a:r>
                    </a:p>
                  </a:txBody>
                  <a:tcPr marL="66944" marR="66944" marT="33472" marB="33472" anchor="ctr">
                    <a:lnL>
                      <a:noFill/>
                    </a:lnL>
                    <a:lnR>
                      <a:noFill/>
                    </a:lnR>
                    <a:lnT>
                      <a:noFill/>
                    </a:lnT>
                    <a:lnB>
                      <a:noFill/>
                    </a:lnB>
                    <a:noFill/>
                  </a:tcPr>
                </a:tc>
                <a:extLst>
                  <a:ext uri="{0D108BD9-81ED-4DB2-BD59-A6C34878D82A}">
                    <a16:rowId xmlns:a16="http://schemas.microsoft.com/office/drawing/2014/main" val="2526052851"/>
                  </a:ext>
                </a:extLst>
              </a:tr>
              <a:tr h="267775">
                <a:tc>
                  <a:txBody>
                    <a:bodyPr/>
                    <a:lstStyle/>
                    <a:p>
                      <a:r>
                        <a:rPr lang="en-US" sz="1300" b="1">
                          <a:effectLst/>
                        </a:rPr>
                        <a:t>interface</a:t>
                      </a:r>
                      <a:endParaRPr lang="en-US" sz="1300">
                        <a:effectLst/>
                      </a:endParaRPr>
                    </a:p>
                  </a:txBody>
                  <a:tcPr marL="66944" marR="66944" marT="33472" marB="33472" anchor="ctr">
                    <a:lnL>
                      <a:noFill/>
                    </a:lnL>
                    <a:lnR>
                      <a:noFill/>
                    </a:lnR>
                    <a:lnT>
                      <a:noFill/>
                    </a:lnT>
                    <a:lnB>
                      <a:noFill/>
                    </a:lnB>
                    <a:noFill/>
                  </a:tcPr>
                </a:tc>
                <a:tc>
                  <a:txBody>
                    <a:bodyPr/>
                    <a:lstStyle/>
                    <a:p>
                      <a:r>
                        <a:rPr lang="en-US" sz="1300">
                          <a:effectLst/>
                        </a:rPr>
                        <a:t>Declares an interface</a:t>
                      </a:r>
                    </a:p>
                  </a:txBody>
                  <a:tcPr marL="66944" marR="66944" marT="33472" marB="33472" anchor="ctr">
                    <a:lnL>
                      <a:noFill/>
                    </a:lnL>
                    <a:lnR>
                      <a:noFill/>
                    </a:lnR>
                    <a:lnT>
                      <a:noFill/>
                    </a:lnT>
                    <a:lnB>
                      <a:noFill/>
                    </a:lnB>
                    <a:noFill/>
                  </a:tcPr>
                </a:tc>
                <a:extLst>
                  <a:ext uri="{0D108BD9-81ED-4DB2-BD59-A6C34878D82A}">
                    <a16:rowId xmlns:a16="http://schemas.microsoft.com/office/drawing/2014/main" val="1221001006"/>
                  </a:ext>
                </a:extLst>
              </a:tr>
              <a:tr h="267775">
                <a:tc>
                  <a:txBody>
                    <a:bodyPr/>
                    <a:lstStyle/>
                    <a:p>
                      <a:r>
                        <a:rPr lang="en-US" sz="1300" b="1">
                          <a:effectLst/>
                        </a:rPr>
                        <a:t>long</a:t>
                      </a:r>
                      <a:endParaRPr lang="en-US" sz="1300">
                        <a:effectLst/>
                      </a:endParaRPr>
                    </a:p>
                  </a:txBody>
                  <a:tcPr marL="66944" marR="66944" marT="33472" marB="33472" anchor="ctr">
                    <a:lnL>
                      <a:noFill/>
                    </a:lnL>
                    <a:lnR>
                      <a:noFill/>
                    </a:lnR>
                    <a:lnT>
                      <a:noFill/>
                    </a:lnT>
                    <a:lnB>
                      <a:noFill/>
                    </a:lnB>
                    <a:noFill/>
                  </a:tcPr>
                </a:tc>
                <a:tc>
                  <a:txBody>
                    <a:bodyPr/>
                    <a:lstStyle/>
                    <a:p>
                      <a:r>
                        <a:rPr lang="en-US" sz="1300" dirty="0">
                          <a:effectLst/>
                        </a:rPr>
                        <a:t>A data type that holds a 64-bit integer</a:t>
                      </a:r>
                    </a:p>
                  </a:txBody>
                  <a:tcPr marL="66944" marR="66944" marT="33472" marB="33472" anchor="ctr">
                    <a:lnL>
                      <a:noFill/>
                    </a:lnL>
                    <a:lnR>
                      <a:noFill/>
                    </a:lnR>
                    <a:lnT>
                      <a:noFill/>
                    </a:lnT>
                    <a:lnB>
                      <a:noFill/>
                    </a:lnB>
                    <a:noFill/>
                  </a:tcPr>
                </a:tc>
                <a:extLst>
                  <a:ext uri="{0D108BD9-81ED-4DB2-BD59-A6C34878D82A}">
                    <a16:rowId xmlns:a16="http://schemas.microsoft.com/office/drawing/2014/main" val="110856905"/>
                  </a:ext>
                </a:extLst>
              </a:tr>
              <a:tr h="468606">
                <a:tc>
                  <a:txBody>
                    <a:bodyPr/>
                    <a:lstStyle/>
                    <a:p>
                      <a:r>
                        <a:rPr lang="en-US" sz="1300" b="1">
                          <a:effectLst/>
                        </a:rPr>
                        <a:t>native</a:t>
                      </a:r>
                      <a:endParaRPr lang="en-US" sz="1300">
                        <a:effectLst/>
                      </a:endParaRPr>
                    </a:p>
                  </a:txBody>
                  <a:tcPr marL="66944" marR="66944" marT="33472" marB="33472" anchor="ctr">
                    <a:lnL>
                      <a:noFill/>
                    </a:lnL>
                    <a:lnR>
                      <a:noFill/>
                    </a:lnR>
                    <a:lnT>
                      <a:noFill/>
                    </a:lnT>
                    <a:lnB>
                      <a:noFill/>
                    </a:lnB>
                    <a:noFill/>
                  </a:tcPr>
                </a:tc>
                <a:tc>
                  <a:txBody>
                    <a:bodyPr/>
                    <a:lstStyle/>
                    <a:p>
                      <a:r>
                        <a:rPr lang="en-US" sz="1300">
                          <a:effectLst/>
                        </a:rPr>
                        <a:t>Specifies that a method is implemented with native (platform-specific) code </a:t>
                      </a:r>
                    </a:p>
                  </a:txBody>
                  <a:tcPr marL="66944" marR="66944" marT="33472" marB="33472" anchor="ctr">
                    <a:lnL>
                      <a:noFill/>
                    </a:lnL>
                    <a:lnR>
                      <a:noFill/>
                    </a:lnR>
                    <a:lnT>
                      <a:noFill/>
                    </a:lnT>
                    <a:lnB>
                      <a:noFill/>
                    </a:lnB>
                    <a:noFill/>
                  </a:tcPr>
                </a:tc>
                <a:extLst>
                  <a:ext uri="{0D108BD9-81ED-4DB2-BD59-A6C34878D82A}">
                    <a16:rowId xmlns:a16="http://schemas.microsoft.com/office/drawing/2014/main" val="3570997980"/>
                  </a:ext>
                </a:extLst>
              </a:tr>
              <a:tr h="267775">
                <a:tc>
                  <a:txBody>
                    <a:bodyPr/>
                    <a:lstStyle/>
                    <a:p>
                      <a:r>
                        <a:rPr lang="en-US" sz="1300" b="1">
                          <a:effectLst/>
                        </a:rPr>
                        <a:t>new</a:t>
                      </a:r>
                      <a:endParaRPr lang="en-US" sz="1300">
                        <a:effectLst/>
                      </a:endParaRPr>
                    </a:p>
                  </a:txBody>
                  <a:tcPr marL="66944" marR="66944" marT="33472" marB="33472" anchor="ctr">
                    <a:lnL>
                      <a:noFill/>
                    </a:lnL>
                    <a:lnR>
                      <a:noFill/>
                    </a:lnR>
                    <a:lnT>
                      <a:noFill/>
                    </a:lnT>
                    <a:lnB>
                      <a:noFill/>
                    </a:lnB>
                    <a:noFill/>
                  </a:tcPr>
                </a:tc>
                <a:tc>
                  <a:txBody>
                    <a:bodyPr/>
                    <a:lstStyle/>
                    <a:p>
                      <a:r>
                        <a:rPr lang="en-US" sz="1300">
                          <a:effectLst/>
                        </a:rPr>
                        <a:t>Creates new objects </a:t>
                      </a:r>
                    </a:p>
                  </a:txBody>
                  <a:tcPr marL="66944" marR="66944" marT="33472" marB="33472" anchor="ctr">
                    <a:lnL>
                      <a:noFill/>
                    </a:lnL>
                    <a:lnR>
                      <a:noFill/>
                    </a:lnR>
                    <a:lnT>
                      <a:noFill/>
                    </a:lnT>
                    <a:lnB>
                      <a:noFill/>
                    </a:lnB>
                    <a:noFill/>
                  </a:tcPr>
                </a:tc>
                <a:extLst>
                  <a:ext uri="{0D108BD9-81ED-4DB2-BD59-A6C34878D82A}">
                    <a16:rowId xmlns:a16="http://schemas.microsoft.com/office/drawing/2014/main" val="2586443795"/>
                  </a:ext>
                </a:extLst>
              </a:tr>
              <a:tr h="468606">
                <a:tc>
                  <a:txBody>
                    <a:bodyPr/>
                    <a:lstStyle/>
                    <a:p>
                      <a:r>
                        <a:rPr lang="en-US" sz="1300" b="1">
                          <a:effectLst/>
                        </a:rPr>
                        <a:t>null</a:t>
                      </a:r>
                      <a:endParaRPr lang="en-US" sz="1300">
                        <a:effectLst/>
                      </a:endParaRPr>
                    </a:p>
                  </a:txBody>
                  <a:tcPr marL="66944" marR="66944" marT="33472" marB="33472" anchor="ctr">
                    <a:lnL>
                      <a:noFill/>
                    </a:lnL>
                    <a:lnR>
                      <a:noFill/>
                    </a:lnR>
                    <a:lnT>
                      <a:noFill/>
                    </a:lnT>
                    <a:lnB>
                      <a:noFill/>
                    </a:lnB>
                    <a:noFill/>
                  </a:tcPr>
                </a:tc>
                <a:tc>
                  <a:txBody>
                    <a:bodyPr/>
                    <a:lstStyle/>
                    <a:p>
                      <a:r>
                        <a:rPr lang="en-US" sz="1300" dirty="0">
                          <a:effectLst/>
                        </a:rPr>
                        <a:t>This indicates that a reference does not refer to anything </a:t>
                      </a:r>
                    </a:p>
                  </a:txBody>
                  <a:tcPr marL="66944" marR="66944" marT="33472" marB="33472" anchor="ctr">
                    <a:lnL>
                      <a:noFill/>
                    </a:lnL>
                    <a:lnR>
                      <a:noFill/>
                    </a:lnR>
                    <a:lnT>
                      <a:noFill/>
                    </a:lnT>
                    <a:lnB>
                      <a:noFill/>
                    </a:lnB>
                    <a:noFill/>
                  </a:tcPr>
                </a:tc>
                <a:extLst>
                  <a:ext uri="{0D108BD9-81ED-4DB2-BD59-A6C34878D82A}">
                    <a16:rowId xmlns:a16="http://schemas.microsoft.com/office/drawing/2014/main" val="3971034850"/>
                  </a:ext>
                </a:extLst>
              </a:tr>
            </a:tbl>
          </a:graphicData>
        </a:graphic>
      </p:graphicFrame>
    </p:spTree>
    <p:extLst>
      <p:ext uri="{BB962C8B-B14F-4D97-AF65-F5344CB8AC3E}">
        <p14:creationId xmlns:p14="http://schemas.microsoft.com/office/powerpoint/2010/main" val="103418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64C0E11-7DE4-D558-C3EF-9B3C7A9BF17D}"/>
              </a:ext>
            </a:extLst>
          </p:cNvPr>
          <p:cNvSpPr>
            <a:spLocks noGrp="1"/>
          </p:cNvSpPr>
          <p:nvPr>
            <p:ph type="title"/>
          </p:nvPr>
        </p:nvSpPr>
        <p:spPr>
          <a:xfrm>
            <a:off x="1280160" y="685800"/>
            <a:ext cx="9137012" cy="765928"/>
          </a:xfrm>
        </p:spPr>
        <p:txBody>
          <a:bodyPr anchor="b">
            <a:normAutofit/>
          </a:bodyPr>
          <a:lstStyle/>
          <a:p>
            <a:r>
              <a:rPr lang="en-US" dirty="0"/>
              <a:t>Java</a:t>
            </a:r>
          </a:p>
        </p:txBody>
      </p:sp>
      <p:sp>
        <p:nvSpPr>
          <p:cNvPr id="3" name="Content Placeholder 2">
            <a:extLst>
              <a:ext uri="{FF2B5EF4-FFF2-40B4-BE49-F238E27FC236}">
                <a16:creationId xmlns:a16="http://schemas.microsoft.com/office/drawing/2014/main" id="{D4418541-7290-F1A9-2357-CA26E074EF45}"/>
              </a:ext>
            </a:extLst>
          </p:cNvPr>
          <p:cNvSpPr>
            <a:spLocks noGrp="1"/>
          </p:cNvSpPr>
          <p:nvPr>
            <p:ph sz="half" idx="2"/>
          </p:nvPr>
        </p:nvSpPr>
        <p:spPr>
          <a:xfrm>
            <a:off x="1280159" y="1649691"/>
            <a:ext cx="10267675" cy="4718323"/>
          </a:xfrm>
        </p:spPr>
        <p:txBody>
          <a:bodyPr>
            <a:normAutofit/>
          </a:bodyPr>
          <a:lstStyle/>
          <a:p>
            <a:pPr marL="285750" indent="-285750">
              <a:buFont typeface="Arial" panose="020B0604020202020204" pitchFamily="34" charset="0"/>
              <a:buChar char="•"/>
            </a:pPr>
            <a:endParaRPr lang="en-US" dirty="0"/>
          </a:p>
          <a:p>
            <a:endParaRPr lang="en-US" dirty="0"/>
          </a:p>
        </p:txBody>
      </p:sp>
      <p:graphicFrame>
        <p:nvGraphicFramePr>
          <p:cNvPr id="2" name="Table 1">
            <a:extLst>
              <a:ext uri="{FF2B5EF4-FFF2-40B4-BE49-F238E27FC236}">
                <a16:creationId xmlns:a16="http://schemas.microsoft.com/office/drawing/2014/main" id="{E32080E9-FAC0-891F-4D0F-574C1513F103}"/>
              </a:ext>
            </a:extLst>
          </p:cNvPr>
          <p:cNvGraphicFramePr>
            <a:graphicFrameLocks noGrp="1"/>
          </p:cNvGraphicFramePr>
          <p:nvPr>
            <p:extLst>
              <p:ext uri="{D42A27DB-BD31-4B8C-83A1-F6EECF244321}">
                <p14:modId xmlns:p14="http://schemas.microsoft.com/office/powerpoint/2010/main" val="3745949180"/>
              </p:ext>
            </p:extLst>
          </p:nvPr>
        </p:nvGraphicFramePr>
        <p:xfrm>
          <a:off x="1818861" y="1825623"/>
          <a:ext cx="9092980" cy="4351342"/>
        </p:xfrm>
        <a:graphic>
          <a:graphicData uri="http://schemas.openxmlformats.org/drawingml/2006/table">
            <a:tbl>
              <a:tblPr/>
              <a:tblGrid>
                <a:gridCol w="4546490">
                  <a:extLst>
                    <a:ext uri="{9D8B030D-6E8A-4147-A177-3AD203B41FA5}">
                      <a16:colId xmlns:a16="http://schemas.microsoft.com/office/drawing/2014/main" val="801981648"/>
                    </a:ext>
                  </a:extLst>
                </a:gridCol>
                <a:gridCol w="4546490">
                  <a:extLst>
                    <a:ext uri="{9D8B030D-6E8A-4147-A177-3AD203B41FA5}">
                      <a16:colId xmlns:a16="http://schemas.microsoft.com/office/drawing/2014/main" val="2496667022"/>
                    </a:ext>
                  </a:extLst>
                </a:gridCol>
              </a:tblGrid>
              <a:tr h="267775">
                <a:tc>
                  <a:txBody>
                    <a:bodyPr/>
                    <a:lstStyle/>
                    <a:p>
                      <a:endParaRPr lang="en-US" sz="1300" dirty="0">
                        <a:effectLst/>
                      </a:endParaRPr>
                    </a:p>
                  </a:txBody>
                  <a:tcPr marL="66944" marR="66944" marT="33472" marB="33472" anchor="ctr">
                    <a:lnL>
                      <a:noFill/>
                    </a:lnL>
                    <a:lnR>
                      <a:noFill/>
                    </a:lnR>
                    <a:lnT>
                      <a:noFill/>
                    </a:lnT>
                    <a:lnB>
                      <a:noFill/>
                    </a:lnB>
                    <a:noFill/>
                  </a:tcPr>
                </a:tc>
                <a:tc>
                  <a:txBody>
                    <a:bodyPr/>
                    <a:lstStyle/>
                    <a:p>
                      <a:endParaRPr lang="en-US" sz="1300">
                        <a:effectLst/>
                      </a:endParaRPr>
                    </a:p>
                  </a:txBody>
                  <a:tcPr marL="66944" marR="66944" marT="33472" marB="33472" anchor="ctr">
                    <a:lnL>
                      <a:noFill/>
                    </a:lnL>
                    <a:lnR>
                      <a:noFill/>
                    </a:lnR>
                    <a:lnT>
                      <a:noFill/>
                    </a:lnT>
                    <a:lnB>
                      <a:noFill/>
                    </a:lnB>
                    <a:noFill/>
                  </a:tcPr>
                </a:tc>
                <a:extLst>
                  <a:ext uri="{0D108BD9-81ED-4DB2-BD59-A6C34878D82A}">
                    <a16:rowId xmlns:a16="http://schemas.microsoft.com/office/drawing/2014/main" val="859000921"/>
                  </a:ext>
                </a:extLst>
              </a:tr>
              <a:tr h="468606">
                <a:tc>
                  <a:txBody>
                    <a:bodyPr/>
                    <a:lstStyle/>
                    <a:p>
                      <a:endParaRPr lang="en-US" sz="1300">
                        <a:effectLst/>
                      </a:endParaRPr>
                    </a:p>
                  </a:txBody>
                  <a:tcPr marL="66944" marR="66944" marT="33472" marB="33472" anchor="ctr">
                    <a:lnL>
                      <a:noFill/>
                    </a:lnL>
                    <a:lnR>
                      <a:noFill/>
                    </a:lnR>
                    <a:lnT>
                      <a:noFill/>
                    </a:lnT>
                    <a:lnB>
                      <a:noFill/>
                    </a:lnB>
                    <a:noFill/>
                  </a:tcPr>
                </a:tc>
                <a:tc>
                  <a:txBody>
                    <a:bodyPr/>
                    <a:lstStyle/>
                    <a:p>
                      <a:endParaRPr lang="en-US" sz="1300">
                        <a:effectLst/>
                      </a:endParaRPr>
                    </a:p>
                  </a:txBody>
                  <a:tcPr marL="66944" marR="66944" marT="33472" marB="33472" anchor="ctr">
                    <a:lnL>
                      <a:noFill/>
                    </a:lnL>
                    <a:lnR>
                      <a:noFill/>
                    </a:lnR>
                    <a:lnT>
                      <a:noFill/>
                    </a:lnT>
                    <a:lnB>
                      <a:noFill/>
                    </a:lnB>
                    <a:noFill/>
                  </a:tcPr>
                </a:tc>
                <a:extLst>
                  <a:ext uri="{0D108BD9-81ED-4DB2-BD59-A6C34878D82A}">
                    <a16:rowId xmlns:a16="http://schemas.microsoft.com/office/drawing/2014/main" val="883069608"/>
                  </a:ext>
                </a:extLst>
              </a:tr>
              <a:tr h="468606">
                <a:tc>
                  <a:txBody>
                    <a:bodyPr/>
                    <a:lstStyle/>
                    <a:p>
                      <a:endParaRPr lang="en-US" sz="1300">
                        <a:effectLst/>
                      </a:endParaRPr>
                    </a:p>
                  </a:txBody>
                  <a:tcPr marL="66944" marR="66944" marT="33472" marB="33472" anchor="ctr">
                    <a:lnL>
                      <a:noFill/>
                    </a:lnL>
                    <a:lnR>
                      <a:noFill/>
                    </a:lnR>
                    <a:lnT>
                      <a:noFill/>
                    </a:lnT>
                    <a:lnB>
                      <a:noFill/>
                    </a:lnB>
                    <a:noFill/>
                  </a:tcPr>
                </a:tc>
                <a:tc>
                  <a:txBody>
                    <a:bodyPr/>
                    <a:lstStyle/>
                    <a:p>
                      <a:endParaRPr lang="en-US" sz="1300" dirty="0">
                        <a:effectLst/>
                      </a:endParaRPr>
                    </a:p>
                  </a:txBody>
                  <a:tcPr marL="66944" marR="66944" marT="33472" marB="33472" anchor="ctr">
                    <a:lnL>
                      <a:noFill/>
                    </a:lnL>
                    <a:lnR>
                      <a:noFill/>
                    </a:lnR>
                    <a:lnT>
                      <a:noFill/>
                    </a:lnT>
                    <a:lnB>
                      <a:noFill/>
                    </a:lnB>
                    <a:noFill/>
                  </a:tcPr>
                </a:tc>
                <a:extLst>
                  <a:ext uri="{0D108BD9-81ED-4DB2-BD59-A6C34878D82A}">
                    <a16:rowId xmlns:a16="http://schemas.microsoft.com/office/drawing/2014/main" val="10280022"/>
                  </a:ext>
                </a:extLst>
              </a:tr>
              <a:tr h="267775">
                <a:tc>
                  <a:txBody>
                    <a:bodyPr/>
                    <a:lstStyle/>
                    <a:p>
                      <a:endParaRPr lang="en-US" sz="1300" dirty="0">
                        <a:effectLst/>
                      </a:endParaRPr>
                    </a:p>
                  </a:txBody>
                  <a:tcPr marL="66944" marR="66944" marT="33472" marB="33472" anchor="ctr">
                    <a:lnL>
                      <a:noFill/>
                    </a:lnL>
                    <a:lnR>
                      <a:noFill/>
                    </a:lnR>
                    <a:lnT>
                      <a:noFill/>
                    </a:lnT>
                    <a:lnB>
                      <a:noFill/>
                    </a:lnB>
                    <a:noFill/>
                  </a:tcPr>
                </a:tc>
                <a:tc>
                  <a:txBody>
                    <a:bodyPr/>
                    <a:lstStyle/>
                    <a:p>
                      <a:endParaRPr lang="en-US" sz="1300">
                        <a:effectLst/>
                      </a:endParaRPr>
                    </a:p>
                  </a:txBody>
                  <a:tcPr marL="66944" marR="66944" marT="33472" marB="33472" anchor="ctr">
                    <a:lnL>
                      <a:noFill/>
                    </a:lnL>
                    <a:lnR>
                      <a:noFill/>
                    </a:lnR>
                    <a:lnT>
                      <a:noFill/>
                    </a:lnT>
                    <a:lnB>
                      <a:noFill/>
                    </a:lnB>
                    <a:noFill/>
                  </a:tcPr>
                </a:tc>
                <a:extLst>
                  <a:ext uri="{0D108BD9-81ED-4DB2-BD59-A6C34878D82A}">
                    <a16:rowId xmlns:a16="http://schemas.microsoft.com/office/drawing/2014/main" val="3269432130"/>
                  </a:ext>
                </a:extLst>
              </a:tr>
              <a:tr h="669437">
                <a:tc>
                  <a:txBody>
                    <a:bodyPr/>
                    <a:lstStyle/>
                    <a:p>
                      <a:endParaRPr lang="en-US" sz="1300" dirty="0">
                        <a:effectLst/>
                      </a:endParaRPr>
                    </a:p>
                  </a:txBody>
                  <a:tcPr marL="66944" marR="66944" marT="33472" marB="33472" anchor="ctr">
                    <a:lnL>
                      <a:noFill/>
                    </a:lnL>
                    <a:lnR>
                      <a:noFill/>
                    </a:lnR>
                    <a:lnT>
                      <a:noFill/>
                    </a:lnT>
                    <a:lnB>
                      <a:noFill/>
                    </a:lnB>
                    <a:noFill/>
                  </a:tcPr>
                </a:tc>
                <a:tc>
                  <a:txBody>
                    <a:bodyPr/>
                    <a:lstStyle/>
                    <a:p>
                      <a:endParaRPr lang="en-US" sz="1300">
                        <a:effectLst/>
                      </a:endParaRPr>
                    </a:p>
                  </a:txBody>
                  <a:tcPr marL="66944" marR="66944" marT="33472" marB="33472" anchor="ctr">
                    <a:lnL>
                      <a:noFill/>
                    </a:lnL>
                    <a:lnR>
                      <a:noFill/>
                    </a:lnR>
                    <a:lnT>
                      <a:noFill/>
                    </a:lnT>
                    <a:lnB>
                      <a:noFill/>
                    </a:lnB>
                    <a:noFill/>
                  </a:tcPr>
                </a:tc>
                <a:extLst>
                  <a:ext uri="{0D108BD9-81ED-4DB2-BD59-A6C34878D82A}">
                    <a16:rowId xmlns:a16="http://schemas.microsoft.com/office/drawing/2014/main" val="2526849301"/>
                  </a:ext>
                </a:extLst>
              </a:tr>
              <a:tr h="468606">
                <a:tc>
                  <a:txBody>
                    <a:bodyPr/>
                    <a:lstStyle/>
                    <a:p>
                      <a:endParaRPr lang="en-US" sz="1300">
                        <a:effectLst/>
                      </a:endParaRPr>
                    </a:p>
                  </a:txBody>
                  <a:tcPr marL="66944" marR="66944" marT="33472" marB="33472" anchor="ctr">
                    <a:lnL>
                      <a:noFill/>
                    </a:lnL>
                    <a:lnR>
                      <a:noFill/>
                    </a:lnR>
                    <a:lnT>
                      <a:noFill/>
                    </a:lnT>
                    <a:lnB>
                      <a:noFill/>
                    </a:lnB>
                    <a:noFill/>
                  </a:tcPr>
                </a:tc>
                <a:tc>
                  <a:txBody>
                    <a:bodyPr/>
                    <a:lstStyle/>
                    <a:p>
                      <a:endParaRPr lang="en-US" sz="1300">
                        <a:effectLst/>
                      </a:endParaRPr>
                    </a:p>
                  </a:txBody>
                  <a:tcPr marL="66944" marR="66944" marT="33472" marB="33472" anchor="ctr">
                    <a:lnL>
                      <a:noFill/>
                    </a:lnL>
                    <a:lnR>
                      <a:noFill/>
                    </a:lnR>
                    <a:lnT>
                      <a:noFill/>
                    </a:lnT>
                    <a:lnB>
                      <a:noFill/>
                    </a:lnB>
                    <a:noFill/>
                  </a:tcPr>
                </a:tc>
                <a:extLst>
                  <a:ext uri="{0D108BD9-81ED-4DB2-BD59-A6C34878D82A}">
                    <a16:rowId xmlns:a16="http://schemas.microsoft.com/office/drawing/2014/main" val="2526052851"/>
                  </a:ext>
                </a:extLst>
              </a:tr>
              <a:tr h="267775">
                <a:tc>
                  <a:txBody>
                    <a:bodyPr/>
                    <a:lstStyle/>
                    <a:p>
                      <a:endParaRPr lang="en-US" sz="1300">
                        <a:effectLst/>
                      </a:endParaRPr>
                    </a:p>
                  </a:txBody>
                  <a:tcPr marL="66944" marR="66944" marT="33472" marB="33472" anchor="ctr">
                    <a:lnL>
                      <a:noFill/>
                    </a:lnL>
                    <a:lnR>
                      <a:noFill/>
                    </a:lnR>
                    <a:lnT>
                      <a:noFill/>
                    </a:lnT>
                    <a:lnB>
                      <a:noFill/>
                    </a:lnB>
                    <a:noFill/>
                  </a:tcPr>
                </a:tc>
                <a:tc>
                  <a:txBody>
                    <a:bodyPr/>
                    <a:lstStyle/>
                    <a:p>
                      <a:endParaRPr lang="en-US" sz="1300">
                        <a:effectLst/>
                      </a:endParaRPr>
                    </a:p>
                  </a:txBody>
                  <a:tcPr marL="66944" marR="66944" marT="33472" marB="33472" anchor="ctr">
                    <a:lnL>
                      <a:noFill/>
                    </a:lnL>
                    <a:lnR>
                      <a:noFill/>
                    </a:lnR>
                    <a:lnT>
                      <a:noFill/>
                    </a:lnT>
                    <a:lnB>
                      <a:noFill/>
                    </a:lnB>
                    <a:noFill/>
                  </a:tcPr>
                </a:tc>
                <a:extLst>
                  <a:ext uri="{0D108BD9-81ED-4DB2-BD59-A6C34878D82A}">
                    <a16:rowId xmlns:a16="http://schemas.microsoft.com/office/drawing/2014/main" val="1221001006"/>
                  </a:ext>
                </a:extLst>
              </a:tr>
              <a:tr h="267775">
                <a:tc>
                  <a:txBody>
                    <a:bodyPr/>
                    <a:lstStyle/>
                    <a:p>
                      <a:endParaRPr lang="en-US" sz="1300">
                        <a:effectLst/>
                      </a:endParaRPr>
                    </a:p>
                  </a:txBody>
                  <a:tcPr marL="66944" marR="66944" marT="33472" marB="33472" anchor="ctr">
                    <a:lnL>
                      <a:noFill/>
                    </a:lnL>
                    <a:lnR>
                      <a:noFill/>
                    </a:lnR>
                    <a:lnT>
                      <a:noFill/>
                    </a:lnT>
                    <a:lnB>
                      <a:noFill/>
                    </a:lnB>
                    <a:noFill/>
                  </a:tcPr>
                </a:tc>
                <a:tc>
                  <a:txBody>
                    <a:bodyPr/>
                    <a:lstStyle/>
                    <a:p>
                      <a:endParaRPr lang="en-US" sz="1300">
                        <a:effectLst/>
                      </a:endParaRPr>
                    </a:p>
                  </a:txBody>
                  <a:tcPr marL="66944" marR="66944" marT="33472" marB="33472" anchor="ctr">
                    <a:lnL>
                      <a:noFill/>
                    </a:lnL>
                    <a:lnR>
                      <a:noFill/>
                    </a:lnR>
                    <a:lnT>
                      <a:noFill/>
                    </a:lnT>
                    <a:lnB>
                      <a:noFill/>
                    </a:lnB>
                    <a:noFill/>
                  </a:tcPr>
                </a:tc>
                <a:extLst>
                  <a:ext uri="{0D108BD9-81ED-4DB2-BD59-A6C34878D82A}">
                    <a16:rowId xmlns:a16="http://schemas.microsoft.com/office/drawing/2014/main" val="110856905"/>
                  </a:ext>
                </a:extLst>
              </a:tr>
              <a:tr h="468606">
                <a:tc>
                  <a:txBody>
                    <a:bodyPr/>
                    <a:lstStyle/>
                    <a:p>
                      <a:endParaRPr lang="en-US" sz="1300">
                        <a:effectLst/>
                      </a:endParaRPr>
                    </a:p>
                  </a:txBody>
                  <a:tcPr marL="66944" marR="66944" marT="33472" marB="33472" anchor="ctr">
                    <a:lnL>
                      <a:noFill/>
                    </a:lnL>
                    <a:lnR>
                      <a:noFill/>
                    </a:lnR>
                    <a:lnT>
                      <a:noFill/>
                    </a:lnT>
                    <a:lnB>
                      <a:noFill/>
                    </a:lnB>
                    <a:noFill/>
                  </a:tcPr>
                </a:tc>
                <a:tc>
                  <a:txBody>
                    <a:bodyPr/>
                    <a:lstStyle/>
                    <a:p>
                      <a:endParaRPr lang="en-US" sz="1300">
                        <a:effectLst/>
                      </a:endParaRPr>
                    </a:p>
                  </a:txBody>
                  <a:tcPr marL="66944" marR="66944" marT="33472" marB="33472" anchor="ctr">
                    <a:lnL>
                      <a:noFill/>
                    </a:lnL>
                    <a:lnR>
                      <a:noFill/>
                    </a:lnR>
                    <a:lnT>
                      <a:noFill/>
                    </a:lnT>
                    <a:lnB>
                      <a:noFill/>
                    </a:lnB>
                    <a:noFill/>
                  </a:tcPr>
                </a:tc>
                <a:extLst>
                  <a:ext uri="{0D108BD9-81ED-4DB2-BD59-A6C34878D82A}">
                    <a16:rowId xmlns:a16="http://schemas.microsoft.com/office/drawing/2014/main" val="3570997980"/>
                  </a:ext>
                </a:extLst>
              </a:tr>
              <a:tr h="267775">
                <a:tc>
                  <a:txBody>
                    <a:bodyPr/>
                    <a:lstStyle/>
                    <a:p>
                      <a:endParaRPr lang="en-US" sz="1300">
                        <a:effectLst/>
                      </a:endParaRPr>
                    </a:p>
                  </a:txBody>
                  <a:tcPr marL="66944" marR="66944" marT="33472" marB="33472" anchor="ctr">
                    <a:lnL>
                      <a:noFill/>
                    </a:lnL>
                    <a:lnR>
                      <a:noFill/>
                    </a:lnR>
                    <a:lnT>
                      <a:noFill/>
                    </a:lnT>
                    <a:lnB>
                      <a:noFill/>
                    </a:lnB>
                    <a:noFill/>
                  </a:tcPr>
                </a:tc>
                <a:tc>
                  <a:txBody>
                    <a:bodyPr/>
                    <a:lstStyle/>
                    <a:p>
                      <a:endParaRPr lang="en-US" sz="1300">
                        <a:effectLst/>
                      </a:endParaRPr>
                    </a:p>
                  </a:txBody>
                  <a:tcPr marL="66944" marR="66944" marT="33472" marB="33472" anchor="ctr">
                    <a:lnL>
                      <a:noFill/>
                    </a:lnL>
                    <a:lnR>
                      <a:noFill/>
                    </a:lnR>
                    <a:lnT>
                      <a:noFill/>
                    </a:lnT>
                    <a:lnB>
                      <a:noFill/>
                    </a:lnB>
                    <a:noFill/>
                  </a:tcPr>
                </a:tc>
                <a:extLst>
                  <a:ext uri="{0D108BD9-81ED-4DB2-BD59-A6C34878D82A}">
                    <a16:rowId xmlns:a16="http://schemas.microsoft.com/office/drawing/2014/main" val="2586443795"/>
                  </a:ext>
                </a:extLst>
              </a:tr>
              <a:tr h="468606">
                <a:tc>
                  <a:txBody>
                    <a:bodyPr/>
                    <a:lstStyle/>
                    <a:p>
                      <a:endParaRPr lang="en-US" sz="1300">
                        <a:effectLst/>
                      </a:endParaRPr>
                    </a:p>
                  </a:txBody>
                  <a:tcPr marL="66944" marR="66944" marT="33472" marB="33472" anchor="ctr">
                    <a:lnL>
                      <a:noFill/>
                    </a:lnL>
                    <a:lnR>
                      <a:noFill/>
                    </a:lnR>
                    <a:lnT>
                      <a:noFill/>
                    </a:lnT>
                    <a:lnB>
                      <a:noFill/>
                    </a:lnB>
                    <a:noFill/>
                  </a:tcPr>
                </a:tc>
                <a:tc>
                  <a:txBody>
                    <a:bodyPr/>
                    <a:lstStyle/>
                    <a:p>
                      <a:endParaRPr lang="en-US" sz="1300" dirty="0">
                        <a:effectLst/>
                      </a:endParaRPr>
                    </a:p>
                  </a:txBody>
                  <a:tcPr marL="66944" marR="66944" marT="33472" marB="33472" anchor="ctr">
                    <a:lnL>
                      <a:noFill/>
                    </a:lnL>
                    <a:lnR>
                      <a:noFill/>
                    </a:lnR>
                    <a:lnT>
                      <a:noFill/>
                    </a:lnT>
                    <a:lnB>
                      <a:noFill/>
                    </a:lnB>
                    <a:noFill/>
                  </a:tcPr>
                </a:tc>
                <a:extLst>
                  <a:ext uri="{0D108BD9-81ED-4DB2-BD59-A6C34878D82A}">
                    <a16:rowId xmlns:a16="http://schemas.microsoft.com/office/drawing/2014/main" val="3971034850"/>
                  </a:ext>
                </a:extLst>
              </a:tr>
            </a:tbl>
          </a:graphicData>
        </a:graphic>
      </p:graphicFrame>
      <p:graphicFrame>
        <p:nvGraphicFramePr>
          <p:cNvPr id="4" name="Table 3">
            <a:extLst>
              <a:ext uri="{FF2B5EF4-FFF2-40B4-BE49-F238E27FC236}">
                <a16:creationId xmlns:a16="http://schemas.microsoft.com/office/drawing/2014/main" id="{F6F768F5-C438-9502-0767-7848AA6633C0}"/>
              </a:ext>
            </a:extLst>
          </p:cNvPr>
          <p:cNvGraphicFramePr>
            <a:graphicFrameLocks noGrp="1"/>
          </p:cNvGraphicFramePr>
          <p:nvPr>
            <p:extLst>
              <p:ext uri="{D42A27DB-BD31-4B8C-83A1-F6EECF244321}">
                <p14:modId xmlns:p14="http://schemas.microsoft.com/office/powerpoint/2010/main" val="3591629972"/>
              </p:ext>
            </p:extLst>
          </p:nvPr>
        </p:nvGraphicFramePr>
        <p:xfrm>
          <a:off x="1280158" y="1825625"/>
          <a:ext cx="8288048" cy="4734728"/>
        </p:xfrm>
        <a:graphic>
          <a:graphicData uri="http://schemas.openxmlformats.org/drawingml/2006/table">
            <a:tbl>
              <a:tblPr/>
              <a:tblGrid>
                <a:gridCol w="4144024">
                  <a:extLst>
                    <a:ext uri="{9D8B030D-6E8A-4147-A177-3AD203B41FA5}">
                      <a16:colId xmlns:a16="http://schemas.microsoft.com/office/drawing/2014/main" val="457968013"/>
                    </a:ext>
                  </a:extLst>
                </a:gridCol>
                <a:gridCol w="4144024">
                  <a:extLst>
                    <a:ext uri="{9D8B030D-6E8A-4147-A177-3AD203B41FA5}">
                      <a16:colId xmlns:a16="http://schemas.microsoft.com/office/drawing/2014/main" val="1621279324"/>
                    </a:ext>
                  </a:extLst>
                </a:gridCol>
              </a:tblGrid>
              <a:tr h="191268">
                <a:tc>
                  <a:txBody>
                    <a:bodyPr/>
                    <a:lstStyle/>
                    <a:p>
                      <a:r>
                        <a:rPr lang="en-US" sz="1200" b="1">
                          <a:effectLst/>
                        </a:rPr>
                        <a:t>package</a:t>
                      </a:r>
                      <a:endParaRPr lang="en-US" sz="1200">
                        <a:effectLst/>
                      </a:endParaRPr>
                    </a:p>
                  </a:txBody>
                  <a:tcPr marL="47817" marR="47817" marT="23908" marB="23908" anchor="ctr">
                    <a:lnL>
                      <a:noFill/>
                    </a:lnL>
                    <a:lnR>
                      <a:noFill/>
                    </a:lnR>
                    <a:lnT>
                      <a:noFill/>
                    </a:lnT>
                    <a:lnB>
                      <a:noFill/>
                    </a:lnB>
                    <a:noFill/>
                  </a:tcPr>
                </a:tc>
                <a:tc>
                  <a:txBody>
                    <a:bodyPr/>
                    <a:lstStyle/>
                    <a:p>
                      <a:r>
                        <a:rPr lang="en-US" sz="1200">
                          <a:effectLst/>
                        </a:rPr>
                        <a:t>Declares a Java package</a:t>
                      </a:r>
                    </a:p>
                  </a:txBody>
                  <a:tcPr marL="47817" marR="47817" marT="23908" marB="23908" anchor="ctr">
                    <a:lnL>
                      <a:noFill/>
                    </a:lnL>
                    <a:lnR>
                      <a:noFill/>
                    </a:lnR>
                    <a:lnT>
                      <a:noFill/>
                    </a:lnT>
                    <a:lnB>
                      <a:noFill/>
                    </a:lnB>
                    <a:noFill/>
                  </a:tcPr>
                </a:tc>
                <a:extLst>
                  <a:ext uri="{0D108BD9-81ED-4DB2-BD59-A6C34878D82A}">
                    <a16:rowId xmlns:a16="http://schemas.microsoft.com/office/drawing/2014/main" val="3670496667"/>
                  </a:ext>
                </a:extLst>
              </a:tr>
              <a:tr h="478169">
                <a:tc>
                  <a:txBody>
                    <a:bodyPr/>
                    <a:lstStyle/>
                    <a:p>
                      <a:r>
                        <a:rPr lang="en-US" sz="1200" b="1">
                          <a:effectLst/>
                        </a:rPr>
                        <a:t>private</a:t>
                      </a:r>
                      <a:endParaRPr lang="en-US" sz="1200">
                        <a:effectLst/>
                      </a:endParaRPr>
                    </a:p>
                  </a:txBody>
                  <a:tcPr marL="47817" marR="47817" marT="23908" marB="23908" anchor="ctr">
                    <a:lnL>
                      <a:noFill/>
                    </a:lnL>
                    <a:lnR>
                      <a:noFill/>
                    </a:lnR>
                    <a:lnT>
                      <a:noFill/>
                    </a:lnT>
                    <a:lnB>
                      <a:noFill/>
                    </a:lnB>
                    <a:noFill/>
                  </a:tcPr>
                </a:tc>
                <a:tc>
                  <a:txBody>
                    <a:bodyPr/>
                    <a:lstStyle/>
                    <a:p>
                      <a:r>
                        <a:rPr lang="en-US" sz="1200">
                          <a:effectLst/>
                        </a:rPr>
                        <a:t>An access specifier indicating that a method or variable may be accessed only in the class it’s declared in</a:t>
                      </a:r>
                    </a:p>
                  </a:txBody>
                  <a:tcPr marL="47817" marR="47817" marT="23908" marB="23908" anchor="ctr">
                    <a:lnL>
                      <a:noFill/>
                    </a:lnL>
                    <a:lnR>
                      <a:noFill/>
                    </a:lnR>
                    <a:lnT>
                      <a:noFill/>
                    </a:lnT>
                    <a:lnB>
                      <a:noFill/>
                    </a:lnB>
                    <a:noFill/>
                  </a:tcPr>
                </a:tc>
                <a:extLst>
                  <a:ext uri="{0D108BD9-81ED-4DB2-BD59-A6C34878D82A}">
                    <a16:rowId xmlns:a16="http://schemas.microsoft.com/office/drawing/2014/main" val="75693066"/>
                  </a:ext>
                </a:extLst>
              </a:tr>
              <a:tr h="765070">
                <a:tc>
                  <a:txBody>
                    <a:bodyPr/>
                    <a:lstStyle/>
                    <a:p>
                      <a:r>
                        <a:rPr lang="en-US" sz="1200" b="1">
                          <a:effectLst/>
                        </a:rPr>
                        <a:t>protected</a:t>
                      </a:r>
                      <a:endParaRPr lang="en-US" sz="1200">
                        <a:effectLst/>
                      </a:endParaRPr>
                    </a:p>
                  </a:txBody>
                  <a:tcPr marL="47817" marR="47817" marT="23908" marB="23908" anchor="ctr">
                    <a:lnL>
                      <a:noFill/>
                    </a:lnL>
                    <a:lnR>
                      <a:noFill/>
                    </a:lnR>
                    <a:lnT>
                      <a:noFill/>
                    </a:lnT>
                    <a:lnB>
                      <a:noFill/>
                    </a:lnB>
                    <a:noFill/>
                  </a:tcPr>
                </a:tc>
                <a:tc>
                  <a:txBody>
                    <a:bodyPr/>
                    <a:lstStyle/>
                    <a:p>
                      <a:r>
                        <a:rPr lang="en-US" sz="1200">
                          <a:effectLst/>
                        </a:rPr>
                        <a:t>An access specifier indicating that a method or variable may only be accessed in the class it’s declared in (or a subclass of the class it’s declared in or other classes in the same package)</a:t>
                      </a:r>
                    </a:p>
                  </a:txBody>
                  <a:tcPr marL="47817" marR="47817" marT="23908" marB="23908" anchor="ctr">
                    <a:lnL>
                      <a:noFill/>
                    </a:lnL>
                    <a:lnR>
                      <a:noFill/>
                    </a:lnR>
                    <a:lnT>
                      <a:noFill/>
                    </a:lnT>
                    <a:lnB>
                      <a:noFill/>
                    </a:lnB>
                    <a:noFill/>
                  </a:tcPr>
                </a:tc>
                <a:extLst>
                  <a:ext uri="{0D108BD9-81ED-4DB2-BD59-A6C34878D82A}">
                    <a16:rowId xmlns:a16="http://schemas.microsoft.com/office/drawing/2014/main" val="924167467"/>
                  </a:ext>
                </a:extLst>
              </a:tr>
              <a:tr h="765070">
                <a:tc>
                  <a:txBody>
                    <a:bodyPr/>
                    <a:lstStyle/>
                    <a:p>
                      <a:r>
                        <a:rPr lang="en-US" sz="1200" b="1">
                          <a:effectLst/>
                        </a:rPr>
                        <a:t>public</a:t>
                      </a:r>
                      <a:endParaRPr lang="en-US" sz="1200">
                        <a:effectLst/>
                      </a:endParaRPr>
                    </a:p>
                  </a:txBody>
                  <a:tcPr marL="47817" marR="47817" marT="23908" marB="23908" anchor="ctr">
                    <a:lnL>
                      <a:noFill/>
                    </a:lnL>
                    <a:lnR>
                      <a:noFill/>
                    </a:lnR>
                    <a:lnT>
                      <a:noFill/>
                    </a:lnT>
                    <a:lnB>
                      <a:noFill/>
                    </a:lnB>
                    <a:noFill/>
                  </a:tcPr>
                </a:tc>
                <a:tc>
                  <a:txBody>
                    <a:bodyPr/>
                    <a:lstStyle/>
                    <a:p>
                      <a:r>
                        <a:rPr lang="en-US" sz="1200">
                          <a:effectLst/>
                        </a:rPr>
                        <a:t>An access specifier used for classes, interfaces, methods, and variables indicating that an item is accessible throughout the application (or where the class that defines it is accessible)</a:t>
                      </a:r>
                    </a:p>
                  </a:txBody>
                  <a:tcPr marL="47817" marR="47817" marT="23908" marB="23908" anchor="ctr">
                    <a:lnL>
                      <a:noFill/>
                    </a:lnL>
                    <a:lnR>
                      <a:noFill/>
                    </a:lnR>
                    <a:lnT>
                      <a:noFill/>
                    </a:lnT>
                    <a:lnB>
                      <a:noFill/>
                    </a:lnB>
                    <a:noFill/>
                  </a:tcPr>
                </a:tc>
                <a:extLst>
                  <a:ext uri="{0D108BD9-81ED-4DB2-BD59-A6C34878D82A}">
                    <a16:rowId xmlns:a16="http://schemas.microsoft.com/office/drawing/2014/main" val="77417341"/>
                  </a:ext>
                </a:extLst>
              </a:tr>
              <a:tr h="334718">
                <a:tc>
                  <a:txBody>
                    <a:bodyPr/>
                    <a:lstStyle/>
                    <a:p>
                      <a:r>
                        <a:rPr lang="en-US" sz="1200" b="1" dirty="0">
                          <a:effectLst/>
                        </a:rPr>
                        <a:t>return</a:t>
                      </a:r>
                      <a:endParaRPr lang="en-US" sz="1200" dirty="0">
                        <a:effectLst/>
                      </a:endParaRPr>
                    </a:p>
                  </a:txBody>
                  <a:tcPr marL="47817" marR="47817" marT="23908" marB="23908" anchor="ctr">
                    <a:lnL>
                      <a:noFill/>
                    </a:lnL>
                    <a:lnR>
                      <a:noFill/>
                    </a:lnR>
                    <a:lnT>
                      <a:noFill/>
                    </a:lnT>
                    <a:lnB>
                      <a:noFill/>
                    </a:lnB>
                    <a:noFill/>
                  </a:tcPr>
                </a:tc>
                <a:tc>
                  <a:txBody>
                    <a:bodyPr/>
                    <a:lstStyle/>
                    <a:p>
                      <a:r>
                        <a:rPr lang="en-US" sz="1200">
                          <a:effectLst/>
                        </a:rPr>
                        <a:t>Sends control and possibly a return value back from a called method </a:t>
                      </a:r>
                    </a:p>
                  </a:txBody>
                  <a:tcPr marL="47817" marR="47817" marT="23908" marB="23908" anchor="ctr">
                    <a:lnL>
                      <a:noFill/>
                    </a:lnL>
                    <a:lnR>
                      <a:noFill/>
                    </a:lnR>
                    <a:lnT>
                      <a:noFill/>
                    </a:lnT>
                    <a:lnB>
                      <a:noFill/>
                    </a:lnB>
                    <a:noFill/>
                  </a:tcPr>
                </a:tc>
                <a:extLst>
                  <a:ext uri="{0D108BD9-81ED-4DB2-BD59-A6C34878D82A}">
                    <a16:rowId xmlns:a16="http://schemas.microsoft.com/office/drawing/2014/main" val="3455057027"/>
                  </a:ext>
                </a:extLst>
              </a:tr>
              <a:tr h="191268">
                <a:tc>
                  <a:txBody>
                    <a:bodyPr/>
                    <a:lstStyle/>
                    <a:p>
                      <a:r>
                        <a:rPr lang="en-US" sz="1200" b="1">
                          <a:effectLst/>
                        </a:rPr>
                        <a:t>short</a:t>
                      </a:r>
                      <a:endParaRPr lang="en-US" sz="1200">
                        <a:effectLst/>
                      </a:endParaRPr>
                    </a:p>
                  </a:txBody>
                  <a:tcPr marL="47817" marR="47817" marT="23908" marB="23908" anchor="ctr">
                    <a:lnL>
                      <a:noFill/>
                    </a:lnL>
                    <a:lnR>
                      <a:noFill/>
                    </a:lnR>
                    <a:lnT>
                      <a:noFill/>
                    </a:lnT>
                    <a:lnB>
                      <a:noFill/>
                    </a:lnB>
                    <a:noFill/>
                  </a:tcPr>
                </a:tc>
                <a:tc>
                  <a:txBody>
                    <a:bodyPr/>
                    <a:lstStyle/>
                    <a:p>
                      <a:r>
                        <a:rPr lang="en-US" sz="1200">
                          <a:effectLst/>
                        </a:rPr>
                        <a:t>A data type that can hold a 16-bit integer </a:t>
                      </a:r>
                    </a:p>
                  </a:txBody>
                  <a:tcPr marL="47817" marR="47817" marT="23908" marB="23908" anchor="ctr">
                    <a:lnL>
                      <a:noFill/>
                    </a:lnL>
                    <a:lnR>
                      <a:noFill/>
                    </a:lnR>
                    <a:lnT>
                      <a:noFill/>
                    </a:lnT>
                    <a:lnB>
                      <a:noFill/>
                    </a:lnB>
                    <a:noFill/>
                  </a:tcPr>
                </a:tc>
                <a:extLst>
                  <a:ext uri="{0D108BD9-81ED-4DB2-BD59-A6C34878D82A}">
                    <a16:rowId xmlns:a16="http://schemas.microsoft.com/office/drawing/2014/main" val="4060579765"/>
                  </a:ext>
                </a:extLst>
              </a:tr>
              <a:tr h="478169">
                <a:tc>
                  <a:txBody>
                    <a:bodyPr/>
                    <a:lstStyle/>
                    <a:p>
                      <a:r>
                        <a:rPr lang="en-US" sz="1200" b="1">
                          <a:effectLst/>
                        </a:rPr>
                        <a:t>static</a:t>
                      </a:r>
                      <a:endParaRPr lang="en-US" sz="1200">
                        <a:effectLst/>
                      </a:endParaRPr>
                    </a:p>
                  </a:txBody>
                  <a:tcPr marL="47817" marR="47817" marT="23908" marB="23908" anchor="ctr">
                    <a:lnL>
                      <a:noFill/>
                    </a:lnL>
                    <a:lnR>
                      <a:noFill/>
                    </a:lnR>
                    <a:lnT>
                      <a:noFill/>
                    </a:lnT>
                    <a:lnB>
                      <a:noFill/>
                    </a:lnB>
                    <a:noFill/>
                  </a:tcPr>
                </a:tc>
                <a:tc>
                  <a:txBody>
                    <a:bodyPr/>
                    <a:lstStyle/>
                    <a:p>
                      <a:r>
                        <a:rPr lang="en-US" sz="1200">
                          <a:effectLst/>
                        </a:rPr>
                        <a:t>Indicates that a variable or method is a class method (rather than being limited to one particular object)</a:t>
                      </a:r>
                    </a:p>
                  </a:txBody>
                  <a:tcPr marL="47817" marR="47817" marT="23908" marB="23908" anchor="ctr">
                    <a:lnL>
                      <a:noFill/>
                    </a:lnL>
                    <a:lnR>
                      <a:noFill/>
                    </a:lnR>
                    <a:lnT>
                      <a:noFill/>
                    </a:lnT>
                    <a:lnB>
                      <a:noFill/>
                    </a:lnB>
                    <a:noFill/>
                  </a:tcPr>
                </a:tc>
                <a:extLst>
                  <a:ext uri="{0D108BD9-81ED-4DB2-BD59-A6C34878D82A}">
                    <a16:rowId xmlns:a16="http://schemas.microsoft.com/office/drawing/2014/main" val="3643439943"/>
                  </a:ext>
                </a:extLst>
              </a:tr>
              <a:tr h="478169">
                <a:tc>
                  <a:txBody>
                    <a:bodyPr/>
                    <a:lstStyle/>
                    <a:p>
                      <a:r>
                        <a:rPr lang="en-US" sz="1200" b="1">
                          <a:effectLst/>
                        </a:rPr>
                        <a:t>strictfp</a:t>
                      </a:r>
                      <a:endParaRPr lang="en-US" sz="1200">
                        <a:effectLst/>
                      </a:endParaRPr>
                    </a:p>
                  </a:txBody>
                  <a:tcPr marL="47817" marR="47817" marT="23908" marB="23908" anchor="ctr">
                    <a:lnL>
                      <a:noFill/>
                    </a:lnL>
                    <a:lnR>
                      <a:noFill/>
                    </a:lnR>
                    <a:lnT>
                      <a:noFill/>
                    </a:lnT>
                    <a:lnB>
                      <a:noFill/>
                    </a:lnB>
                    <a:noFill/>
                  </a:tcPr>
                </a:tc>
                <a:tc>
                  <a:txBody>
                    <a:bodyPr/>
                    <a:lstStyle/>
                    <a:p>
                      <a:r>
                        <a:rPr lang="en-US" sz="1200">
                          <a:effectLst/>
                        </a:rPr>
                        <a:t>A Java keyword is used to restrict the precision and rounding of floating-point calculations to ensure portability.</a:t>
                      </a:r>
                    </a:p>
                  </a:txBody>
                  <a:tcPr marL="47817" marR="47817" marT="23908" marB="23908" anchor="ctr">
                    <a:lnL>
                      <a:noFill/>
                    </a:lnL>
                    <a:lnR>
                      <a:noFill/>
                    </a:lnR>
                    <a:lnT>
                      <a:noFill/>
                    </a:lnT>
                    <a:lnB>
                      <a:noFill/>
                    </a:lnB>
                    <a:noFill/>
                  </a:tcPr>
                </a:tc>
                <a:extLst>
                  <a:ext uri="{0D108BD9-81ED-4DB2-BD59-A6C34878D82A}">
                    <a16:rowId xmlns:a16="http://schemas.microsoft.com/office/drawing/2014/main" val="3548774970"/>
                  </a:ext>
                </a:extLst>
              </a:tr>
              <a:tr h="334718">
                <a:tc>
                  <a:txBody>
                    <a:bodyPr/>
                    <a:lstStyle/>
                    <a:p>
                      <a:r>
                        <a:rPr lang="en-US" sz="1200" b="1">
                          <a:effectLst/>
                        </a:rPr>
                        <a:t>super</a:t>
                      </a:r>
                      <a:endParaRPr lang="en-US" sz="1200">
                        <a:effectLst/>
                      </a:endParaRPr>
                    </a:p>
                  </a:txBody>
                  <a:tcPr marL="47817" marR="47817" marT="23908" marB="23908" anchor="ctr">
                    <a:lnL>
                      <a:noFill/>
                    </a:lnL>
                    <a:lnR>
                      <a:noFill/>
                    </a:lnR>
                    <a:lnT>
                      <a:noFill/>
                    </a:lnT>
                    <a:lnB>
                      <a:noFill/>
                    </a:lnB>
                    <a:noFill/>
                  </a:tcPr>
                </a:tc>
                <a:tc>
                  <a:txBody>
                    <a:bodyPr/>
                    <a:lstStyle/>
                    <a:p>
                      <a:r>
                        <a:rPr lang="en-US" sz="1200">
                          <a:effectLst/>
                        </a:rPr>
                        <a:t>Refers to a class’s base class (used in a method or class constructor) </a:t>
                      </a:r>
                    </a:p>
                  </a:txBody>
                  <a:tcPr marL="47817" marR="47817" marT="23908" marB="23908" anchor="ctr">
                    <a:lnL>
                      <a:noFill/>
                    </a:lnL>
                    <a:lnR>
                      <a:noFill/>
                    </a:lnR>
                    <a:lnT>
                      <a:noFill/>
                    </a:lnT>
                    <a:lnB>
                      <a:noFill/>
                    </a:lnB>
                    <a:noFill/>
                  </a:tcPr>
                </a:tc>
                <a:extLst>
                  <a:ext uri="{0D108BD9-81ED-4DB2-BD59-A6C34878D82A}">
                    <a16:rowId xmlns:a16="http://schemas.microsoft.com/office/drawing/2014/main" val="8543956"/>
                  </a:ext>
                </a:extLst>
              </a:tr>
              <a:tr h="334718">
                <a:tc>
                  <a:txBody>
                    <a:bodyPr/>
                    <a:lstStyle/>
                    <a:p>
                      <a:r>
                        <a:rPr lang="en-US" sz="1200" b="1">
                          <a:effectLst/>
                        </a:rPr>
                        <a:t>switch</a:t>
                      </a:r>
                      <a:endParaRPr lang="en-US" sz="1200">
                        <a:effectLst/>
                      </a:endParaRPr>
                    </a:p>
                  </a:txBody>
                  <a:tcPr marL="47817" marR="47817" marT="23908" marB="23908" anchor="ctr">
                    <a:lnL>
                      <a:noFill/>
                    </a:lnL>
                    <a:lnR>
                      <a:noFill/>
                    </a:lnR>
                    <a:lnT>
                      <a:noFill/>
                    </a:lnT>
                    <a:lnB>
                      <a:noFill/>
                    </a:lnB>
                    <a:noFill/>
                  </a:tcPr>
                </a:tc>
                <a:tc>
                  <a:txBody>
                    <a:bodyPr/>
                    <a:lstStyle/>
                    <a:p>
                      <a:r>
                        <a:rPr lang="en-US" sz="1200" dirty="0">
                          <a:effectLst/>
                        </a:rPr>
                        <a:t>A statement that executes code based on a test value </a:t>
                      </a:r>
                    </a:p>
                  </a:txBody>
                  <a:tcPr marL="47817" marR="47817" marT="23908" marB="23908" anchor="ctr">
                    <a:lnL>
                      <a:noFill/>
                    </a:lnL>
                    <a:lnR>
                      <a:noFill/>
                    </a:lnR>
                    <a:lnT>
                      <a:noFill/>
                    </a:lnT>
                    <a:lnB>
                      <a:noFill/>
                    </a:lnB>
                    <a:noFill/>
                  </a:tcPr>
                </a:tc>
                <a:extLst>
                  <a:ext uri="{0D108BD9-81ED-4DB2-BD59-A6C34878D82A}">
                    <a16:rowId xmlns:a16="http://schemas.microsoft.com/office/drawing/2014/main" val="2797192768"/>
                  </a:ext>
                </a:extLst>
              </a:tr>
            </a:tbl>
          </a:graphicData>
        </a:graphic>
      </p:graphicFrame>
    </p:spTree>
    <p:extLst>
      <p:ext uri="{BB962C8B-B14F-4D97-AF65-F5344CB8AC3E}">
        <p14:creationId xmlns:p14="http://schemas.microsoft.com/office/powerpoint/2010/main" val="26967573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64C0E11-7DE4-D558-C3EF-9B3C7A9BF17D}"/>
              </a:ext>
            </a:extLst>
          </p:cNvPr>
          <p:cNvSpPr>
            <a:spLocks noGrp="1"/>
          </p:cNvSpPr>
          <p:nvPr>
            <p:ph type="title"/>
          </p:nvPr>
        </p:nvSpPr>
        <p:spPr>
          <a:xfrm>
            <a:off x="1280160" y="685800"/>
            <a:ext cx="9137012" cy="765928"/>
          </a:xfrm>
        </p:spPr>
        <p:txBody>
          <a:bodyPr anchor="b">
            <a:normAutofit/>
          </a:bodyPr>
          <a:lstStyle/>
          <a:p>
            <a:r>
              <a:rPr lang="en-US" dirty="0"/>
              <a:t>Java</a:t>
            </a:r>
          </a:p>
        </p:txBody>
      </p:sp>
      <p:sp>
        <p:nvSpPr>
          <p:cNvPr id="3" name="Content Placeholder 2">
            <a:extLst>
              <a:ext uri="{FF2B5EF4-FFF2-40B4-BE49-F238E27FC236}">
                <a16:creationId xmlns:a16="http://schemas.microsoft.com/office/drawing/2014/main" id="{D4418541-7290-F1A9-2357-CA26E074EF45}"/>
              </a:ext>
            </a:extLst>
          </p:cNvPr>
          <p:cNvSpPr>
            <a:spLocks noGrp="1"/>
          </p:cNvSpPr>
          <p:nvPr>
            <p:ph sz="half" idx="2"/>
          </p:nvPr>
        </p:nvSpPr>
        <p:spPr>
          <a:xfrm>
            <a:off x="1280159" y="1649691"/>
            <a:ext cx="10267675" cy="4718323"/>
          </a:xfrm>
        </p:spPr>
        <p:txBody>
          <a:bodyPr>
            <a:normAutofit/>
          </a:bodyPr>
          <a:lstStyle/>
          <a:p>
            <a:pPr marL="285750" indent="-285750">
              <a:buFont typeface="Arial" panose="020B0604020202020204" pitchFamily="34" charset="0"/>
              <a:buChar char="•"/>
            </a:pPr>
            <a:endParaRPr lang="en-US" dirty="0"/>
          </a:p>
          <a:p>
            <a:endParaRPr lang="en-US" dirty="0"/>
          </a:p>
        </p:txBody>
      </p:sp>
      <p:graphicFrame>
        <p:nvGraphicFramePr>
          <p:cNvPr id="2" name="Table 1">
            <a:extLst>
              <a:ext uri="{FF2B5EF4-FFF2-40B4-BE49-F238E27FC236}">
                <a16:creationId xmlns:a16="http://schemas.microsoft.com/office/drawing/2014/main" id="{E32080E9-FAC0-891F-4D0F-574C1513F103}"/>
              </a:ext>
            </a:extLst>
          </p:cNvPr>
          <p:cNvGraphicFramePr>
            <a:graphicFrameLocks noGrp="1"/>
          </p:cNvGraphicFramePr>
          <p:nvPr>
            <p:extLst>
              <p:ext uri="{D42A27DB-BD31-4B8C-83A1-F6EECF244321}">
                <p14:modId xmlns:p14="http://schemas.microsoft.com/office/powerpoint/2010/main" val="2911784309"/>
              </p:ext>
            </p:extLst>
          </p:nvPr>
        </p:nvGraphicFramePr>
        <p:xfrm>
          <a:off x="1432874" y="1649694"/>
          <a:ext cx="9478967" cy="5497168"/>
        </p:xfrm>
        <a:graphic>
          <a:graphicData uri="http://schemas.openxmlformats.org/drawingml/2006/table">
            <a:tbl>
              <a:tblPr/>
              <a:tblGrid>
                <a:gridCol w="4753624">
                  <a:extLst>
                    <a:ext uri="{9D8B030D-6E8A-4147-A177-3AD203B41FA5}">
                      <a16:colId xmlns:a16="http://schemas.microsoft.com/office/drawing/2014/main" val="801981648"/>
                    </a:ext>
                  </a:extLst>
                </a:gridCol>
                <a:gridCol w="4725343">
                  <a:extLst>
                    <a:ext uri="{9D8B030D-6E8A-4147-A177-3AD203B41FA5}">
                      <a16:colId xmlns:a16="http://schemas.microsoft.com/office/drawing/2014/main" val="2496667022"/>
                    </a:ext>
                  </a:extLst>
                </a:gridCol>
              </a:tblGrid>
              <a:tr h="479014">
                <a:tc>
                  <a:txBody>
                    <a:bodyPr/>
                    <a:lstStyle/>
                    <a:p>
                      <a:r>
                        <a:rPr lang="en-US" sz="1400" b="1" dirty="0">
                          <a:effectLst/>
                        </a:rPr>
                        <a:t>synchronized</a:t>
                      </a:r>
                      <a:endParaRPr lang="en-US" sz="1400" dirty="0">
                        <a:effectLst/>
                      </a:endParaRPr>
                    </a:p>
                  </a:txBody>
                  <a:tcPr anchor="ctr">
                    <a:lnL>
                      <a:noFill/>
                    </a:lnL>
                    <a:lnR>
                      <a:noFill/>
                    </a:lnR>
                    <a:lnT>
                      <a:noFill/>
                    </a:lnT>
                    <a:lnB>
                      <a:noFill/>
                    </a:lnB>
                    <a:noFill/>
                  </a:tcPr>
                </a:tc>
                <a:tc>
                  <a:txBody>
                    <a:bodyPr/>
                    <a:lstStyle/>
                    <a:p>
                      <a:r>
                        <a:rPr lang="en-US" sz="1400">
                          <a:effectLst/>
                        </a:rPr>
                        <a:t>Specifies critical sections or methods in multithreaded code</a:t>
                      </a:r>
                    </a:p>
                  </a:txBody>
                  <a:tcPr anchor="ctr">
                    <a:lnL>
                      <a:noFill/>
                    </a:lnL>
                    <a:lnR>
                      <a:noFill/>
                    </a:lnR>
                    <a:lnT>
                      <a:noFill/>
                    </a:lnT>
                    <a:lnB>
                      <a:noFill/>
                    </a:lnB>
                    <a:noFill/>
                  </a:tcPr>
                </a:tc>
                <a:extLst>
                  <a:ext uri="{0D108BD9-81ED-4DB2-BD59-A6C34878D82A}">
                    <a16:rowId xmlns:a16="http://schemas.microsoft.com/office/drawing/2014/main" val="859000921"/>
                  </a:ext>
                </a:extLst>
              </a:tr>
              <a:tr h="479014">
                <a:tc>
                  <a:txBody>
                    <a:bodyPr/>
                    <a:lstStyle/>
                    <a:p>
                      <a:r>
                        <a:rPr lang="en-US" sz="1400" b="1" dirty="0">
                          <a:effectLst/>
                        </a:rPr>
                        <a:t>this</a:t>
                      </a:r>
                      <a:endParaRPr lang="en-US" sz="1400" dirty="0">
                        <a:effectLst/>
                      </a:endParaRPr>
                    </a:p>
                  </a:txBody>
                  <a:tcPr anchor="ctr">
                    <a:lnL>
                      <a:noFill/>
                    </a:lnL>
                    <a:lnR>
                      <a:noFill/>
                    </a:lnR>
                    <a:lnT>
                      <a:noFill/>
                    </a:lnT>
                    <a:lnB>
                      <a:noFill/>
                    </a:lnB>
                    <a:noFill/>
                  </a:tcPr>
                </a:tc>
                <a:tc>
                  <a:txBody>
                    <a:bodyPr/>
                    <a:lstStyle/>
                    <a:p>
                      <a:r>
                        <a:rPr lang="en-US" sz="1400">
                          <a:effectLst/>
                        </a:rPr>
                        <a:t>Refers to the current object in a method or constructor </a:t>
                      </a:r>
                    </a:p>
                  </a:txBody>
                  <a:tcPr anchor="ctr">
                    <a:lnL>
                      <a:noFill/>
                    </a:lnL>
                    <a:lnR>
                      <a:noFill/>
                    </a:lnR>
                    <a:lnT>
                      <a:noFill/>
                    </a:lnT>
                    <a:lnB>
                      <a:noFill/>
                    </a:lnB>
                    <a:noFill/>
                  </a:tcPr>
                </a:tc>
                <a:extLst>
                  <a:ext uri="{0D108BD9-81ED-4DB2-BD59-A6C34878D82A}">
                    <a16:rowId xmlns:a16="http://schemas.microsoft.com/office/drawing/2014/main" val="883069608"/>
                  </a:ext>
                </a:extLst>
              </a:tr>
              <a:tr h="281773">
                <a:tc>
                  <a:txBody>
                    <a:bodyPr/>
                    <a:lstStyle/>
                    <a:p>
                      <a:r>
                        <a:rPr lang="en-US" sz="1400" b="1">
                          <a:effectLst/>
                        </a:rPr>
                        <a:t>throw</a:t>
                      </a:r>
                      <a:endParaRPr lang="en-US" sz="1400">
                        <a:effectLst/>
                      </a:endParaRPr>
                    </a:p>
                  </a:txBody>
                  <a:tcPr anchor="ctr">
                    <a:lnL>
                      <a:noFill/>
                    </a:lnL>
                    <a:lnR>
                      <a:noFill/>
                    </a:lnR>
                    <a:lnT>
                      <a:noFill/>
                    </a:lnT>
                    <a:lnB>
                      <a:noFill/>
                    </a:lnB>
                    <a:noFill/>
                  </a:tcPr>
                </a:tc>
                <a:tc>
                  <a:txBody>
                    <a:bodyPr/>
                    <a:lstStyle/>
                    <a:p>
                      <a:r>
                        <a:rPr lang="en-US" sz="1400">
                          <a:effectLst/>
                        </a:rPr>
                        <a:t>Creates an exception </a:t>
                      </a:r>
                    </a:p>
                  </a:txBody>
                  <a:tcPr anchor="ctr">
                    <a:lnL>
                      <a:noFill/>
                    </a:lnL>
                    <a:lnR>
                      <a:noFill/>
                    </a:lnR>
                    <a:lnT>
                      <a:noFill/>
                    </a:lnT>
                    <a:lnB>
                      <a:noFill/>
                    </a:lnB>
                    <a:noFill/>
                  </a:tcPr>
                </a:tc>
                <a:extLst>
                  <a:ext uri="{0D108BD9-81ED-4DB2-BD59-A6C34878D82A}">
                    <a16:rowId xmlns:a16="http://schemas.microsoft.com/office/drawing/2014/main" val="10280022"/>
                  </a:ext>
                </a:extLst>
              </a:tr>
              <a:tr h="479014">
                <a:tc>
                  <a:txBody>
                    <a:bodyPr/>
                    <a:lstStyle/>
                    <a:p>
                      <a:r>
                        <a:rPr lang="en-US" sz="1400" b="1">
                          <a:effectLst/>
                        </a:rPr>
                        <a:t>throws</a:t>
                      </a:r>
                      <a:endParaRPr lang="en-US" sz="1400">
                        <a:effectLst/>
                      </a:endParaRPr>
                    </a:p>
                  </a:txBody>
                  <a:tcPr anchor="ctr">
                    <a:lnL>
                      <a:noFill/>
                    </a:lnL>
                    <a:lnR>
                      <a:noFill/>
                    </a:lnR>
                    <a:lnT>
                      <a:noFill/>
                    </a:lnT>
                    <a:lnB>
                      <a:noFill/>
                    </a:lnB>
                    <a:noFill/>
                  </a:tcPr>
                </a:tc>
                <a:tc>
                  <a:txBody>
                    <a:bodyPr/>
                    <a:lstStyle/>
                    <a:p>
                      <a:r>
                        <a:rPr lang="en-US" sz="1400">
                          <a:effectLst/>
                        </a:rPr>
                        <a:t>Indicates what exceptions may be thrown by a method </a:t>
                      </a:r>
                    </a:p>
                  </a:txBody>
                  <a:tcPr anchor="ctr">
                    <a:lnL>
                      <a:noFill/>
                    </a:lnL>
                    <a:lnR>
                      <a:noFill/>
                    </a:lnR>
                    <a:lnT>
                      <a:noFill/>
                    </a:lnT>
                    <a:lnB>
                      <a:noFill/>
                    </a:lnB>
                    <a:noFill/>
                  </a:tcPr>
                </a:tc>
                <a:extLst>
                  <a:ext uri="{0D108BD9-81ED-4DB2-BD59-A6C34878D82A}">
                    <a16:rowId xmlns:a16="http://schemas.microsoft.com/office/drawing/2014/main" val="3269432130"/>
                  </a:ext>
                </a:extLst>
              </a:tr>
              <a:tr h="479014">
                <a:tc>
                  <a:txBody>
                    <a:bodyPr/>
                    <a:lstStyle/>
                    <a:p>
                      <a:r>
                        <a:rPr lang="en-US" sz="1400" b="1">
                          <a:effectLst/>
                        </a:rPr>
                        <a:t>transient</a:t>
                      </a:r>
                      <a:endParaRPr lang="en-US" sz="1400">
                        <a:effectLst/>
                      </a:endParaRPr>
                    </a:p>
                  </a:txBody>
                  <a:tcPr anchor="ctr">
                    <a:lnL>
                      <a:noFill/>
                    </a:lnL>
                    <a:lnR>
                      <a:noFill/>
                    </a:lnR>
                    <a:lnT>
                      <a:noFill/>
                    </a:lnT>
                    <a:lnB>
                      <a:noFill/>
                    </a:lnB>
                    <a:noFill/>
                  </a:tcPr>
                </a:tc>
                <a:tc>
                  <a:txBody>
                    <a:bodyPr/>
                    <a:lstStyle/>
                    <a:p>
                      <a:r>
                        <a:rPr lang="en-US" sz="1400">
                          <a:effectLst/>
                        </a:rPr>
                        <a:t>Specifies that a variable is not part of an object’s persistent state</a:t>
                      </a:r>
                    </a:p>
                  </a:txBody>
                  <a:tcPr anchor="ctr">
                    <a:lnL>
                      <a:noFill/>
                    </a:lnL>
                    <a:lnR>
                      <a:noFill/>
                    </a:lnR>
                    <a:lnT>
                      <a:noFill/>
                    </a:lnT>
                    <a:lnB>
                      <a:noFill/>
                    </a:lnB>
                    <a:noFill/>
                  </a:tcPr>
                </a:tc>
                <a:extLst>
                  <a:ext uri="{0D108BD9-81ED-4DB2-BD59-A6C34878D82A}">
                    <a16:rowId xmlns:a16="http://schemas.microsoft.com/office/drawing/2014/main" val="2526849301"/>
                  </a:ext>
                </a:extLst>
              </a:tr>
              <a:tr h="479014">
                <a:tc>
                  <a:txBody>
                    <a:bodyPr/>
                    <a:lstStyle/>
                    <a:p>
                      <a:r>
                        <a:rPr lang="en-US" sz="1400" b="1" dirty="0">
                          <a:effectLst/>
                        </a:rPr>
                        <a:t>try</a:t>
                      </a:r>
                      <a:endParaRPr lang="en-US" sz="1400" dirty="0">
                        <a:effectLst/>
                      </a:endParaRPr>
                    </a:p>
                  </a:txBody>
                  <a:tcPr anchor="ctr">
                    <a:lnL>
                      <a:noFill/>
                    </a:lnL>
                    <a:lnR>
                      <a:noFill/>
                    </a:lnR>
                    <a:lnT>
                      <a:noFill/>
                    </a:lnT>
                    <a:lnB>
                      <a:noFill/>
                    </a:lnB>
                    <a:noFill/>
                  </a:tcPr>
                </a:tc>
                <a:tc>
                  <a:txBody>
                    <a:bodyPr/>
                    <a:lstStyle/>
                    <a:p>
                      <a:r>
                        <a:rPr lang="en-US" sz="1400">
                          <a:effectLst/>
                        </a:rPr>
                        <a:t>Starts a block of code that will be tested for exceptions </a:t>
                      </a:r>
                    </a:p>
                  </a:txBody>
                  <a:tcPr anchor="ctr">
                    <a:lnL>
                      <a:noFill/>
                    </a:lnL>
                    <a:lnR>
                      <a:noFill/>
                    </a:lnR>
                    <a:lnT>
                      <a:noFill/>
                    </a:lnT>
                    <a:lnB>
                      <a:noFill/>
                    </a:lnB>
                    <a:noFill/>
                  </a:tcPr>
                </a:tc>
                <a:extLst>
                  <a:ext uri="{0D108BD9-81ED-4DB2-BD59-A6C34878D82A}">
                    <a16:rowId xmlns:a16="http://schemas.microsoft.com/office/drawing/2014/main" val="2526052851"/>
                  </a:ext>
                </a:extLst>
              </a:tr>
              <a:tr h="315568">
                <a:tc>
                  <a:txBody>
                    <a:bodyPr/>
                    <a:lstStyle/>
                    <a:p>
                      <a:r>
                        <a:rPr lang="en-US" sz="1400" b="1">
                          <a:effectLst/>
                        </a:rPr>
                        <a:t>void</a:t>
                      </a:r>
                      <a:endParaRPr lang="en-US" sz="1400">
                        <a:effectLst/>
                      </a:endParaRPr>
                    </a:p>
                  </a:txBody>
                  <a:tcPr anchor="ctr">
                    <a:lnL>
                      <a:noFill/>
                    </a:lnL>
                    <a:lnR>
                      <a:noFill/>
                    </a:lnR>
                    <a:lnT>
                      <a:noFill/>
                    </a:lnT>
                    <a:lnB>
                      <a:noFill/>
                    </a:lnB>
                    <a:noFill/>
                  </a:tcPr>
                </a:tc>
                <a:tc>
                  <a:txBody>
                    <a:bodyPr/>
                    <a:lstStyle/>
                    <a:p>
                      <a:r>
                        <a:rPr lang="en-US" sz="1400">
                          <a:effectLst/>
                        </a:rPr>
                        <a:t>Specifies that a method does not have a return value</a:t>
                      </a:r>
                    </a:p>
                  </a:txBody>
                  <a:tcPr anchor="ctr">
                    <a:lnL>
                      <a:noFill/>
                    </a:lnL>
                    <a:lnR>
                      <a:noFill/>
                    </a:lnR>
                    <a:lnT>
                      <a:noFill/>
                    </a:lnT>
                    <a:lnB>
                      <a:noFill/>
                    </a:lnB>
                    <a:noFill/>
                  </a:tcPr>
                </a:tc>
                <a:extLst>
                  <a:ext uri="{0D108BD9-81ED-4DB2-BD59-A6C34878D82A}">
                    <a16:rowId xmlns:a16="http://schemas.microsoft.com/office/drawing/2014/main" val="1221001006"/>
                  </a:ext>
                </a:extLst>
              </a:tr>
              <a:tr h="479014">
                <a:tc>
                  <a:txBody>
                    <a:bodyPr/>
                    <a:lstStyle/>
                    <a:p>
                      <a:r>
                        <a:rPr lang="en-US" sz="1400" b="1">
                          <a:effectLst/>
                        </a:rPr>
                        <a:t>volatile</a:t>
                      </a:r>
                      <a:endParaRPr lang="en-US" sz="1400">
                        <a:effectLst/>
                      </a:endParaRPr>
                    </a:p>
                  </a:txBody>
                  <a:tcPr anchor="ctr">
                    <a:lnL>
                      <a:noFill/>
                    </a:lnL>
                    <a:lnR>
                      <a:noFill/>
                    </a:lnR>
                    <a:lnT>
                      <a:noFill/>
                    </a:lnT>
                    <a:lnB>
                      <a:noFill/>
                    </a:lnB>
                    <a:noFill/>
                  </a:tcPr>
                </a:tc>
                <a:tc>
                  <a:txBody>
                    <a:bodyPr/>
                    <a:lstStyle/>
                    <a:p>
                      <a:r>
                        <a:rPr lang="en-US" sz="1400">
                          <a:effectLst/>
                        </a:rPr>
                        <a:t>This indicates that a variable may change asynchronously</a:t>
                      </a:r>
                    </a:p>
                  </a:txBody>
                  <a:tcPr anchor="ctr">
                    <a:lnL>
                      <a:noFill/>
                    </a:lnL>
                    <a:lnR>
                      <a:noFill/>
                    </a:lnR>
                    <a:lnT>
                      <a:noFill/>
                    </a:lnT>
                    <a:lnB>
                      <a:noFill/>
                    </a:lnB>
                    <a:noFill/>
                  </a:tcPr>
                </a:tc>
                <a:extLst>
                  <a:ext uri="{0D108BD9-81ED-4DB2-BD59-A6C34878D82A}">
                    <a16:rowId xmlns:a16="http://schemas.microsoft.com/office/drawing/2014/main" val="110856905"/>
                  </a:ext>
                </a:extLst>
              </a:tr>
              <a:tr h="285388">
                <a:tc>
                  <a:txBody>
                    <a:bodyPr/>
                    <a:lstStyle/>
                    <a:p>
                      <a:r>
                        <a:rPr lang="en-US" sz="1400" b="1" dirty="0">
                          <a:effectLst/>
                        </a:rPr>
                        <a:t>while</a:t>
                      </a:r>
                      <a:endParaRPr lang="en-US" sz="1400" dirty="0">
                        <a:effectLst/>
                      </a:endParaRPr>
                    </a:p>
                  </a:txBody>
                  <a:tcPr anchor="ctr">
                    <a:lnL>
                      <a:noFill/>
                    </a:lnL>
                    <a:lnR>
                      <a:noFill/>
                    </a:lnR>
                    <a:lnT>
                      <a:noFill/>
                    </a:lnT>
                    <a:lnB>
                      <a:noFill/>
                    </a:lnB>
                    <a:noFill/>
                  </a:tcPr>
                </a:tc>
                <a:tc>
                  <a:txBody>
                    <a:bodyPr/>
                    <a:lstStyle/>
                    <a:p>
                      <a:r>
                        <a:rPr lang="en-US" sz="1400">
                          <a:effectLst/>
                        </a:rPr>
                        <a:t>Starts a while loop</a:t>
                      </a:r>
                    </a:p>
                  </a:txBody>
                  <a:tcPr anchor="ctr">
                    <a:lnL>
                      <a:noFill/>
                    </a:lnL>
                    <a:lnR>
                      <a:noFill/>
                    </a:lnR>
                    <a:lnT>
                      <a:noFill/>
                    </a:lnT>
                    <a:lnB>
                      <a:noFill/>
                    </a:lnB>
                    <a:noFill/>
                  </a:tcPr>
                </a:tc>
                <a:extLst>
                  <a:ext uri="{0D108BD9-81ED-4DB2-BD59-A6C34878D82A}">
                    <a16:rowId xmlns:a16="http://schemas.microsoft.com/office/drawing/2014/main" val="3570997980"/>
                  </a:ext>
                </a:extLst>
              </a:tr>
              <a:tr h="676255">
                <a:tc>
                  <a:txBody>
                    <a:bodyPr/>
                    <a:lstStyle/>
                    <a:p>
                      <a:pPr rtl="0"/>
                      <a:r>
                        <a:rPr lang="en-US" sz="1400" b="1"/>
                        <a:t>sealed</a:t>
                      </a:r>
                      <a:endParaRPr lang="en-US" sz="1400"/>
                    </a:p>
                  </a:txBody>
                  <a:tcPr anchor="ctr">
                    <a:lnL>
                      <a:noFill/>
                    </a:lnL>
                    <a:lnR>
                      <a:noFill/>
                    </a:lnR>
                    <a:lnT>
                      <a:noFill/>
                    </a:lnT>
                    <a:lnB>
                      <a:noFill/>
                    </a:lnB>
                    <a:noFill/>
                  </a:tcPr>
                </a:tc>
                <a:tc>
                  <a:txBody>
                    <a:bodyPr/>
                    <a:lstStyle/>
                    <a:p>
                      <a:pPr rtl="0"/>
                      <a:r>
                        <a:rPr lang="en-US" sz="1400"/>
                        <a:t>The sealed keyword is used to declare a class as “sealed,” meaning it restricts which classes can extend it.</a:t>
                      </a:r>
                    </a:p>
                  </a:txBody>
                  <a:tcPr anchor="ctr">
                    <a:lnL>
                      <a:noFill/>
                    </a:lnL>
                    <a:lnR>
                      <a:noFill/>
                    </a:lnR>
                    <a:lnT>
                      <a:noFill/>
                    </a:lnT>
                    <a:lnB>
                      <a:noFill/>
                    </a:lnB>
                    <a:noFill/>
                  </a:tcPr>
                </a:tc>
                <a:extLst>
                  <a:ext uri="{0D108BD9-81ED-4DB2-BD59-A6C34878D82A}">
                    <a16:rowId xmlns:a16="http://schemas.microsoft.com/office/drawing/2014/main" val="2586443795"/>
                  </a:ext>
                </a:extLst>
              </a:tr>
              <a:tr h="676255">
                <a:tc>
                  <a:txBody>
                    <a:bodyPr/>
                    <a:lstStyle/>
                    <a:p>
                      <a:pPr rtl="0"/>
                      <a:r>
                        <a:rPr lang="en-US" sz="1400" b="1"/>
                        <a:t>permits</a:t>
                      </a:r>
                      <a:endParaRPr lang="en-US" sz="1400"/>
                    </a:p>
                  </a:txBody>
                  <a:tcPr anchor="ctr">
                    <a:lnL>
                      <a:noFill/>
                    </a:lnL>
                    <a:lnR>
                      <a:noFill/>
                    </a:lnR>
                    <a:lnT>
                      <a:noFill/>
                    </a:lnT>
                    <a:lnB>
                      <a:noFill/>
                    </a:lnB>
                    <a:noFill/>
                  </a:tcPr>
                </a:tc>
                <a:tc>
                  <a:txBody>
                    <a:bodyPr/>
                    <a:lstStyle/>
                    <a:p>
                      <a:pPr rtl="0"/>
                      <a:r>
                        <a:rPr lang="en-US" sz="1400" dirty="0"/>
                        <a:t>The permits keyword is used within a sealed class declaration to specify the subclasses that are permitted to extend it.</a:t>
                      </a:r>
                    </a:p>
                  </a:txBody>
                  <a:tcPr anchor="ctr">
                    <a:lnL>
                      <a:noFill/>
                    </a:lnL>
                    <a:lnR>
                      <a:noFill/>
                    </a:lnR>
                    <a:lnT>
                      <a:noFill/>
                    </a:lnT>
                    <a:lnB>
                      <a:noFill/>
                    </a:lnB>
                    <a:noFill/>
                  </a:tcPr>
                </a:tc>
                <a:extLst>
                  <a:ext uri="{0D108BD9-81ED-4DB2-BD59-A6C34878D82A}">
                    <a16:rowId xmlns:a16="http://schemas.microsoft.com/office/drawing/2014/main" val="3971034850"/>
                  </a:ext>
                </a:extLst>
              </a:tr>
            </a:tbl>
          </a:graphicData>
        </a:graphic>
      </p:graphicFrame>
    </p:spTree>
    <p:extLst>
      <p:ext uri="{BB962C8B-B14F-4D97-AF65-F5344CB8AC3E}">
        <p14:creationId xmlns:p14="http://schemas.microsoft.com/office/powerpoint/2010/main" val="21214100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64C0E11-7DE4-D558-C3EF-9B3C7A9BF17D}"/>
              </a:ext>
            </a:extLst>
          </p:cNvPr>
          <p:cNvSpPr>
            <a:spLocks noGrp="1"/>
          </p:cNvSpPr>
          <p:nvPr>
            <p:ph type="title"/>
          </p:nvPr>
        </p:nvSpPr>
        <p:spPr>
          <a:xfrm>
            <a:off x="1280160" y="685800"/>
            <a:ext cx="9137012" cy="765928"/>
          </a:xfrm>
        </p:spPr>
        <p:txBody>
          <a:bodyPr anchor="b">
            <a:normAutofit/>
          </a:bodyPr>
          <a:lstStyle/>
          <a:p>
            <a:r>
              <a:rPr lang="en-US" dirty="0"/>
              <a:t>Java</a:t>
            </a:r>
          </a:p>
        </p:txBody>
      </p:sp>
      <p:sp>
        <p:nvSpPr>
          <p:cNvPr id="5" name="Content Placeholder 4">
            <a:extLst>
              <a:ext uri="{FF2B5EF4-FFF2-40B4-BE49-F238E27FC236}">
                <a16:creationId xmlns:a16="http://schemas.microsoft.com/office/drawing/2014/main" id="{91D29D4B-1461-3251-B39B-F8E398D00166}"/>
              </a:ext>
            </a:extLst>
          </p:cNvPr>
          <p:cNvSpPr>
            <a:spLocks noGrp="1"/>
          </p:cNvSpPr>
          <p:nvPr>
            <p:ph sz="half" idx="2"/>
          </p:nvPr>
        </p:nvSpPr>
        <p:spPr>
          <a:xfrm>
            <a:off x="999241" y="1451728"/>
            <a:ext cx="9615339" cy="5326144"/>
          </a:xfrm>
        </p:spPr>
        <p:txBody>
          <a:bodyPr/>
          <a:lstStyle/>
          <a:p>
            <a:endParaRPr lang="en-US" dirty="0"/>
          </a:p>
          <a:p>
            <a:r>
              <a:rPr lang="en-US" dirty="0"/>
              <a:t>Important Points on Java Keywords</a:t>
            </a:r>
          </a:p>
          <a:p>
            <a:r>
              <a:rPr lang="en-US" dirty="0"/>
              <a:t>    The keywords </a:t>
            </a:r>
            <a:r>
              <a:rPr lang="en-US" b="1" dirty="0"/>
              <a:t>const</a:t>
            </a:r>
            <a:r>
              <a:rPr lang="en-US" dirty="0"/>
              <a:t> and </a:t>
            </a:r>
            <a:r>
              <a:rPr lang="en-US" b="1" dirty="0" err="1"/>
              <a:t>goto</a:t>
            </a:r>
            <a:r>
              <a:rPr lang="en-US" dirty="0"/>
              <a:t> are reserved, even though they are not currently in use.</a:t>
            </a:r>
          </a:p>
          <a:p>
            <a:r>
              <a:rPr lang="en-US" dirty="0"/>
              <a:t>    Currently, they are no longer supported in Java. Reserved for future use</a:t>
            </a:r>
          </a:p>
          <a:p>
            <a:endParaRPr lang="en-US" dirty="0"/>
          </a:p>
        </p:txBody>
      </p:sp>
    </p:spTree>
    <p:extLst>
      <p:ext uri="{BB962C8B-B14F-4D97-AF65-F5344CB8AC3E}">
        <p14:creationId xmlns:p14="http://schemas.microsoft.com/office/powerpoint/2010/main" val="5431381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64C0E11-7DE4-D558-C3EF-9B3C7A9BF17D}"/>
              </a:ext>
            </a:extLst>
          </p:cNvPr>
          <p:cNvSpPr>
            <a:spLocks noGrp="1"/>
          </p:cNvSpPr>
          <p:nvPr>
            <p:ph type="title"/>
          </p:nvPr>
        </p:nvSpPr>
        <p:spPr>
          <a:xfrm>
            <a:off x="1280160" y="685800"/>
            <a:ext cx="9137012" cy="765928"/>
          </a:xfrm>
        </p:spPr>
        <p:txBody>
          <a:bodyPr anchor="b">
            <a:normAutofit/>
          </a:bodyPr>
          <a:lstStyle/>
          <a:p>
            <a:r>
              <a:rPr lang="en-US" dirty="0"/>
              <a:t>Java</a:t>
            </a:r>
          </a:p>
        </p:txBody>
      </p:sp>
      <p:sp>
        <p:nvSpPr>
          <p:cNvPr id="5" name="Content Placeholder 4">
            <a:extLst>
              <a:ext uri="{FF2B5EF4-FFF2-40B4-BE49-F238E27FC236}">
                <a16:creationId xmlns:a16="http://schemas.microsoft.com/office/drawing/2014/main" id="{91D29D4B-1461-3251-B39B-F8E398D00166}"/>
              </a:ext>
            </a:extLst>
          </p:cNvPr>
          <p:cNvSpPr>
            <a:spLocks noGrp="1"/>
          </p:cNvSpPr>
          <p:nvPr>
            <p:ph sz="half" idx="2"/>
          </p:nvPr>
        </p:nvSpPr>
        <p:spPr>
          <a:xfrm>
            <a:off x="999241" y="1451728"/>
            <a:ext cx="9615339" cy="5326144"/>
          </a:xfrm>
        </p:spPr>
        <p:txBody>
          <a:bodyPr/>
          <a:lstStyle/>
          <a:p>
            <a:r>
              <a:rPr lang="en-US" b="1" dirty="0" err="1"/>
              <a:t>DataTypes</a:t>
            </a:r>
            <a:r>
              <a:rPr lang="en-US" b="1" dirty="0"/>
              <a:t> : </a:t>
            </a:r>
          </a:p>
          <a:p>
            <a:r>
              <a:rPr lang="en-US" dirty="0"/>
              <a:t>Java is statically typed and also a strongly typed language because, in Java, each type of data (such as integer, character, hexadecimal, packed decimal, and so forth) is predefined as part of the programming language and all constants or variables defined for a given program must be described with one of the Java data types.</a:t>
            </a:r>
          </a:p>
          <a:p>
            <a:r>
              <a:rPr lang="en-US" dirty="0"/>
              <a:t>Data Types in Java: </a:t>
            </a:r>
          </a:p>
          <a:p>
            <a:r>
              <a:rPr lang="en-US" dirty="0"/>
              <a:t>	Data types in Java are of different sizes and values that can be stored in the variable that is made as per convenience and circumstances to cover up all test cases. Java has two categories in which data types are segregated </a:t>
            </a:r>
          </a:p>
          <a:p>
            <a:pPr>
              <a:buFont typeface="+mj-lt"/>
              <a:buAutoNum type="arabicPeriod"/>
            </a:pPr>
            <a:r>
              <a:rPr lang="en-US" b="1" dirty="0"/>
              <a:t>Primitive Data Type:</a:t>
            </a:r>
            <a:r>
              <a:rPr lang="en-US" dirty="0"/>
              <a:t> such as </a:t>
            </a:r>
            <a:r>
              <a:rPr lang="en-US" dirty="0" err="1"/>
              <a:t>boolean</a:t>
            </a:r>
            <a:r>
              <a:rPr lang="en-US" dirty="0"/>
              <a:t>, char, int, short, byte, long, float, and double</a:t>
            </a:r>
          </a:p>
          <a:p>
            <a:pPr>
              <a:buFont typeface="+mj-lt"/>
              <a:buAutoNum type="arabicPeriod" startAt="2"/>
            </a:pPr>
            <a:r>
              <a:rPr lang="en-US" b="1" dirty="0"/>
              <a:t>Non-Primitive Data Type or Object Data type:</a:t>
            </a:r>
            <a:r>
              <a:rPr lang="en-US" dirty="0"/>
              <a:t> such as String, Array, etc.</a:t>
            </a:r>
          </a:p>
          <a:p>
            <a:endParaRPr lang="en-US" dirty="0"/>
          </a:p>
        </p:txBody>
      </p:sp>
    </p:spTree>
    <p:extLst>
      <p:ext uri="{BB962C8B-B14F-4D97-AF65-F5344CB8AC3E}">
        <p14:creationId xmlns:p14="http://schemas.microsoft.com/office/powerpoint/2010/main" val="2345510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64C0E11-7DE4-D558-C3EF-9B3C7A9BF17D}"/>
              </a:ext>
            </a:extLst>
          </p:cNvPr>
          <p:cNvSpPr>
            <a:spLocks noGrp="1"/>
          </p:cNvSpPr>
          <p:nvPr>
            <p:ph type="title"/>
          </p:nvPr>
        </p:nvSpPr>
        <p:spPr>
          <a:xfrm>
            <a:off x="1280160" y="685800"/>
            <a:ext cx="9137012" cy="765928"/>
          </a:xfrm>
        </p:spPr>
        <p:txBody>
          <a:bodyPr anchor="b">
            <a:normAutofit/>
          </a:bodyPr>
          <a:lstStyle/>
          <a:p>
            <a:r>
              <a:rPr lang="en-US" dirty="0"/>
              <a:t>Java</a:t>
            </a:r>
          </a:p>
        </p:txBody>
      </p:sp>
      <p:sp>
        <p:nvSpPr>
          <p:cNvPr id="5" name="Content Placeholder 4">
            <a:extLst>
              <a:ext uri="{FF2B5EF4-FFF2-40B4-BE49-F238E27FC236}">
                <a16:creationId xmlns:a16="http://schemas.microsoft.com/office/drawing/2014/main" id="{91D29D4B-1461-3251-B39B-F8E398D00166}"/>
              </a:ext>
            </a:extLst>
          </p:cNvPr>
          <p:cNvSpPr>
            <a:spLocks noGrp="1"/>
          </p:cNvSpPr>
          <p:nvPr>
            <p:ph sz="half" idx="2"/>
          </p:nvPr>
        </p:nvSpPr>
        <p:spPr>
          <a:xfrm>
            <a:off x="999241" y="1451728"/>
            <a:ext cx="9615339" cy="5326144"/>
          </a:xfrm>
        </p:spPr>
        <p:txBody>
          <a:bodyPr/>
          <a:lstStyle/>
          <a:p>
            <a:endParaRPr lang="en-US" dirty="0"/>
          </a:p>
        </p:txBody>
      </p:sp>
      <p:pic>
        <p:nvPicPr>
          <p:cNvPr id="3" name="Picture 2" descr="A diagram of a company">
            <a:extLst>
              <a:ext uri="{FF2B5EF4-FFF2-40B4-BE49-F238E27FC236}">
                <a16:creationId xmlns:a16="http://schemas.microsoft.com/office/drawing/2014/main" id="{B0D95AD5-7B10-C584-151E-114B040294CA}"/>
              </a:ext>
            </a:extLst>
          </p:cNvPr>
          <p:cNvPicPr>
            <a:picLocks noChangeAspect="1"/>
          </p:cNvPicPr>
          <p:nvPr/>
        </p:nvPicPr>
        <p:blipFill>
          <a:blip r:embed="rId3"/>
          <a:stretch>
            <a:fillRect/>
          </a:stretch>
        </p:blipFill>
        <p:spPr>
          <a:xfrm>
            <a:off x="906338" y="1451728"/>
            <a:ext cx="9708241" cy="5326143"/>
          </a:xfrm>
          <a:prstGeom prst="rect">
            <a:avLst/>
          </a:prstGeom>
        </p:spPr>
      </p:pic>
    </p:spTree>
    <p:extLst>
      <p:ext uri="{BB962C8B-B14F-4D97-AF65-F5344CB8AC3E}">
        <p14:creationId xmlns:p14="http://schemas.microsoft.com/office/powerpoint/2010/main" val="36494739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64C0E11-7DE4-D558-C3EF-9B3C7A9BF17D}"/>
              </a:ext>
            </a:extLst>
          </p:cNvPr>
          <p:cNvSpPr>
            <a:spLocks noGrp="1"/>
          </p:cNvSpPr>
          <p:nvPr>
            <p:ph type="title"/>
          </p:nvPr>
        </p:nvSpPr>
        <p:spPr>
          <a:xfrm>
            <a:off x="1280160" y="685800"/>
            <a:ext cx="9137012" cy="765928"/>
          </a:xfrm>
        </p:spPr>
        <p:txBody>
          <a:bodyPr anchor="b">
            <a:normAutofit/>
          </a:bodyPr>
          <a:lstStyle/>
          <a:p>
            <a:r>
              <a:rPr lang="en-US" dirty="0"/>
              <a:t>Java</a:t>
            </a:r>
          </a:p>
        </p:txBody>
      </p:sp>
      <p:sp>
        <p:nvSpPr>
          <p:cNvPr id="5" name="Content Placeholder 4">
            <a:extLst>
              <a:ext uri="{FF2B5EF4-FFF2-40B4-BE49-F238E27FC236}">
                <a16:creationId xmlns:a16="http://schemas.microsoft.com/office/drawing/2014/main" id="{91D29D4B-1461-3251-B39B-F8E398D00166}"/>
              </a:ext>
            </a:extLst>
          </p:cNvPr>
          <p:cNvSpPr>
            <a:spLocks noGrp="1"/>
          </p:cNvSpPr>
          <p:nvPr>
            <p:ph sz="half" idx="2"/>
          </p:nvPr>
        </p:nvSpPr>
        <p:spPr>
          <a:xfrm>
            <a:off x="999241" y="1451728"/>
            <a:ext cx="9615339" cy="5326144"/>
          </a:xfrm>
        </p:spPr>
        <p:txBody>
          <a:bodyPr/>
          <a:lstStyle/>
          <a:p>
            <a:endParaRPr lang="en-US" dirty="0"/>
          </a:p>
          <a:p>
            <a:r>
              <a:rPr lang="en-US" b="1" dirty="0"/>
              <a:t>Primitive Data Types in Java</a:t>
            </a:r>
          </a:p>
          <a:p>
            <a:pPr rtl="0"/>
            <a:r>
              <a:rPr lang="en-US" dirty="0"/>
              <a:t>	Primitive data are only single values and have no special capabilities.  There are 8 primitive data types.</a:t>
            </a:r>
          </a:p>
          <a:p>
            <a:pPr rtl="0"/>
            <a:endParaRPr lang="en-US" dirty="0"/>
          </a:p>
          <a:p>
            <a:pPr rtl="0"/>
            <a:endParaRPr lang="en-US" dirty="0"/>
          </a:p>
          <a:p>
            <a:pPr rtl="0"/>
            <a:endParaRPr lang="en-US" dirty="0"/>
          </a:p>
          <a:p>
            <a:endParaRPr lang="en-US" dirty="0"/>
          </a:p>
        </p:txBody>
      </p:sp>
      <p:graphicFrame>
        <p:nvGraphicFramePr>
          <p:cNvPr id="3" name="Table 2">
            <a:extLst>
              <a:ext uri="{FF2B5EF4-FFF2-40B4-BE49-F238E27FC236}">
                <a16:creationId xmlns:a16="http://schemas.microsoft.com/office/drawing/2014/main" id="{A73B48B3-9D9E-11D9-30DE-E45A78ED3F08}"/>
              </a:ext>
            </a:extLst>
          </p:cNvPr>
          <p:cNvGraphicFramePr>
            <a:graphicFrameLocks noGrp="1"/>
          </p:cNvGraphicFramePr>
          <p:nvPr>
            <p:extLst>
              <p:ext uri="{D42A27DB-BD31-4B8C-83A1-F6EECF244321}">
                <p14:modId xmlns:p14="http://schemas.microsoft.com/office/powerpoint/2010/main" val="1326186141"/>
              </p:ext>
            </p:extLst>
          </p:nvPr>
        </p:nvGraphicFramePr>
        <p:xfrm>
          <a:off x="999242" y="3011557"/>
          <a:ext cx="10354557" cy="3508515"/>
        </p:xfrm>
        <a:graphic>
          <a:graphicData uri="http://schemas.openxmlformats.org/drawingml/2006/table">
            <a:tbl>
              <a:tblPr/>
              <a:tblGrid>
                <a:gridCol w="3451519">
                  <a:extLst>
                    <a:ext uri="{9D8B030D-6E8A-4147-A177-3AD203B41FA5}">
                      <a16:colId xmlns:a16="http://schemas.microsoft.com/office/drawing/2014/main" val="1349812461"/>
                    </a:ext>
                  </a:extLst>
                </a:gridCol>
                <a:gridCol w="3451519">
                  <a:extLst>
                    <a:ext uri="{9D8B030D-6E8A-4147-A177-3AD203B41FA5}">
                      <a16:colId xmlns:a16="http://schemas.microsoft.com/office/drawing/2014/main" val="2470150029"/>
                    </a:ext>
                  </a:extLst>
                </a:gridCol>
                <a:gridCol w="3451519">
                  <a:extLst>
                    <a:ext uri="{9D8B030D-6E8A-4147-A177-3AD203B41FA5}">
                      <a16:colId xmlns:a16="http://schemas.microsoft.com/office/drawing/2014/main" val="4082798062"/>
                    </a:ext>
                  </a:extLst>
                </a:gridCol>
              </a:tblGrid>
              <a:tr h="389835">
                <a:tc>
                  <a:txBody>
                    <a:bodyPr/>
                    <a:lstStyle/>
                    <a:p>
                      <a:r>
                        <a:rPr lang="en-US" b="1"/>
                        <a:t>Data Type</a:t>
                      </a:r>
                      <a:endParaRPr lang="en-US"/>
                    </a:p>
                  </a:txBody>
                  <a:tcPr anchor="ctr">
                    <a:lnL>
                      <a:noFill/>
                    </a:lnL>
                    <a:lnR>
                      <a:noFill/>
                    </a:lnR>
                    <a:lnT>
                      <a:noFill/>
                    </a:lnT>
                    <a:lnB>
                      <a:noFill/>
                    </a:lnB>
                    <a:noFill/>
                  </a:tcPr>
                </a:tc>
                <a:tc>
                  <a:txBody>
                    <a:bodyPr/>
                    <a:lstStyle/>
                    <a:p>
                      <a:r>
                        <a:rPr lang="en-US" b="1"/>
                        <a:t>Default Value</a:t>
                      </a:r>
                      <a:endParaRPr lang="en-US"/>
                    </a:p>
                  </a:txBody>
                  <a:tcPr anchor="ctr">
                    <a:lnL>
                      <a:noFill/>
                    </a:lnL>
                    <a:lnR>
                      <a:noFill/>
                    </a:lnR>
                    <a:lnT>
                      <a:noFill/>
                    </a:lnT>
                    <a:lnB>
                      <a:noFill/>
                    </a:lnB>
                    <a:noFill/>
                  </a:tcPr>
                </a:tc>
                <a:tc>
                  <a:txBody>
                    <a:bodyPr/>
                    <a:lstStyle/>
                    <a:p>
                      <a:r>
                        <a:rPr lang="en-US" b="1"/>
                        <a:t>Default size</a:t>
                      </a:r>
                      <a:endParaRPr lang="en-US"/>
                    </a:p>
                  </a:txBody>
                  <a:tcPr anchor="ctr">
                    <a:lnL>
                      <a:noFill/>
                    </a:lnL>
                    <a:lnR>
                      <a:noFill/>
                    </a:lnR>
                    <a:lnT>
                      <a:noFill/>
                    </a:lnT>
                    <a:lnB>
                      <a:noFill/>
                    </a:lnB>
                    <a:noFill/>
                  </a:tcPr>
                </a:tc>
                <a:extLst>
                  <a:ext uri="{0D108BD9-81ED-4DB2-BD59-A6C34878D82A}">
                    <a16:rowId xmlns:a16="http://schemas.microsoft.com/office/drawing/2014/main" val="3577492400"/>
                  </a:ext>
                </a:extLst>
              </a:tr>
              <a:tr h="389835">
                <a:tc>
                  <a:txBody>
                    <a:bodyPr/>
                    <a:lstStyle/>
                    <a:p>
                      <a:r>
                        <a:rPr lang="en-US"/>
                        <a:t>boolean</a:t>
                      </a:r>
                    </a:p>
                  </a:txBody>
                  <a:tcPr anchor="ctr">
                    <a:lnL>
                      <a:noFill/>
                    </a:lnL>
                    <a:lnR>
                      <a:noFill/>
                    </a:lnR>
                    <a:lnT>
                      <a:noFill/>
                    </a:lnT>
                    <a:lnB>
                      <a:noFill/>
                    </a:lnB>
                    <a:noFill/>
                  </a:tcPr>
                </a:tc>
                <a:tc>
                  <a:txBody>
                    <a:bodyPr/>
                    <a:lstStyle/>
                    <a:p>
                      <a:r>
                        <a:rPr lang="en-US"/>
                        <a:t>false</a:t>
                      </a:r>
                    </a:p>
                  </a:txBody>
                  <a:tcPr anchor="ctr">
                    <a:lnL>
                      <a:noFill/>
                    </a:lnL>
                    <a:lnR>
                      <a:noFill/>
                    </a:lnR>
                    <a:lnT>
                      <a:noFill/>
                    </a:lnT>
                    <a:lnB>
                      <a:noFill/>
                    </a:lnB>
                    <a:noFill/>
                  </a:tcPr>
                </a:tc>
                <a:tc>
                  <a:txBody>
                    <a:bodyPr/>
                    <a:lstStyle/>
                    <a:p>
                      <a:r>
                        <a:rPr lang="en-US"/>
                        <a:t>1 bit</a:t>
                      </a:r>
                    </a:p>
                  </a:txBody>
                  <a:tcPr anchor="ctr">
                    <a:lnL>
                      <a:noFill/>
                    </a:lnL>
                    <a:lnR>
                      <a:noFill/>
                    </a:lnR>
                    <a:lnT>
                      <a:noFill/>
                    </a:lnT>
                    <a:lnB>
                      <a:noFill/>
                    </a:lnB>
                    <a:noFill/>
                  </a:tcPr>
                </a:tc>
                <a:extLst>
                  <a:ext uri="{0D108BD9-81ED-4DB2-BD59-A6C34878D82A}">
                    <a16:rowId xmlns:a16="http://schemas.microsoft.com/office/drawing/2014/main" val="561498233"/>
                  </a:ext>
                </a:extLst>
              </a:tr>
              <a:tr h="389835">
                <a:tc>
                  <a:txBody>
                    <a:bodyPr/>
                    <a:lstStyle/>
                    <a:p>
                      <a:r>
                        <a:rPr lang="en-US"/>
                        <a:t>char</a:t>
                      </a:r>
                    </a:p>
                  </a:txBody>
                  <a:tcPr anchor="ctr">
                    <a:lnL>
                      <a:noFill/>
                    </a:lnL>
                    <a:lnR>
                      <a:noFill/>
                    </a:lnR>
                    <a:lnT>
                      <a:noFill/>
                    </a:lnT>
                    <a:lnB>
                      <a:noFill/>
                    </a:lnB>
                    <a:noFill/>
                  </a:tcPr>
                </a:tc>
                <a:tc>
                  <a:txBody>
                    <a:bodyPr/>
                    <a:lstStyle/>
                    <a:p>
                      <a:r>
                        <a:rPr lang="en-US"/>
                        <a:t>'\u0000'</a:t>
                      </a:r>
                    </a:p>
                  </a:txBody>
                  <a:tcPr anchor="ctr">
                    <a:lnL>
                      <a:noFill/>
                    </a:lnL>
                    <a:lnR>
                      <a:noFill/>
                    </a:lnR>
                    <a:lnT>
                      <a:noFill/>
                    </a:lnT>
                    <a:lnB>
                      <a:noFill/>
                    </a:lnB>
                    <a:noFill/>
                  </a:tcPr>
                </a:tc>
                <a:tc>
                  <a:txBody>
                    <a:bodyPr/>
                    <a:lstStyle/>
                    <a:p>
                      <a:r>
                        <a:rPr lang="en-US"/>
                        <a:t>2 byte</a:t>
                      </a:r>
                    </a:p>
                  </a:txBody>
                  <a:tcPr anchor="ctr">
                    <a:lnL>
                      <a:noFill/>
                    </a:lnL>
                    <a:lnR>
                      <a:noFill/>
                    </a:lnR>
                    <a:lnT>
                      <a:noFill/>
                    </a:lnT>
                    <a:lnB>
                      <a:noFill/>
                    </a:lnB>
                    <a:noFill/>
                  </a:tcPr>
                </a:tc>
                <a:extLst>
                  <a:ext uri="{0D108BD9-81ED-4DB2-BD59-A6C34878D82A}">
                    <a16:rowId xmlns:a16="http://schemas.microsoft.com/office/drawing/2014/main" val="714964267"/>
                  </a:ext>
                </a:extLst>
              </a:tr>
              <a:tr h="389835">
                <a:tc>
                  <a:txBody>
                    <a:bodyPr/>
                    <a:lstStyle/>
                    <a:p>
                      <a:r>
                        <a:rPr lang="en-US"/>
                        <a:t>byte</a:t>
                      </a:r>
                    </a:p>
                  </a:txBody>
                  <a:tcPr anchor="ctr">
                    <a:lnL>
                      <a:noFill/>
                    </a:lnL>
                    <a:lnR>
                      <a:noFill/>
                    </a:lnR>
                    <a:lnT>
                      <a:noFill/>
                    </a:lnT>
                    <a:lnB>
                      <a:noFill/>
                    </a:lnB>
                    <a:noFill/>
                  </a:tcPr>
                </a:tc>
                <a:tc>
                  <a:txBody>
                    <a:bodyPr/>
                    <a:lstStyle/>
                    <a:p>
                      <a:r>
                        <a:rPr lang="en-US"/>
                        <a:t>0</a:t>
                      </a:r>
                    </a:p>
                  </a:txBody>
                  <a:tcPr anchor="ctr">
                    <a:lnL>
                      <a:noFill/>
                    </a:lnL>
                    <a:lnR>
                      <a:noFill/>
                    </a:lnR>
                    <a:lnT>
                      <a:noFill/>
                    </a:lnT>
                    <a:lnB>
                      <a:noFill/>
                    </a:lnB>
                    <a:noFill/>
                  </a:tcPr>
                </a:tc>
                <a:tc>
                  <a:txBody>
                    <a:bodyPr/>
                    <a:lstStyle/>
                    <a:p>
                      <a:r>
                        <a:rPr lang="en-US"/>
                        <a:t>1 byte</a:t>
                      </a:r>
                    </a:p>
                  </a:txBody>
                  <a:tcPr anchor="ctr">
                    <a:lnL>
                      <a:noFill/>
                    </a:lnL>
                    <a:lnR>
                      <a:noFill/>
                    </a:lnR>
                    <a:lnT>
                      <a:noFill/>
                    </a:lnT>
                    <a:lnB>
                      <a:noFill/>
                    </a:lnB>
                    <a:noFill/>
                  </a:tcPr>
                </a:tc>
                <a:extLst>
                  <a:ext uri="{0D108BD9-81ED-4DB2-BD59-A6C34878D82A}">
                    <a16:rowId xmlns:a16="http://schemas.microsoft.com/office/drawing/2014/main" val="3423324033"/>
                  </a:ext>
                </a:extLst>
              </a:tr>
              <a:tr h="389835">
                <a:tc>
                  <a:txBody>
                    <a:bodyPr/>
                    <a:lstStyle/>
                    <a:p>
                      <a:r>
                        <a:rPr lang="en-US"/>
                        <a:t>short</a:t>
                      </a:r>
                    </a:p>
                  </a:txBody>
                  <a:tcPr anchor="ctr">
                    <a:lnL>
                      <a:noFill/>
                    </a:lnL>
                    <a:lnR>
                      <a:noFill/>
                    </a:lnR>
                    <a:lnT>
                      <a:noFill/>
                    </a:lnT>
                    <a:lnB>
                      <a:noFill/>
                    </a:lnB>
                    <a:noFill/>
                  </a:tcPr>
                </a:tc>
                <a:tc>
                  <a:txBody>
                    <a:bodyPr/>
                    <a:lstStyle/>
                    <a:p>
                      <a:r>
                        <a:rPr lang="en-US"/>
                        <a:t>0</a:t>
                      </a:r>
                    </a:p>
                  </a:txBody>
                  <a:tcPr anchor="ctr">
                    <a:lnL>
                      <a:noFill/>
                    </a:lnL>
                    <a:lnR>
                      <a:noFill/>
                    </a:lnR>
                    <a:lnT>
                      <a:noFill/>
                    </a:lnT>
                    <a:lnB>
                      <a:noFill/>
                    </a:lnB>
                    <a:noFill/>
                  </a:tcPr>
                </a:tc>
                <a:tc>
                  <a:txBody>
                    <a:bodyPr/>
                    <a:lstStyle/>
                    <a:p>
                      <a:r>
                        <a:rPr lang="en-US"/>
                        <a:t>2 byte</a:t>
                      </a:r>
                    </a:p>
                  </a:txBody>
                  <a:tcPr anchor="ctr">
                    <a:lnL>
                      <a:noFill/>
                    </a:lnL>
                    <a:lnR>
                      <a:noFill/>
                    </a:lnR>
                    <a:lnT>
                      <a:noFill/>
                    </a:lnT>
                    <a:lnB>
                      <a:noFill/>
                    </a:lnB>
                    <a:noFill/>
                  </a:tcPr>
                </a:tc>
                <a:extLst>
                  <a:ext uri="{0D108BD9-81ED-4DB2-BD59-A6C34878D82A}">
                    <a16:rowId xmlns:a16="http://schemas.microsoft.com/office/drawing/2014/main" val="524043057"/>
                  </a:ext>
                </a:extLst>
              </a:tr>
              <a:tr h="389835">
                <a:tc>
                  <a:txBody>
                    <a:bodyPr/>
                    <a:lstStyle/>
                    <a:p>
                      <a:r>
                        <a:rPr lang="en-US"/>
                        <a:t>int</a:t>
                      </a:r>
                    </a:p>
                  </a:txBody>
                  <a:tcPr anchor="ctr">
                    <a:lnL>
                      <a:noFill/>
                    </a:lnL>
                    <a:lnR>
                      <a:noFill/>
                    </a:lnR>
                    <a:lnT>
                      <a:noFill/>
                    </a:lnT>
                    <a:lnB>
                      <a:noFill/>
                    </a:lnB>
                    <a:noFill/>
                  </a:tcPr>
                </a:tc>
                <a:tc>
                  <a:txBody>
                    <a:bodyPr/>
                    <a:lstStyle/>
                    <a:p>
                      <a:r>
                        <a:rPr lang="en-US"/>
                        <a:t>0</a:t>
                      </a:r>
                    </a:p>
                  </a:txBody>
                  <a:tcPr anchor="ctr">
                    <a:lnL>
                      <a:noFill/>
                    </a:lnL>
                    <a:lnR>
                      <a:noFill/>
                    </a:lnR>
                    <a:lnT>
                      <a:noFill/>
                    </a:lnT>
                    <a:lnB>
                      <a:noFill/>
                    </a:lnB>
                    <a:noFill/>
                  </a:tcPr>
                </a:tc>
                <a:tc>
                  <a:txBody>
                    <a:bodyPr/>
                    <a:lstStyle/>
                    <a:p>
                      <a:r>
                        <a:rPr lang="en-US"/>
                        <a:t>4 byte</a:t>
                      </a:r>
                    </a:p>
                  </a:txBody>
                  <a:tcPr anchor="ctr">
                    <a:lnL>
                      <a:noFill/>
                    </a:lnL>
                    <a:lnR>
                      <a:noFill/>
                    </a:lnR>
                    <a:lnT>
                      <a:noFill/>
                    </a:lnT>
                    <a:lnB>
                      <a:noFill/>
                    </a:lnB>
                    <a:noFill/>
                  </a:tcPr>
                </a:tc>
                <a:extLst>
                  <a:ext uri="{0D108BD9-81ED-4DB2-BD59-A6C34878D82A}">
                    <a16:rowId xmlns:a16="http://schemas.microsoft.com/office/drawing/2014/main" val="3344802661"/>
                  </a:ext>
                </a:extLst>
              </a:tr>
              <a:tr h="389835">
                <a:tc>
                  <a:txBody>
                    <a:bodyPr/>
                    <a:lstStyle/>
                    <a:p>
                      <a:r>
                        <a:rPr lang="en-US"/>
                        <a:t>long</a:t>
                      </a:r>
                    </a:p>
                  </a:txBody>
                  <a:tcPr anchor="ctr">
                    <a:lnL>
                      <a:noFill/>
                    </a:lnL>
                    <a:lnR>
                      <a:noFill/>
                    </a:lnR>
                    <a:lnT>
                      <a:noFill/>
                    </a:lnT>
                    <a:lnB>
                      <a:noFill/>
                    </a:lnB>
                    <a:noFill/>
                  </a:tcPr>
                </a:tc>
                <a:tc>
                  <a:txBody>
                    <a:bodyPr/>
                    <a:lstStyle/>
                    <a:p>
                      <a:r>
                        <a:rPr lang="en-US"/>
                        <a:t>0L</a:t>
                      </a:r>
                    </a:p>
                  </a:txBody>
                  <a:tcPr anchor="ctr">
                    <a:lnL>
                      <a:noFill/>
                    </a:lnL>
                    <a:lnR>
                      <a:noFill/>
                    </a:lnR>
                    <a:lnT>
                      <a:noFill/>
                    </a:lnT>
                    <a:lnB>
                      <a:noFill/>
                    </a:lnB>
                    <a:noFill/>
                  </a:tcPr>
                </a:tc>
                <a:tc>
                  <a:txBody>
                    <a:bodyPr/>
                    <a:lstStyle/>
                    <a:p>
                      <a:r>
                        <a:rPr lang="en-US"/>
                        <a:t>8 byte</a:t>
                      </a:r>
                    </a:p>
                  </a:txBody>
                  <a:tcPr anchor="ctr">
                    <a:lnL>
                      <a:noFill/>
                    </a:lnL>
                    <a:lnR>
                      <a:noFill/>
                    </a:lnR>
                    <a:lnT>
                      <a:noFill/>
                    </a:lnT>
                    <a:lnB>
                      <a:noFill/>
                    </a:lnB>
                    <a:noFill/>
                  </a:tcPr>
                </a:tc>
                <a:extLst>
                  <a:ext uri="{0D108BD9-81ED-4DB2-BD59-A6C34878D82A}">
                    <a16:rowId xmlns:a16="http://schemas.microsoft.com/office/drawing/2014/main" val="2335310010"/>
                  </a:ext>
                </a:extLst>
              </a:tr>
              <a:tr h="389835">
                <a:tc>
                  <a:txBody>
                    <a:bodyPr/>
                    <a:lstStyle/>
                    <a:p>
                      <a:r>
                        <a:rPr lang="en-US"/>
                        <a:t>float</a:t>
                      </a:r>
                    </a:p>
                  </a:txBody>
                  <a:tcPr anchor="ctr">
                    <a:lnL>
                      <a:noFill/>
                    </a:lnL>
                    <a:lnR>
                      <a:noFill/>
                    </a:lnR>
                    <a:lnT>
                      <a:noFill/>
                    </a:lnT>
                    <a:lnB>
                      <a:noFill/>
                    </a:lnB>
                    <a:noFill/>
                  </a:tcPr>
                </a:tc>
                <a:tc>
                  <a:txBody>
                    <a:bodyPr/>
                    <a:lstStyle/>
                    <a:p>
                      <a:r>
                        <a:rPr lang="en-US"/>
                        <a:t>0.0f</a:t>
                      </a:r>
                    </a:p>
                  </a:txBody>
                  <a:tcPr anchor="ctr">
                    <a:lnL>
                      <a:noFill/>
                    </a:lnL>
                    <a:lnR>
                      <a:noFill/>
                    </a:lnR>
                    <a:lnT>
                      <a:noFill/>
                    </a:lnT>
                    <a:lnB>
                      <a:noFill/>
                    </a:lnB>
                    <a:noFill/>
                  </a:tcPr>
                </a:tc>
                <a:tc>
                  <a:txBody>
                    <a:bodyPr/>
                    <a:lstStyle/>
                    <a:p>
                      <a:r>
                        <a:rPr lang="en-US"/>
                        <a:t>4 byte</a:t>
                      </a:r>
                    </a:p>
                  </a:txBody>
                  <a:tcPr anchor="ctr">
                    <a:lnL>
                      <a:noFill/>
                    </a:lnL>
                    <a:lnR>
                      <a:noFill/>
                    </a:lnR>
                    <a:lnT>
                      <a:noFill/>
                    </a:lnT>
                    <a:lnB>
                      <a:noFill/>
                    </a:lnB>
                    <a:noFill/>
                  </a:tcPr>
                </a:tc>
                <a:extLst>
                  <a:ext uri="{0D108BD9-81ED-4DB2-BD59-A6C34878D82A}">
                    <a16:rowId xmlns:a16="http://schemas.microsoft.com/office/drawing/2014/main" val="2191039533"/>
                  </a:ext>
                </a:extLst>
              </a:tr>
              <a:tr h="389835">
                <a:tc>
                  <a:txBody>
                    <a:bodyPr/>
                    <a:lstStyle/>
                    <a:p>
                      <a:r>
                        <a:rPr lang="en-US"/>
                        <a:t>double</a:t>
                      </a:r>
                    </a:p>
                  </a:txBody>
                  <a:tcPr anchor="ctr">
                    <a:lnL>
                      <a:noFill/>
                    </a:lnL>
                    <a:lnR>
                      <a:noFill/>
                    </a:lnR>
                    <a:lnT>
                      <a:noFill/>
                    </a:lnT>
                    <a:lnB>
                      <a:noFill/>
                    </a:lnB>
                    <a:noFill/>
                  </a:tcPr>
                </a:tc>
                <a:tc>
                  <a:txBody>
                    <a:bodyPr/>
                    <a:lstStyle/>
                    <a:p>
                      <a:r>
                        <a:rPr lang="en-US"/>
                        <a:t>0.0d</a:t>
                      </a:r>
                    </a:p>
                  </a:txBody>
                  <a:tcPr anchor="ctr">
                    <a:lnL>
                      <a:noFill/>
                    </a:lnL>
                    <a:lnR>
                      <a:noFill/>
                    </a:lnR>
                    <a:lnT>
                      <a:noFill/>
                    </a:lnT>
                    <a:lnB>
                      <a:noFill/>
                    </a:lnB>
                    <a:noFill/>
                  </a:tcPr>
                </a:tc>
                <a:tc>
                  <a:txBody>
                    <a:bodyPr/>
                    <a:lstStyle/>
                    <a:p>
                      <a:r>
                        <a:rPr lang="en-US" dirty="0"/>
                        <a:t>8 byte</a:t>
                      </a:r>
                    </a:p>
                  </a:txBody>
                  <a:tcPr anchor="ctr">
                    <a:lnL>
                      <a:noFill/>
                    </a:lnL>
                    <a:lnR>
                      <a:noFill/>
                    </a:lnR>
                    <a:lnT>
                      <a:noFill/>
                    </a:lnT>
                    <a:lnB>
                      <a:noFill/>
                    </a:lnB>
                    <a:noFill/>
                  </a:tcPr>
                </a:tc>
                <a:extLst>
                  <a:ext uri="{0D108BD9-81ED-4DB2-BD59-A6C34878D82A}">
                    <a16:rowId xmlns:a16="http://schemas.microsoft.com/office/drawing/2014/main" val="1422077205"/>
                  </a:ext>
                </a:extLst>
              </a:tr>
            </a:tbl>
          </a:graphicData>
        </a:graphic>
      </p:graphicFrame>
    </p:spTree>
    <p:extLst>
      <p:ext uri="{BB962C8B-B14F-4D97-AF65-F5344CB8AC3E}">
        <p14:creationId xmlns:p14="http://schemas.microsoft.com/office/powerpoint/2010/main" val="5580044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64C0E11-7DE4-D558-C3EF-9B3C7A9BF17D}"/>
              </a:ext>
            </a:extLst>
          </p:cNvPr>
          <p:cNvSpPr>
            <a:spLocks noGrp="1"/>
          </p:cNvSpPr>
          <p:nvPr>
            <p:ph type="title"/>
          </p:nvPr>
        </p:nvSpPr>
        <p:spPr>
          <a:xfrm>
            <a:off x="1280160" y="685800"/>
            <a:ext cx="9137012" cy="765928"/>
          </a:xfrm>
        </p:spPr>
        <p:txBody>
          <a:bodyPr anchor="b">
            <a:normAutofit/>
          </a:bodyPr>
          <a:lstStyle/>
          <a:p>
            <a:r>
              <a:rPr lang="en-US" dirty="0"/>
              <a:t>Java</a:t>
            </a:r>
          </a:p>
        </p:txBody>
      </p:sp>
      <p:sp>
        <p:nvSpPr>
          <p:cNvPr id="5" name="Content Placeholder 4">
            <a:extLst>
              <a:ext uri="{FF2B5EF4-FFF2-40B4-BE49-F238E27FC236}">
                <a16:creationId xmlns:a16="http://schemas.microsoft.com/office/drawing/2014/main" id="{91D29D4B-1461-3251-B39B-F8E398D00166}"/>
              </a:ext>
            </a:extLst>
          </p:cNvPr>
          <p:cNvSpPr>
            <a:spLocks noGrp="1"/>
          </p:cNvSpPr>
          <p:nvPr>
            <p:ph sz="half" idx="2"/>
          </p:nvPr>
        </p:nvSpPr>
        <p:spPr>
          <a:xfrm>
            <a:off x="999241" y="1451728"/>
            <a:ext cx="9615339" cy="5326144"/>
          </a:xfrm>
        </p:spPr>
        <p:txBody>
          <a:bodyPr/>
          <a:lstStyle/>
          <a:p>
            <a:endParaRPr lang="en-US" dirty="0"/>
          </a:p>
          <a:p>
            <a:r>
              <a:rPr lang="en-US" b="1" dirty="0"/>
              <a:t>1. Boolean Data Type</a:t>
            </a:r>
          </a:p>
          <a:p>
            <a:r>
              <a:rPr lang="en-US" dirty="0"/>
              <a:t>	Boolean data type represents only one bit of information either </a:t>
            </a:r>
            <a:r>
              <a:rPr lang="en-US" b="1" dirty="0"/>
              <a:t>true</a:t>
            </a:r>
            <a:r>
              <a:rPr lang="en-US" dirty="0"/>
              <a:t> or </a:t>
            </a:r>
            <a:r>
              <a:rPr lang="en-US" b="1" dirty="0"/>
              <a:t>false</a:t>
            </a:r>
            <a:r>
              <a:rPr lang="en-US" dirty="0"/>
              <a:t> which is intended to represent the two truth values of logic and Boolean algebra, but the size of the </a:t>
            </a:r>
            <a:r>
              <a:rPr lang="en-US" dirty="0" err="1"/>
              <a:t>boolean</a:t>
            </a:r>
            <a:r>
              <a:rPr lang="en-US" dirty="0"/>
              <a:t> data type is virtual machine-dependent. Values of type </a:t>
            </a:r>
            <a:r>
              <a:rPr lang="en-US" dirty="0" err="1"/>
              <a:t>boolean</a:t>
            </a:r>
            <a:r>
              <a:rPr lang="en-US" dirty="0"/>
              <a:t> are not converted implicitly or explicitly (with casts) to any other type. But the programmer can easily write conversion code.</a:t>
            </a:r>
          </a:p>
          <a:p>
            <a:r>
              <a:rPr lang="en-US" b="1" dirty="0"/>
              <a:t>2. Byte Data Type</a:t>
            </a:r>
          </a:p>
          <a:p>
            <a:pPr rtl="0"/>
            <a:r>
              <a:rPr lang="en-US" dirty="0"/>
              <a:t>The byte data type is an 8-bit signed two’s complement integer. The byte data type is useful for saving memory in large arrays.</a:t>
            </a:r>
          </a:p>
          <a:p>
            <a:r>
              <a:rPr lang="en-US" b="1" dirty="0"/>
              <a:t>3. Short Data Type</a:t>
            </a:r>
          </a:p>
          <a:p>
            <a:pPr rtl="0"/>
            <a:r>
              <a:rPr lang="en-US" dirty="0"/>
              <a:t>The short data type is a 16-bit signed two’s complement integer. Similar to byte, use a short to save memory in large arrays, in situations where the memory savings actually matters.</a:t>
            </a:r>
          </a:p>
          <a:p>
            <a:r>
              <a:rPr lang="en-US" b="1" dirty="0"/>
              <a:t>4. Integer Data Type</a:t>
            </a:r>
          </a:p>
          <a:p>
            <a:pPr rtl="0"/>
            <a:r>
              <a:rPr lang="en-US" dirty="0"/>
              <a:t>It is a 32-bit signed two’s complement integer.</a:t>
            </a:r>
          </a:p>
          <a:p>
            <a:pPr rtl="0"/>
            <a:endParaRPr lang="en-US" dirty="0"/>
          </a:p>
          <a:p>
            <a:pPr rtl="0"/>
            <a:endParaRPr lang="en-US" dirty="0"/>
          </a:p>
          <a:p>
            <a:endParaRPr lang="en-US" dirty="0"/>
          </a:p>
        </p:txBody>
      </p:sp>
    </p:spTree>
    <p:extLst>
      <p:ext uri="{BB962C8B-B14F-4D97-AF65-F5344CB8AC3E}">
        <p14:creationId xmlns:p14="http://schemas.microsoft.com/office/powerpoint/2010/main" val="11909230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64C0E11-7DE4-D558-C3EF-9B3C7A9BF17D}"/>
              </a:ext>
            </a:extLst>
          </p:cNvPr>
          <p:cNvSpPr>
            <a:spLocks noGrp="1"/>
          </p:cNvSpPr>
          <p:nvPr>
            <p:ph type="title"/>
          </p:nvPr>
        </p:nvSpPr>
        <p:spPr>
          <a:xfrm>
            <a:off x="1280160" y="685800"/>
            <a:ext cx="9137012" cy="765928"/>
          </a:xfrm>
        </p:spPr>
        <p:txBody>
          <a:bodyPr anchor="b">
            <a:normAutofit/>
          </a:bodyPr>
          <a:lstStyle/>
          <a:p>
            <a:r>
              <a:rPr lang="en-US" dirty="0"/>
              <a:t>Java</a:t>
            </a:r>
          </a:p>
        </p:txBody>
      </p:sp>
      <p:sp>
        <p:nvSpPr>
          <p:cNvPr id="5" name="Content Placeholder 4">
            <a:extLst>
              <a:ext uri="{FF2B5EF4-FFF2-40B4-BE49-F238E27FC236}">
                <a16:creationId xmlns:a16="http://schemas.microsoft.com/office/drawing/2014/main" id="{91D29D4B-1461-3251-B39B-F8E398D00166}"/>
              </a:ext>
            </a:extLst>
          </p:cNvPr>
          <p:cNvSpPr>
            <a:spLocks noGrp="1"/>
          </p:cNvSpPr>
          <p:nvPr>
            <p:ph sz="half" idx="2"/>
          </p:nvPr>
        </p:nvSpPr>
        <p:spPr>
          <a:xfrm>
            <a:off x="999241" y="1451728"/>
            <a:ext cx="9615339" cy="5326144"/>
          </a:xfrm>
        </p:spPr>
        <p:txBody>
          <a:bodyPr>
            <a:normAutofit lnSpcReduction="10000"/>
          </a:bodyPr>
          <a:lstStyle/>
          <a:p>
            <a:endParaRPr lang="en-US" dirty="0"/>
          </a:p>
          <a:p>
            <a:r>
              <a:rPr lang="en-US" b="1" dirty="0"/>
              <a:t>5. Long Data Type</a:t>
            </a:r>
          </a:p>
          <a:p>
            <a:pPr rtl="0"/>
            <a:r>
              <a:rPr lang="en-US" dirty="0"/>
              <a:t> The range of a long is quite large. The long data type is a 64-bit two’s complement integer and is useful for those occasions where an int type is not large enough to hold the desired value. The size of the Long Datatype is 8 bytes (64 bits).</a:t>
            </a:r>
          </a:p>
          <a:p>
            <a:r>
              <a:rPr lang="en-US" b="1" dirty="0"/>
              <a:t>7. Double Data Type</a:t>
            </a:r>
          </a:p>
          <a:p>
            <a:pPr rtl="0"/>
            <a:r>
              <a:rPr lang="en-US" dirty="0"/>
              <a:t>The double data type is a double-precision 64-bit IEEE 754 floating-point. For decimal values, this data type is generally the default choice. The size of the double data type is 8 bytes or 64 bits.</a:t>
            </a:r>
          </a:p>
          <a:p>
            <a:r>
              <a:rPr lang="en-US" b="1" dirty="0"/>
              <a:t>8. Char Data Type</a:t>
            </a:r>
          </a:p>
          <a:p>
            <a:pPr rtl="0"/>
            <a:r>
              <a:rPr lang="en-US" dirty="0"/>
              <a:t>The char data type is a single 16-bit Unicode character with the size of 2 bytes (16 bits).</a:t>
            </a:r>
          </a:p>
          <a:p>
            <a:r>
              <a:rPr lang="en-US" b="1" dirty="0"/>
              <a:t>Why is the Size of char 2 bytes in Java? </a:t>
            </a:r>
          </a:p>
          <a:p>
            <a:pPr rtl="0"/>
            <a:r>
              <a:rPr lang="en-US" dirty="0"/>
              <a:t>So, other languages like C/C++ use only ASCII characters, and to represent all ASCII characters 8 bits is enough. But Java uses the </a:t>
            </a:r>
            <a:r>
              <a:rPr lang="en-US" b="1" dirty="0"/>
              <a:t>Unicode system not the ASCII code System</a:t>
            </a:r>
            <a:r>
              <a:rPr lang="en-US" dirty="0"/>
              <a:t> and to represent the Unicode system 8 bits is not enough to represent all characters so Java uses 2 bytes for characters. </a:t>
            </a:r>
            <a:r>
              <a:rPr lang="en-US" b="1" dirty="0"/>
              <a:t>Unicode</a:t>
            </a:r>
            <a:r>
              <a:rPr lang="en-US" dirty="0"/>
              <a:t> defines a fully international character set that can represent most of the world’s written languages. It is a unification of dozens of character sets, such as Latin, Greek, Cyrillic, Katakana, Arabic, and many more.</a:t>
            </a:r>
          </a:p>
          <a:p>
            <a:endParaRPr lang="en-US" dirty="0"/>
          </a:p>
        </p:txBody>
      </p:sp>
    </p:spTree>
    <p:extLst>
      <p:ext uri="{BB962C8B-B14F-4D97-AF65-F5344CB8AC3E}">
        <p14:creationId xmlns:p14="http://schemas.microsoft.com/office/powerpoint/2010/main" val="31558408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64C0E11-7DE4-D558-C3EF-9B3C7A9BF17D}"/>
              </a:ext>
            </a:extLst>
          </p:cNvPr>
          <p:cNvSpPr>
            <a:spLocks noGrp="1"/>
          </p:cNvSpPr>
          <p:nvPr>
            <p:ph type="title"/>
          </p:nvPr>
        </p:nvSpPr>
        <p:spPr>
          <a:xfrm>
            <a:off x="1280160" y="685800"/>
            <a:ext cx="9137012" cy="765928"/>
          </a:xfrm>
        </p:spPr>
        <p:txBody>
          <a:bodyPr anchor="b">
            <a:normAutofit/>
          </a:bodyPr>
          <a:lstStyle/>
          <a:p>
            <a:r>
              <a:rPr lang="en-US" dirty="0"/>
              <a:t>Java</a:t>
            </a:r>
          </a:p>
        </p:txBody>
      </p:sp>
      <p:sp>
        <p:nvSpPr>
          <p:cNvPr id="5" name="Content Placeholder 4">
            <a:extLst>
              <a:ext uri="{FF2B5EF4-FFF2-40B4-BE49-F238E27FC236}">
                <a16:creationId xmlns:a16="http://schemas.microsoft.com/office/drawing/2014/main" id="{91D29D4B-1461-3251-B39B-F8E398D00166}"/>
              </a:ext>
            </a:extLst>
          </p:cNvPr>
          <p:cNvSpPr>
            <a:spLocks noGrp="1"/>
          </p:cNvSpPr>
          <p:nvPr>
            <p:ph sz="half" idx="2"/>
          </p:nvPr>
        </p:nvSpPr>
        <p:spPr>
          <a:xfrm>
            <a:off x="999241" y="1451728"/>
            <a:ext cx="9615339" cy="5326144"/>
          </a:xfrm>
        </p:spPr>
        <p:txBody>
          <a:bodyPr>
            <a:normAutofit/>
          </a:bodyPr>
          <a:lstStyle/>
          <a:p>
            <a:endParaRPr lang="en-US" dirty="0"/>
          </a:p>
          <a:p>
            <a:r>
              <a:rPr lang="en-US" b="1" dirty="0"/>
              <a:t>Non-Primitive Data Type or Reference Data Types</a:t>
            </a:r>
          </a:p>
          <a:p>
            <a:pPr rtl="0"/>
            <a:r>
              <a:rPr lang="en-US" dirty="0"/>
              <a:t>The </a:t>
            </a:r>
            <a:r>
              <a:rPr lang="en-US" b="1" dirty="0"/>
              <a:t>Reference Data Types</a:t>
            </a:r>
            <a:r>
              <a:rPr lang="en-US" dirty="0"/>
              <a:t> will contain a memory address of variable values because the reference types won’t store the variable value directly in memory. They are strings, objects, arrays, etc. </a:t>
            </a:r>
          </a:p>
          <a:p>
            <a:r>
              <a:rPr lang="en-US" dirty="0"/>
              <a:t>1. Strings </a:t>
            </a:r>
          </a:p>
          <a:p>
            <a:r>
              <a:rPr lang="en-US" dirty="0"/>
              <a:t>Strings are defined as an array of characters. The difference between a character array and a string in Java is, that the string is designed to hold a sequence of characters in a single variable whereas, a character array is a collection of separate char-type entities. Unlike C/C++, Java strings are not terminated with a null character.</a:t>
            </a:r>
          </a:p>
          <a:p>
            <a:r>
              <a:rPr lang="en-US" dirty="0"/>
              <a:t>Syntax: Declaring a string</a:t>
            </a:r>
          </a:p>
          <a:p>
            <a:r>
              <a:rPr lang="en-US" dirty="0"/>
              <a:t>&lt;</a:t>
            </a:r>
            <a:r>
              <a:rPr lang="en-US" dirty="0" err="1"/>
              <a:t>String_Type</a:t>
            </a:r>
            <a:r>
              <a:rPr lang="en-US" dirty="0"/>
              <a:t>&gt; &lt;</a:t>
            </a:r>
            <a:r>
              <a:rPr lang="en-US" dirty="0" err="1"/>
              <a:t>string_variable</a:t>
            </a:r>
            <a:r>
              <a:rPr lang="en-US" dirty="0"/>
              <a:t>&gt; = “&lt;</a:t>
            </a:r>
            <a:r>
              <a:rPr lang="en-US" dirty="0" err="1"/>
              <a:t>sequence_of_string</a:t>
            </a:r>
            <a:r>
              <a:rPr lang="en-US" dirty="0"/>
              <a:t>&gt;”;</a:t>
            </a:r>
          </a:p>
        </p:txBody>
      </p:sp>
    </p:spTree>
    <p:extLst>
      <p:ext uri="{BB962C8B-B14F-4D97-AF65-F5344CB8AC3E}">
        <p14:creationId xmlns:p14="http://schemas.microsoft.com/office/powerpoint/2010/main" val="18473977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64C0E11-7DE4-D558-C3EF-9B3C7A9BF17D}"/>
              </a:ext>
            </a:extLst>
          </p:cNvPr>
          <p:cNvSpPr>
            <a:spLocks noGrp="1"/>
          </p:cNvSpPr>
          <p:nvPr>
            <p:ph type="title"/>
          </p:nvPr>
        </p:nvSpPr>
        <p:spPr>
          <a:xfrm>
            <a:off x="1280160" y="685800"/>
            <a:ext cx="9137012" cy="765928"/>
          </a:xfrm>
        </p:spPr>
        <p:txBody>
          <a:bodyPr anchor="b">
            <a:normAutofit/>
          </a:bodyPr>
          <a:lstStyle/>
          <a:p>
            <a:r>
              <a:rPr lang="en-US" dirty="0"/>
              <a:t>Java</a:t>
            </a:r>
          </a:p>
        </p:txBody>
      </p:sp>
      <p:sp>
        <p:nvSpPr>
          <p:cNvPr id="5" name="Content Placeholder 4">
            <a:extLst>
              <a:ext uri="{FF2B5EF4-FFF2-40B4-BE49-F238E27FC236}">
                <a16:creationId xmlns:a16="http://schemas.microsoft.com/office/drawing/2014/main" id="{91D29D4B-1461-3251-B39B-F8E398D00166}"/>
              </a:ext>
            </a:extLst>
          </p:cNvPr>
          <p:cNvSpPr>
            <a:spLocks noGrp="1"/>
          </p:cNvSpPr>
          <p:nvPr>
            <p:ph sz="half" idx="2"/>
          </p:nvPr>
        </p:nvSpPr>
        <p:spPr>
          <a:xfrm>
            <a:off x="999241" y="1451728"/>
            <a:ext cx="9615339" cy="5326144"/>
          </a:xfrm>
        </p:spPr>
        <p:txBody>
          <a:bodyPr>
            <a:normAutofit lnSpcReduction="10000"/>
          </a:bodyPr>
          <a:lstStyle/>
          <a:p>
            <a:r>
              <a:rPr lang="en-US" b="1" dirty="0"/>
              <a:t>Literals in Java</a:t>
            </a:r>
          </a:p>
          <a:p>
            <a:r>
              <a:rPr lang="en-US" dirty="0"/>
              <a:t>Any constant value which can be assigned to the variable is called literal/constant. </a:t>
            </a:r>
          </a:p>
          <a:p>
            <a:r>
              <a:rPr lang="en-US" dirty="0"/>
              <a:t>In simple words, Literals in Java is a synthetic representation of </a:t>
            </a:r>
            <a:r>
              <a:rPr lang="en-US" dirty="0" err="1"/>
              <a:t>boolean</a:t>
            </a:r>
            <a:r>
              <a:rPr lang="en-US" dirty="0"/>
              <a:t>, numeric, character, or string data. It is a medium of expressing particular values in the program, such as an integer variable named ‘’/count is assigned an integer value in the following statement.</a:t>
            </a:r>
          </a:p>
          <a:p>
            <a:r>
              <a:rPr lang="en-US" dirty="0"/>
              <a:t>// Here 100 is a constant/literal.</a:t>
            </a:r>
          </a:p>
          <a:p>
            <a:r>
              <a:rPr lang="en-US" dirty="0"/>
              <a:t>int x = 100; </a:t>
            </a:r>
          </a:p>
          <a:p>
            <a:r>
              <a:rPr lang="en-US" b="1" dirty="0"/>
              <a:t>Integral literals</a:t>
            </a:r>
          </a:p>
          <a:p>
            <a:r>
              <a:rPr lang="en-US" dirty="0"/>
              <a:t>For Integral data types (byte, short, int, long)</a:t>
            </a:r>
          </a:p>
          <a:p>
            <a:r>
              <a:rPr lang="en-US" b="1" dirty="0">
                <a:effectLst/>
              </a:rPr>
              <a:t>Floating-Point literal</a:t>
            </a:r>
          </a:p>
          <a:p>
            <a:r>
              <a:rPr lang="en-US" dirty="0"/>
              <a:t>Floating-point data types, we can specify literals in only decimal form, and we cant specify in octal and Hexadecimal forms. </a:t>
            </a:r>
          </a:p>
          <a:p>
            <a:r>
              <a:rPr lang="en-US" dirty="0"/>
              <a:t>double d = 123.456;</a:t>
            </a:r>
          </a:p>
          <a:p>
            <a:r>
              <a:rPr lang="en-US" b="1" dirty="0">
                <a:effectLst/>
              </a:rPr>
              <a:t>Char literals : </a:t>
            </a:r>
            <a:r>
              <a:rPr lang="en-US" dirty="0"/>
              <a:t>For char data types</a:t>
            </a:r>
          </a:p>
          <a:p>
            <a:r>
              <a:rPr lang="en-US" dirty="0"/>
              <a:t>char </a:t>
            </a:r>
            <a:r>
              <a:rPr lang="en-US" dirty="0" err="1"/>
              <a:t>ch</a:t>
            </a:r>
            <a:r>
              <a:rPr lang="en-US" dirty="0"/>
              <a:t> = 'a';</a:t>
            </a:r>
          </a:p>
        </p:txBody>
      </p:sp>
    </p:spTree>
    <p:extLst>
      <p:ext uri="{BB962C8B-B14F-4D97-AF65-F5344CB8AC3E}">
        <p14:creationId xmlns:p14="http://schemas.microsoft.com/office/powerpoint/2010/main" val="23688496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64C0E11-7DE4-D558-C3EF-9B3C7A9BF17D}"/>
              </a:ext>
            </a:extLst>
          </p:cNvPr>
          <p:cNvSpPr>
            <a:spLocks noGrp="1"/>
          </p:cNvSpPr>
          <p:nvPr>
            <p:ph type="title"/>
          </p:nvPr>
        </p:nvSpPr>
        <p:spPr>
          <a:xfrm>
            <a:off x="1280160" y="685800"/>
            <a:ext cx="9137012" cy="765928"/>
          </a:xfrm>
        </p:spPr>
        <p:txBody>
          <a:bodyPr anchor="b">
            <a:normAutofit/>
          </a:bodyPr>
          <a:lstStyle/>
          <a:p>
            <a:r>
              <a:rPr lang="en-US" dirty="0"/>
              <a:t>Java</a:t>
            </a:r>
          </a:p>
        </p:txBody>
      </p:sp>
      <p:sp>
        <p:nvSpPr>
          <p:cNvPr id="5" name="Content Placeholder 4">
            <a:extLst>
              <a:ext uri="{FF2B5EF4-FFF2-40B4-BE49-F238E27FC236}">
                <a16:creationId xmlns:a16="http://schemas.microsoft.com/office/drawing/2014/main" id="{91D29D4B-1461-3251-B39B-F8E398D00166}"/>
              </a:ext>
            </a:extLst>
          </p:cNvPr>
          <p:cNvSpPr>
            <a:spLocks noGrp="1"/>
          </p:cNvSpPr>
          <p:nvPr>
            <p:ph sz="half" idx="2"/>
          </p:nvPr>
        </p:nvSpPr>
        <p:spPr>
          <a:xfrm>
            <a:off x="999241" y="1451728"/>
            <a:ext cx="9615339" cy="5326144"/>
          </a:xfrm>
        </p:spPr>
        <p:txBody>
          <a:bodyPr>
            <a:normAutofit/>
          </a:bodyPr>
          <a:lstStyle/>
          <a:p>
            <a:r>
              <a:rPr lang="en-US" dirty="0"/>
              <a:t>String literals</a:t>
            </a:r>
          </a:p>
          <a:p>
            <a:r>
              <a:rPr lang="en-US" dirty="0"/>
              <a:t>	Any sequence of characters within double quotes is treated as String literals. </a:t>
            </a:r>
          </a:p>
          <a:p>
            <a:r>
              <a:rPr lang="en-US" dirty="0"/>
              <a:t>	String s = "Hello";</a:t>
            </a:r>
          </a:p>
          <a:p>
            <a:r>
              <a:rPr lang="en-US" dirty="0"/>
              <a:t>	</a:t>
            </a:r>
          </a:p>
          <a:p>
            <a:r>
              <a:rPr lang="en-US" dirty="0"/>
              <a:t>Boolean literals</a:t>
            </a:r>
          </a:p>
          <a:p>
            <a:r>
              <a:rPr lang="en-US" dirty="0"/>
              <a:t>	Only two values are allowed for Boolean literals, i.e., true and false. </a:t>
            </a:r>
          </a:p>
          <a:p>
            <a:r>
              <a:rPr lang="en-US" dirty="0"/>
              <a:t>	</a:t>
            </a:r>
            <a:r>
              <a:rPr lang="en-US" dirty="0" err="1"/>
              <a:t>boolean</a:t>
            </a:r>
            <a:r>
              <a:rPr lang="en-US" dirty="0"/>
              <a:t> b = true;</a:t>
            </a:r>
          </a:p>
        </p:txBody>
      </p:sp>
    </p:spTree>
    <p:extLst>
      <p:ext uri="{BB962C8B-B14F-4D97-AF65-F5344CB8AC3E}">
        <p14:creationId xmlns:p14="http://schemas.microsoft.com/office/powerpoint/2010/main" val="16042753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64C0E11-7DE4-D558-C3EF-9B3C7A9BF17D}"/>
              </a:ext>
            </a:extLst>
          </p:cNvPr>
          <p:cNvSpPr>
            <a:spLocks noGrp="1"/>
          </p:cNvSpPr>
          <p:nvPr>
            <p:ph type="title"/>
          </p:nvPr>
        </p:nvSpPr>
        <p:spPr>
          <a:xfrm>
            <a:off x="1280160" y="685800"/>
            <a:ext cx="9137012" cy="765928"/>
          </a:xfrm>
        </p:spPr>
        <p:txBody>
          <a:bodyPr anchor="b">
            <a:normAutofit/>
          </a:bodyPr>
          <a:lstStyle/>
          <a:p>
            <a:r>
              <a:rPr lang="en-US" dirty="0"/>
              <a:t>Java</a:t>
            </a:r>
          </a:p>
        </p:txBody>
      </p:sp>
      <p:sp>
        <p:nvSpPr>
          <p:cNvPr id="5" name="Content Placeholder 4">
            <a:extLst>
              <a:ext uri="{FF2B5EF4-FFF2-40B4-BE49-F238E27FC236}">
                <a16:creationId xmlns:a16="http://schemas.microsoft.com/office/drawing/2014/main" id="{91D29D4B-1461-3251-B39B-F8E398D00166}"/>
              </a:ext>
            </a:extLst>
          </p:cNvPr>
          <p:cNvSpPr>
            <a:spLocks noGrp="1"/>
          </p:cNvSpPr>
          <p:nvPr>
            <p:ph sz="half" idx="2"/>
          </p:nvPr>
        </p:nvSpPr>
        <p:spPr>
          <a:xfrm>
            <a:off x="999241" y="1451728"/>
            <a:ext cx="9615339" cy="5326144"/>
          </a:xfrm>
        </p:spPr>
        <p:txBody>
          <a:bodyPr>
            <a:normAutofit/>
          </a:bodyPr>
          <a:lstStyle/>
          <a:p>
            <a:r>
              <a:rPr lang="en-US" dirty="0"/>
              <a:t>String literals</a:t>
            </a:r>
          </a:p>
          <a:p>
            <a:r>
              <a:rPr lang="en-US" dirty="0"/>
              <a:t>	Any sequence of characters within double quotes is treated as String literals. </a:t>
            </a:r>
          </a:p>
          <a:p>
            <a:r>
              <a:rPr lang="en-US" dirty="0"/>
              <a:t>	String s = "Hello";</a:t>
            </a:r>
          </a:p>
          <a:p>
            <a:r>
              <a:rPr lang="en-US" dirty="0"/>
              <a:t>	</a:t>
            </a:r>
          </a:p>
          <a:p>
            <a:r>
              <a:rPr lang="en-US" dirty="0"/>
              <a:t>Boolean literals</a:t>
            </a:r>
          </a:p>
          <a:p>
            <a:r>
              <a:rPr lang="en-US" dirty="0"/>
              <a:t>	Only two values are allowed for Boolean literals, i.e., true and false. </a:t>
            </a:r>
          </a:p>
          <a:p>
            <a:r>
              <a:rPr lang="en-US" dirty="0"/>
              <a:t>	</a:t>
            </a:r>
            <a:r>
              <a:rPr lang="en-US" dirty="0" err="1"/>
              <a:t>boolean</a:t>
            </a:r>
            <a:r>
              <a:rPr lang="en-US" dirty="0"/>
              <a:t> b = true;</a:t>
            </a:r>
          </a:p>
        </p:txBody>
      </p:sp>
    </p:spTree>
    <p:extLst>
      <p:ext uri="{BB962C8B-B14F-4D97-AF65-F5344CB8AC3E}">
        <p14:creationId xmlns:p14="http://schemas.microsoft.com/office/powerpoint/2010/main" val="13851651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75D893-E98A-260A-9EC4-B9365E533FD5}"/>
              </a:ext>
            </a:extLst>
          </p:cNvPr>
          <p:cNvSpPr>
            <a:spLocks noGrp="1"/>
          </p:cNvSpPr>
          <p:nvPr>
            <p:ph type="title"/>
          </p:nvPr>
        </p:nvSpPr>
        <p:spPr>
          <a:xfrm>
            <a:off x="2792897" y="585216"/>
            <a:ext cx="8965094" cy="2276856"/>
          </a:xfrm>
        </p:spPr>
        <p:txBody>
          <a:bodyPr/>
          <a:lstStyle/>
          <a:p>
            <a:r>
              <a:rPr lang="en-US" dirty="0"/>
              <a:t>Thank you</a:t>
            </a:r>
          </a:p>
        </p:txBody>
      </p:sp>
      <p:pic>
        <p:nvPicPr>
          <p:cNvPr id="5" name="Picture Placeholder 14" descr="Mountains under near dusk sky">
            <a:extLst>
              <a:ext uri="{FF2B5EF4-FFF2-40B4-BE49-F238E27FC236}">
                <a16:creationId xmlns:a16="http://schemas.microsoft.com/office/drawing/2014/main" id="{DE72DC91-8DC9-B68C-C1D3-8F5273481A74}"/>
              </a:ext>
            </a:extLst>
          </p:cNvPr>
          <p:cNvPicPr>
            <a:picLocks noGrp="1" noChangeAspect="1"/>
          </p:cNvPicPr>
          <p:nvPr>
            <p:ph type="pic" sz="quarter" idx="14"/>
          </p:nvPr>
        </p:nvPicPr>
        <p:blipFill rotWithShape="1">
          <a:blip r:embed="rId3"/>
          <a:srcRect l="13191" r="13191"/>
          <a:stretch/>
        </p:blipFill>
        <p:spPr>
          <a:xfrm>
            <a:off x="1371606" y="3205313"/>
            <a:ext cx="3043077" cy="3043083"/>
          </a:xfrm>
        </p:spPr>
      </p:pic>
      <p:sp>
        <p:nvSpPr>
          <p:cNvPr id="3" name="Text Placeholder 2">
            <a:extLst>
              <a:ext uri="{FF2B5EF4-FFF2-40B4-BE49-F238E27FC236}">
                <a16:creationId xmlns:a16="http://schemas.microsoft.com/office/drawing/2014/main" id="{FD70D88C-5989-4007-4953-F54A4A34B778}"/>
              </a:ext>
            </a:extLst>
          </p:cNvPr>
          <p:cNvSpPr>
            <a:spLocks noGrp="1"/>
          </p:cNvSpPr>
          <p:nvPr>
            <p:ph type="body" sz="quarter" idx="13"/>
          </p:nvPr>
        </p:nvSpPr>
        <p:spPr>
          <a:xfrm>
            <a:off x="5640609" y="3127248"/>
            <a:ext cx="6117381" cy="3017520"/>
          </a:xfrm>
        </p:spPr>
        <p:txBody>
          <a:bodyPr/>
          <a:lstStyle/>
          <a:p>
            <a:endParaRPr lang="en-US" dirty="0"/>
          </a:p>
          <a:p>
            <a:endParaRPr lang="en-US" dirty="0"/>
          </a:p>
        </p:txBody>
      </p:sp>
    </p:spTree>
    <p:extLst>
      <p:ext uri="{BB962C8B-B14F-4D97-AF65-F5344CB8AC3E}">
        <p14:creationId xmlns:p14="http://schemas.microsoft.com/office/powerpoint/2010/main" val="4273949180"/>
      </p:ext>
    </p:extLst>
  </p:cSld>
  <p:clrMapOvr>
    <a:masterClrMapping/>
  </p:clrMapOvr>
</p:sld>
</file>

<file path=ppt/theme/theme1.xml><?xml version="1.0" encoding="utf-8"?>
<a:theme xmlns:a="http://schemas.openxmlformats.org/drawingml/2006/main" name="GradientVTI">
  <a:themeElements>
    <a:clrScheme name="Gradient">
      <a:dk1>
        <a:sysClr val="windowText" lastClr="000000"/>
      </a:dk1>
      <a:lt1>
        <a:sysClr val="window" lastClr="FFFFFF"/>
      </a:lt1>
      <a:dk2>
        <a:srgbClr val="10013F"/>
      </a:dk2>
      <a:lt2>
        <a:srgbClr val="F2F0FF"/>
      </a:lt2>
      <a:accent1>
        <a:srgbClr val="814DFF"/>
      </a:accent1>
      <a:accent2>
        <a:srgbClr val="243FFF"/>
      </a:accent2>
      <a:accent3>
        <a:srgbClr val="FF83B6"/>
      </a:accent3>
      <a:accent4>
        <a:srgbClr val="FF9022"/>
      </a:accent4>
      <a:accent5>
        <a:srgbClr val="FF1F85"/>
      </a:accent5>
      <a:accent6>
        <a:srgbClr val="1A98FF"/>
      </a:accent6>
      <a:hlink>
        <a:srgbClr val="0563C1"/>
      </a:hlink>
      <a:folHlink>
        <a:srgbClr val="954F72"/>
      </a:folHlink>
    </a:clrScheme>
    <a:fontScheme name="Univers">
      <a:majorFont>
        <a:latin typeface="Univers"/>
        <a:ea typeface=""/>
        <a:cs typeface=""/>
      </a:majorFont>
      <a:minorFont>
        <a:latin typeface="Univer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alaxy presentation_Win32_SL_V16" id="{36B34AD0-AFC2-468E-8620-6CFD159B149F}" vid="{ACCF8893-1A0E-437D-A612-1659D305EA1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ABD9919-8F5A-4B99-83E1-E90FE1DCF2E1}">
  <ds:schemaRefs>
    <ds:schemaRef ds:uri="http://schemas.microsoft.com/sharepoint/v3/contenttype/forms"/>
  </ds:schemaRefs>
</ds:datastoreItem>
</file>

<file path=customXml/itemProps2.xml><?xml version="1.0" encoding="utf-8"?>
<ds:datastoreItem xmlns:ds="http://schemas.openxmlformats.org/officeDocument/2006/customXml" ds:itemID="{80E87F72-70BF-43BC-A0D4-53665DC12672}">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52D646E0-DCC8-4209-B539-AA58186B682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{334DDE14-9479-4314-BCA4-685B84617A37}tf89338750_win32</Template>
  <TotalTime>477</TotalTime>
  <Words>2338</Words>
  <Application>Microsoft Office PowerPoint</Application>
  <PresentationFormat>Widescreen</PresentationFormat>
  <Paragraphs>330</Paragraphs>
  <Slides>23</Slides>
  <Notes>23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Calibri</vt:lpstr>
      <vt:lpstr>Univers</vt:lpstr>
      <vt:lpstr>GradientVTI</vt:lpstr>
      <vt:lpstr>Manikanta</vt:lpstr>
      <vt:lpstr>Java</vt:lpstr>
      <vt:lpstr>Java</vt:lpstr>
      <vt:lpstr>Java</vt:lpstr>
      <vt:lpstr>Java</vt:lpstr>
      <vt:lpstr>Java</vt:lpstr>
      <vt:lpstr>Java</vt:lpstr>
      <vt:lpstr>Java</vt:lpstr>
      <vt:lpstr>Java</vt:lpstr>
      <vt:lpstr>Java</vt:lpstr>
      <vt:lpstr>Java</vt:lpstr>
      <vt:lpstr>Java</vt:lpstr>
      <vt:lpstr>Java</vt:lpstr>
      <vt:lpstr>Java</vt:lpstr>
      <vt:lpstr>Java</vt:lpstr>
      <vt:lpstr>Java</vt:lpstr>
      <vt:lpstr>Java</vt:lpstr>
      <vt:lpstr>Java</vt:lpstr>
      <vt:lpstr>Java</vt:lpstr>
      <vt:lpstr>Java</vt:lpstr>
      <vt:lpstr>Java</vt:lpstr>
      <vt:lpstr>Java</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Galaxy</dc:title>
  <dc:creator>Ramisetty, Manikanta</dc:creator>
  <cp:lastModifiedBy>Ramisetty, Manikanta</cp:lastModifiedBy>
  <cp:revision>85</cp:revision>
  <dcterms:created xsi:type="dcterms:W3CDTF">2024-05-22T07:01:00Z</dcterms:created>
  <dcterms:modified xsi:type="dcterms:W3CDTF">2024-06-13T13:06:29Z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