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64"/>
  </p:notesMasterIdLst>
  <p:handoutMasterIdLst>
    <p:handoutMasterId r:id="rId65"/>
  </p:handoutMasterIdLst>
  <p:sldIdLst>
    <p:sldId id="306" r:id="rId5"/>
    <p:sldId id="307" r:id="rId6"/>
    <p:sldId id="308" r:id="rId7"/>
    <p:sldId id="318" r:id="rId8"/>
    <p:sldId id="319" r:id="rId9"/>
    <p:sldId id="320" r:id="rId10"/>
    <p:sldId id="321" r:id="rId11"/>
    <p:sldId id="322" r:id="rId12"/>
    <p:sldId id="323" r:id="rId13"/>
    <p:sldId id="324" r:id="rId14"/>
    <p:sldId id="325" r:id="rId15"/>
    <p:sldId id="326" r:id="rId16"/>
    <p:sldId id="327" r:id="rId17"/>
    <p:sldId id="329" r:id="rId18"/>
    <p:sldId id="330" r:id="rId19"/>
    <p:sldId id="331" r:id="rId20"/>
    <p:sldId id="333" r:id="rId21"/>
    <p:sldId id="334" r:id="rId22"/>
    <p:sldId id="335" r:id="rId23"/>
    <p:sldId id="336" r:id="rId24"/>
    <p:sldId id="337" r:id="rId25"/>
    <p:sldId id="338" r:id="rId26"/>
    <p:sldId id="339" r:id="rId27"/>
    <p:sldId id="340" r:id="rId28"/>
    <p:sldId id="341" r:id="rId29"/>
    <p:sldId id="342" r:id="rId30"/>
    <p:sldId id="343" r:id="rId31"/>
    <p:sldId id="344" r:id="rId32"/>
    <p:sldId id="345" r:id="rId33"/>
    <p:sldId id="346" r:id="rId34"/>
    <p:sldId id="347" r:id="rId35"/>
    <p:sldId id="348" r:id="rId36"/>
    <p:sldId id="349" r:id="rId37"/>
    <p:sldId id="350" r:id="rId38"/>
    <p:sldId id="351" r:id="rId39"/>
    <p:sldId id="352" r:id="rId40"/>
    <p:sldId id="353" r:id="rId41"/>
    <p:sldId id="354" r:id="rId42"/>
    <p:sldId id="356" r:id="rId43"/>
    <p:sldId id="357" r:id="rId44"/>
    <p:sldId id="358" r:id="rId45"/>
    <p:sldId id="359" r:id="rId46"/>
    <p:sldId id="360" r:id="rId47"/>
    <p:sldId id="361" r:id="rId48"/>
    <p:sldId id="362" r:id="rId49"/>
    <p:sldId id="363" r:id="rId50"/>
    <p:sldId id="364" r:id="rId51"/>
    <p:sldId id="365" r:id="rId52"/>
    <p:sldId id="366" r:id="rId53"/>
    <p:sldId id="367" r:id="rId54"/>
    <p:sldId id="369" r:id="rId55"/>
    <p:sldId id="370" r:id="rId56"/>
    <p:sldId id="368" r:id="rId57"/>
    <p:sldId id="371" r:id="rId58"/>
    <p:sldId id="372" r:id="rId59"/>
    <p:sldId id="373" r:id="rId60"/>
    <p:sldId id="374" r:id="rId61"/>
    <p:sldId id="375" r:id="rId62"/>
    <p:sldId id="31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12B3D-9C5D-4987-8263-51A0515B26EE}" v="27" dt="2023-09-25T10:03:52.788"/>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967" autoAdjust="0"/>
  </p:normalViewPr>
  <p:slideViewPr>
    <p:cSldViewPr snapToGrid="0">
      <p:cViewPr varScale="1">
        <p:scale>
          <a:sx n="63" d="100"/>
          <a:sy n="63" d="100"/>
        </p:scale>
        <p:origin x="140" y="36"/>
      </p:cViewPr>
      <p:guideLst>
        <p:guide orient="horz" pos="1392"/>
        <p:guide pos="7056"/>
        <p:guide orient="horz"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082"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isetty, Manikanta" userId="ae1fd34d-962a-4f58-b03d-990fd8c959a4" providerId="ADAL" clId="{12D12B3D-9C5D-4987-8263-51A0515B26EE}"/>
    <pc:docChg chg="undo custSel addSld delSld modSld">
      <pc:chgData name="Ramisetty, Manikanta" userId="ae1fd34d-962a-4f58-b03d-990fd8c959a4" providerId="ADAL" clId="{12D12B3D-9C5D-4987-8263-51A0515B26EE}" dt="2023-09-25T10:12:45.362" v="793" actId="2"/>
      <pc:docMkLst>
        <pc:docMk/>
      </pc:docMkLst>
      <pc:sldChg chg="modSp mod">
        <pc:chgData name="Ramisetty, Manikanta" userId="ae1fd34d-962a-4f58-b03d-990fd8c959a4" providerId="ADAL" clId="{12D12B3D-9C5D-4987-8263-51A0515B26EE}" dt="2023-09-25T03:24:06.723" v="6" actId="20577"/>
        <pc:sldMkLst>
          <pc:docMk/>
          <pc:sldMk cId="1762693481" sldId="318"/>
        </pc:sldMkLst>
        <pc:spChg chg="mod">
          <ac:chgData name="Ramisetty, Manikanta" userId="ae1fd34d-962a-4f58-b03d-990fd8c959a4" providerId="ADAL" clId="{12D12B3D-9C5D-4987-8263-51A0515B26EE}" dt="2023-09-25T03:24:06.723" v="6" actId="20577"/>
          <ac:spMkLst>
            <pc:docMk/>
            <pc:sldMk cId="1762693481" sldId="318"/>
            <ac:spMk id="8" creationId="{047B8AF6-5503-6605-18FF-1DEAC9EDC25B}"/>
          </ac:spMkLst>
        </pc:spChg>
      </pc:sldChg>
      <pc:sldChg chg="modSp mod">
        <pc:chgData name="Ramisetty, Manikanta" userId="ae1fd34d-962a-4f58-b03d-990fd8c959a4" providerId="ADAL" clId="{12D12B3D-9C5D-4987-8263-51A0515B26EE}" dt="2023-09-25T03:41:32.458" v="155" actId="255"/>
        <pc:sldMkLst>
          <pc:docMk/>
          <pc:sldMk cId="2249706938" sldId="319"/>
        </pc:sldMkLst>
        <pc:spChg chg="mod">
          <ac:chgData name="Ramisetty, Manikanta" userId="ae1fd34d-962a-4f58-b03d-990fd8c959a4" providerId="ADAL" clId="{12D12B3D-9C5D-4987-8263-51A0515B26EE}" dt="2023-09-25T03:41:32.458" v="155" actId="255"/>
          <ac:spMkLst>
            <pc:docMk/>
            <pc:sldMk cId="2249706938" sldId="319"/>
            <ac:spMk id="7" creationId="{C779BB05-3136-F591-1FD9-67BA76A648E8}"/>
          </ac:spMkLst>
        </pc:spChg>
      </pc:sldChg>
      <pc:sldChg chg="modSp mod">
        <pc:chgData name="Ramisetty, Manikanta" userId="ae1fd34d-962a-4f58-b03d-990fd8c959a4" providerId="ADAL" clId="{12D12B3D-9C5D-4987-8263-51A0515B26EE}" dt="2023-09-25T03:25:39.273" v="51" actId="20577"/>
        <pc:sldMkLst>
          <pc:docMk/>
          <pc:sldMk cId="241222017" sldId="347"/>
        </pc:sldMkLst>
        <pc:spChg chg="mod">
          <ac:chgData name="Ramisetty, Manikanta" userId="ae1fd34d-962a-4f58-b03d-990fd8c959a4" providerId="ADAL" clId="{12D12B3D-9C5D-4987-8263-51A0515B26EE}" dt="2023-09-25T03:25:39.273" v="51" actId="20577"/>
          <ac:spMkLst>
            <pc:docMk/>
            <pc:sldMk cId="241222017" sldId="347"/>
            <ac:spMk id="13" creationId="{130F2E90-0A96-3B82-4C46-902D7D96ADA5}"/>
          </ac:spMkLst>
        </pc:spChg>
      </pc:sldChg>
      <pc:sldChg chg="modSp add mod">
        <pc:chgData name="Ramisetty, Manikanta" userId="ae1fd34d-962a-4f58-b03d-990fd8c959a4" providerId="ADAL" clId="{12D12B3D-9C5D-4987-8263-51A0515B26EE}" dt="2023-09-25T10:02:19.344" v="782" actId="20577"/>
        <pc:sldMkLst>
          <pc:docMk/>
          <pc:sldMk cId="3915104213" sldId="366"/>
        </pc:sldMkLst>
        <pc:spChg chg="mod">
          <ac:chgData name="Ramisetty, Manikanta" userId="ae1fd34d-962a-4f58-b03d-990fd8c959a4" providerId="ADAL" clId="{12D12B3D-9C5D-4987-8263-51A0515B26EE}" dt="2023-09-25T03:27:00.544" v="65" actId="20577"/>
          <ac:spMkLst>
            <pc:docMk/>
            <pc:sldMk cId="3915104213" sldId="366"/>
            <ac:spMk id="2" creationId="{7AFF8BDB-FE60-59F8-1F8E-A79D13D1D9AE}"/>
          </ac:spMkLst>
        </pc:spChg>
        <pc:spChg chg="mod">
          <ac:chgData name="Ramisetty, Manikanta" userId="ae1fd34d-962a-4f58-b03d-990fd8c959a4" providerId="ADAL" clId="{12D12B3D-9C5D-4987-8263-51A0515B26EE}" dt="2023-09-25T10:02:19.344" v="782" actId="20577"/>
          <ac:spMkLst>
            <pc:docMk/>
            <pc:sldMk cId="3915104213" sldId="366"/>
            <ac:spMk id="3" creationId="{FDD1AC51-EF3C-5436-AB1F-087309E56382}"/>
          </ac:spMkLst>
        </pc:spChg>
      </pc:sldChg>
      <pc:sldChg chg="modSp add mod">
        <pc:chgData name="Ramisetty, Manikanta" userId="ae1fd34d-962a-4f58-b03d-990fd8c959a4" providerId="ADAL" clId="{12D12B3D-9C5D-4987-8263-51A0515B26EE}" dt="2023-09-25T06:28:44.917" v="443" actId="20577"/>
        <pc:sldMkLst>
          <pc:docMk/>
          <pc:sldMk cId="4292423149" sldId="367"/>
        </pc:sldMkLst>
        <pc:spChg chg="mod">
          <ac:chgData name="Ramisetty, Manikanta" userId="ae1fd34d-962a-4f58-b03d-990fd8c959a4" providerId="ADAL" clId="{12D12B3D-9C5D-4987-8263-51A0515B26EE}" dt="2023-09-25T06:28:44.917" v="443" actId="20577"/>
          <ac:spMkLst>
            <pc:docMk/>
            <pc:sldMk cId="4292423149" sldId="367"/>
            <ac:spMk id="3" creationId="{FDD1AC51-EF3C-5436-AB1F-087309E56382}"/>
          </ac:spMkLst>
        </pc:spChg>
      </pc:sldChg>
      <pc:sldChg chg="modSp add mod">
        <pc:chgData name="Ramisetty, Manikanta" userId="ae1fd34d-962a-4f58-b03d-990fd8c959a4" providerId="ADAL" clId="{12D12B3D-9C5D-4987-8263-51A0515B26EE}" dt="2023-09-25T10:03:09.795" v="788" actId="2"/>
        <pc:sldMkLst>
          <pc:docMk/>
          <pc:sldMk cId="2955558265" sldId="368"/>
        </pc:sldMkLst>
        <pc:spChg chg="mod">
          <ac:chgData name="Ramisetty, Manikanta" userId="ae1fd34d-962a-4f58-b03d-990fd8c959a4" providerId="ADAL" clId="{12D12B3D-9C5D-4987-8263-51A0515B26EE}" dt="2023-09-25T10:03:09.795" v="788" actId="2"/>
          <ac:spMkLst>
            <pc:docMk/>
            <pc:sldMk cId="2955558265" sldId="368"/>
            <ac:spMk id="3" creationId="{FDD1AC51-EF3C-5436-AB1F-087309E56382}"/>
          </ac:spMkLst>
        </pc:spChg>
      </pc:sldChg>
      <pc:sldChg chg="modSp add mod">
        <pc:chgData name="Ramisetty, Manikanta" userId="ae1fd34d-962a-4f58-b03d-990fd8c959a4" providerId="ADAL" clId="{12D12B3D-9C5D-4987-8263-51A0515B26EE}" dt="2023-09-25T10:02:29.045" v="783" actId="113"/>
        <pc:sldMkLst>
          <pc:docMk/>
          <pc:sldMk cId="1321152439" sldId="369"/>
        </pc:sldMkLst>
        <pc:spChg chg="mod">
          <ac:chgData name="Ramisetty, Manikanta" userId="ae1fd34d-962a-4f58-b03d-990fd8c959a4" providerId="ADAL" clId="{12D12B3D-9C5D-4987-8263-51A0515B26EE}" dt="2023-09-25T06:32:44.869" v="502" actId="14100"/>
          <ac:spMkLst>
            <pc:docMk/>
            <pc:sldMk cId="1321152439" sldId="369"/>
            <ac:spMk id="2" creationId="{7AFF8BDB-FE60-59F8-1F8E-A79D13D1D9AE}"/>
          </ac:spMkLst>
        </pc:spChg>
        <pc:spChg chg="mod">
          <ac:chgData name="Ramisetty, Manikanta" userId="ae1fd34d-962a-4f58-b03d-990fd8c959a4" providerId="ADAL" clId="{12D12B3D-9C5D-4987-8263-51A0515B26EE}" dt="2023-09-25T10:02:29.045" v="783" actId="113"/>
          <ac:spMkLst>
            <pc:docMk/>
            <pc:sldMk cId="1321152439" sldId="369"/>
            <ac:spMk id="3" creationId="{FDD1AC51-EF3C-5436-AB1F-087309E56382}"/>
          </ac:spMkLst>
        </pc:spChg>
      </pc:sldChg>
      <pc:sldChg chg="modSp add mod">
        <pc:chgData name="Ramisetty, Manikanta" userId="ae1fd34d-962a-4f58-b03d-990fd8c959a4" providerId="ADAL" clId="{12D12B3D-9C5D-4987-8263-51A0515B26EE}" dt="2023-09-25T10:03:02.324" v="787" actId="113"/>
        <pc:sldMkLst>
          <pc:docMk/>
          <pc:sldMk cId="3811655207" sldId="370"/>
        </pc:sldMkLst>
        <pc:spChg chg="mod">
          <ac:chgData name="Ramisetty, Manikanta" userId="ae1fd34d-962a-4f58-b03d-990fd8c959a4" providerId="ADAL" clId="{12D12B3D-9C5D-4987-8263-51A0515B26EE}" dt="2023-09-25T07:57:26.310" v="579" actId="14100"/>
          <ac:spMkLst>
            <pc:docMk/>
            <pc:sldMk cId="3811655207" sldId="370"/>
            <ac:spMk id="2" creationId="{7AFF8BDB-FE60-59F8-1F8E-A79D13D1D9AE}"/>
          </ac:spMkLst>
        </pc:spChg>
        <pc:spChg chg="mod">
          <ac:chgData name="Ramisetty, Manikanta" userId="ae1fd34d-962a-4f58-b03d-990fd8c959a4" providerId="ADAL" clId="{12D12B3D-9C5D-4987-8263-51A0515B26EE}" dt="2023-09-25T10:03:02.324" v="787" actId="113"/>
          <ac:spMkLst>
            <pc:docMk/>
            <pc:sldMk cId="3811655207" sldId="370"/>
            <ac:spMk id="3" creationId="{FDD1AC51-EF3C-5436-AB1F-087309E56382}"/>
          </ac:spMkLst>
        </pc:spChg>
      </pc:sldChg>
      <pc:sldChg chg="modSp add mod">
        <pc:chgData name="Ramisetty, Manikanta" userId="ae1fd34d-962a-4f58-b03d-990fd8c959a4" providerId="ADAL" clId="{12D12B3D-9C5D-4987-8263-51A0515B26EE}" dt="2023-09-25T10:03:23.362" v="791" actId="2"/>
        <pc:sldMkLst>
          <pc:docMk/>
          <pc:sldMk cId="1875350736" sldId="371"/>
        </pc:sldMkLst>
        <pc:spChg chg="mod">
          <ac:chgData name="Ramisetty, Manikanta" userId="ae1fd34d-962a-4f58-b03d-990fd8c959a4" providerId="ADAL" clId="{12D12B3D-9C5D-4987-8263-51A0515B26EE}" dt="2023-09-25T08:44:47.574" v="617" actId="20577"/>
          <ac:spMkLst>
            <pc:docMk/>
            <pc:sldMk cId="1875350736" sldId="371"/>
            <ac:spMk id="2" creationId="{7AFF8BDB-FE60-59F8-1F8E-A79D13D1D9AE}"/>
          </ac:spMkLst>
        </pc:spChg>
        <pc:spChg chg="mod">
          <ac:chgData name="Ramisetty, Manikanta" userId="ae1fd34d-962a-4f58-b03d-990fd8c959a4" providerId="ADAL" clId="{12D12B3D-9C5D-4987-8263-51A0515B26EE}" dt="2023-09-25T10:03:23.362" v="791" actId="2"/>
          <ac:spMkLst>
            <pc:docMk/>
            <pc:sldMk cId="1875350736" sldId="371"/>
            <ac:spMk id="3" creationId="{FDD1AC51-EF3C-5436-AB1F-087309E56382}"/>
          </ac:spMkLst>
        </pc:spChg>
      </pc:sldChg>
      <pc:sldChg chg="modSp add mod">
        <pc:chgData name="Ramisetty, Manikanta" userId="ae1fd34d-962a-4f58-b03d-990fd8c959a4" providerId="ADAL" clId="{12D12B3D-9C5D-4987-8263-51A0515B26EE}" dt="2023-09-25T10:12:45.362" v="793" actId="2"/>
        <pc:sldMkLst>
          <pc:docMk/>
          <pc:sldMk cId="4234026189" sldId="372"/>
        </pc:sldMkLst>
        <pc:spChg chg="mod">
          <ac:chgData name="Ramisetty, Manikanta" userId="ae1fd34d-962a-4f58-b03d-990fd8c959a4" providerId="ADAL" clId="{12D12B3D-9C5D-4987-8263-51A0515B26EE}" dt="2023-09-25T08:52:59.322" v="650" actId="20577"/>
          <ac:spMkLst>
            <pc:docMk/>
            <pc:sldMk cId="4234026189" sldId="372"/>
            <ac:spMk id="2" creationId="{7AFF8BDB-FE60-59F8-1F8E-A79D13D1D9AE}"/>
          </ac:spMkLst>
        </pc:spChg>
        <pc:spChg chg="mod">
          <ac:chgData name="Ramisetty, Manikanta" userId="ae1fd34d-962a-4f58-b03d-990fd8c959a4" providerId="ADAL" clId="{12D12B3D-9C5D-4987-8263-51A0515B26EE}" dt="2023-09-25T10:12:45.362" v="793" actId="2"/>
          <ac:spMkLst>
            <pc:docMk/>
            <pc:sldMk cId="4234026189" sldId="372"/>
            <ac:spMk id="3" creationId="{FDD1AC51-EF3C-5436-AB1F-087309E56382}"/>
          </ac:spMkLst>
        </pc:spChg>
      </pc:sldChg>
      <pc:sldChg chg="modSp add mod">
        <pc:chgData name="Ramisetty, Manikanta" userId="ae1fd34d-962a-4f58-b03d-990fd8c959a4" providerId="ADAL" clId="{12D12B3D-9C5D-4987-8263-51A0515B26EE}" dt="2023-09-25T09:48:38.057" v="734" actId="113"/>
        <pc:sldMkLst>
          <pc:docMk/>
          <pc:sldMk cId="1592319630" sldId="373"/>
        </pc:sldMkLst>
        <pc:spChg chg="mod">
          <ac:chgData name="Ramisetty, Manikanta" userId="ae1fd34d-962a-4f58-b03d-990fd8c959a4" providerId="ADAL" clId="{12D12B3D-9C5D-4987-8263-51A0515B26EE}" dt="2023-09-25T09:48:08.900" v="727" actId="2711"/>
          <ac:spMkLst>
            <pc:docMk/>
            <pc:sldMk cId="1592319630" sldId="373"/>
            <ac:spMk id="2" creationId="{7AFF8BDB-FE60-59F8-1F8E-A79D13D1D9AE}"/>
          </ac:spMkLst>
        </pc:spChg>
        <pc:spChg chg="mod">
          <ac:chgData name="Ramisetty, Manikanta" userId="ae1fd34d-962a-4f58-b03d-990fd8c959a4" providerId="ADAL" clId="{12D12B3D-9C5D-4987-8263-51A0515B26EE}" dt="2023-09-25T09:48:38.057" v="734" actId="113"/>
          <ac:spMkLst>
            <pc:docMk/>
            <pc:sldMk cId="1592319630" sldId="373"/>
            <ac:spMk id="3" creationId="{FDD1AC51-EF3C-5436-AB1F-087309E56382}"/>
          </ac:spMkLst>
        </pc:spChg>
      </pc:sldChg>
      <pc:sldChg chg="addSp delSp modSp add mod modClrScheme chgLayout">
        <pc:chgData name="Ramisetty, Manikanta" userId="ae1fd34d-962a-4f58-b03d-990fd8c959a4" providerId="ADAL" clId="{12D12B3D-9C5D-4987-8263-51A0515B26EE}" dt="2023-09-25T09:52:27.558" v="756" actId="14100"/>
        <pc:sldMkLst>
          <pc:docMk/>
          <pc:sldMk cId="3052611409" sldId="374"/>
        </pc:sldMkLst>
        <pc:spChg chg="mod">
          <ac:chgData name="Ramisetty, Manikanta" userId="ae1fd34d-962a-4f58-b03d-990fd8c959a4" providerId="ADAL" clId="{12D12B3D-9C5D-4987-8263-51A0515B26EE}" dt="2023-09-25T09:49:10.898" v="739" actId="26606"/>
          <ac:spMkLst>
            <pc:docMk/>
            <pc:sldMk cId="3052611409" sldId="374"/>
            <ac:spMk id="2" creationId="{7AFF8BDB-FE60-59F8-1F8E-A79D13D1D9AE}"/>
          </ac:spMkLst>
        </pc:spChg>
        <pc:spChg chg="mod">
          <ac:chgData name="Ramisetty, Manikanta" userId="ae1fd34d-962a-4f58-b03d-990fd8c959a4" providerId="ADAL" clId="{12D12B3D-9C5D-4987-8263-51A0515B26EE}" dt="2023-09-25T09:51:35.609" v="745" actId="113"/>
          <ac:spMkLst>
            <pc:docMk/>
            <pc:sldMk cId="3052611409" sldId="374"/>
            <ac:spMk id="3" creationId="{FDD1AC51-EF3C-5436-AB1F-087309E56382}"/>
          </ac:spMkLst>
        </pc:spChg>
        <pc:spChg chg="mod ord modVis">
          <ac:chgData name="Ramisetty, Manikanta" userId="ae1fd34d-962a-4f58-b03d-990fd8c959a4" providerId="ADAL" clId="{12D12B3D-9C5D-4987-8263-51A0515B26EE}" dt="2023-09-25T09:49:10.898" v="739" actId="26606"/>
          <ac:spMkLst>
            <pc:docMk/>
            <pc:sldMk cId="3052611409" sldId="374"/>
            <ac:spMk id="4" creationId="{465F0B58-C316-13D9-C83C-1AAA447B8CC7}"/>
          </ac:spMkLst>
        </pc:spChg>
        <pc:spChg chg="add del">
          <ac:chgData name="Ramisetty, Manikanta" userId="ae1fd34d-962a-4f58-b03d-990fd8c959a4" providerId="ADAL" clId="{12D12B3D-9C5D-4987-8263-51A0515B26EE}" dt="2023-09-25T09:51:57.944" v="748" actId="22"/>
          <ac:spMkLst>
            <pc:docMk/>
            <pc:sldMk cId="3052611409" sldId="374"/>
            <ac:spMk id="8" creationId="{AC0064A1-3FF5-E5FC-BAFE-04CE7C58A86B}"/>
          </ac:spMkLst>
        </pc:spChg>
        <pc:picChg chg="add mod">
          <ac:chgData name="Ramisetty, Manikanta" userId="ae1fd34d-962a-4f58-b03d-990fd8c959a4" providerId="ADAL" clId="{12D12B3D-9C5D-4987-8263-51A0515B26EE}" dt="2023-09-25T09:52:27.558" v="756" actId="14100"/>
          <ac:picMkLst>
            <pc:docMk/>
            <pc:sldMk cId="3052611409" sldId="374"/>
            <ac:picMk id="6" creationId="{ED64119F-DED3-696F-FA07-D75473EE8028}"/>
          </ac:picMkLst>
        </pc:picChg>
        <pc:picChg chg="add del mod">
          <ac:chgData name="Ramisetty, Manikanta" userId="ae1fd34d-962a-4f58-b03d-990fd8c959a4" providerId="ADAL" clId="{12D12B3D-9C5D-4987-8263-51A0515B26EE}" dt="2023-09-25T09:52:22.553" v="755" actId="478"/>
          <ac:picMkLst>
            <pc:docMk/>
            <pc:sldMk cId="3052611409" sldId="374"/>
            <ac:picMk id="10" creationId="{6E52AA7B-CF8D-BF2C-6C6B-BBD59AD2B2BA}"/>
          </ac:picMkLst>
        </pc:picChg>
      </pc:sldChg>
      <pc:sldChg chg="delSp modSp add del mod">
        <pc:chgData name="Ramisetty, Manikanta" userId="ae1fd34d-962a-4f58-b03d-990fd8c959a4" providerId="ADAL" clId="{12D12B3D-9C5D-4987-8263-51A0515B26EE}" dt="2023-09-25T10:00:24.369" v="761" actId="47"/>
        <pc:sldMkLst>
          <pc:docMk/>
          <pc:sldMk cId="3216048711" sldId="375"/>
        </pc:sldMkLst>
        <pc:spChg chg="mod">
          <ac:chgData name="Ramisetty, Manikanta" userId="ae1fd34d-962a-4f58-b03d-990fd8c959a4" providerId="ADAL" clId="{12D12B3D-9C5D-4987-8263-51A0515B26EE}" dt="2023-09-25T10:00:16.629" v="760" actId="6549"/>
          <ac:spMkLst>
            <pc:docMk/>
            <pc:sldMk cId="3216048711" sldId="375"/>
            <ac:spMk id="3" creationId="{FDD1AC51-EF3C-5436-AB1F-087309E56382}"/>
          </ac:spMkLst>
        </pc:spChg>
        <pc:picChg chg="del">
          <ac:chgData name="Ramisetty, Manikanta" userId="ae1fd34d-962a-4f58-b03d-990fd8c959a4" providerId="ADAL" clId="{12D12B3D-9C5D-4987-8263-51A0515B26EE}" dt="2023-09-25T10:00:07.559" v="758" actId="478"/>
          <ac:picMkLst>
            <pc:docMk/>
            <pc:sldMk cId="3216048711" sldId="375"/>
            <ac:picMk id="6" creationId="{ED64119F-DED3-696F-FA07-D75473EE8028}"/>
          </ac:picMkLst>
        </pc:picChg>
      </pc:sldChg>
      <pc:sldChg chg="modSp add mod">
        <pc:chgData name="Ramisetty, Manikanta" userId="ae1fd34d-962a-4f58-b03d-990fd8c959a4" providerId="ADAL" clId="{12D12B3D-9C5D-4987-8263-51A0515B26EE}" dt="2023-09-25T10:01:46.854" v="781" actId="113"/>
        <pc:sldMkLst>
          <pc:docMk/>
          <pc:sldMk cId="3585630849" sldId="375"/>
        </pc:sldMkLst>
        <pc:spChg chg="mod">
          <ac:chgData name="Ramisetty, Manikanta" userId="ae1fd34d-962a-4f58-b03d-990fd8c959a4" providerId="ADAL" clId="{12D12B3D-9C5D-4987-8263-51A0515B26EE}" dt="2023-09-25T10:01:46.854" v="781" actId="113"/>
          <ac:spMkLst>
            <pc:docMk/>
            <pc:sldMk cId="3585630849" sldId="375"/>
            <ac:spMk id="3" creationId="{FDD1AC51-EF3C-5436-AB1F-087309E5638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9/25/2023</a:t>
            </a:fld>
            <a:endParaRPr lang="en-US"/>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9/25/2023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524000" y="1122363"/>
            <a:ext cx="9144000" cy="2387600"/>
          </a:xfrm>
        </p:spPr>
        <p:txBody>
          <a:bodyPr anchor="b"/>
          <a:lstStyle>
            <a:lvl1pPr algn="l">
              <a:defRPr sz="6000" b="1" i="0" cap="all" baseline="0"/>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524000" y="3602038"/>
            <a:ext cx="9144000" cy="502823"/>
          </a:xfrm>
        </p:spPr>
        <p:txBody>
          <a:bodyPr anchor="ctr" anchorCtr="0">
            <a:no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11" name="Straight Connector 10">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8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_colorful">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98448" y="357809"/>
            <a:ext cx="6272784" cy="3080335"/>
          </a:xfrm>
        </p:spPr>
        <p:txBody>
          <a:bodyPr anchor="b"/>
          <a:lstStyle>
            <a:lvl1pPr algn="l">
              <a:defRPr sz="5400" b="1" i="0" cap="all" spc="40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5641848" y="4700016"/>
            <a:ext cx="5093208" cy="1197864"/>
          </a:xfrm>
        </p:spPr>
        <p:txBody>
          <a:bodyPr>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7843462"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202936" y="585216"/>
            <a:ext cx="5833872" cy="2276856"/>
          </a:xfrm>
        </p:spPr>
        <p:txBody>
          <a:bodyPr anchor="b"/>
          <a:lstStyle>
            <a:lvl1pPr algn="r">
              <a:defRPr sz="4000" b="1" cap="all" spc="400" baseline="0">
                <a:solidFill>
                  <a:schemeClr val="bg1"/>
                </a:solidFill>
              </a:defRPr>
            </a:lvl1pPr>
          </a:lstStyle>
          <a:p>
            <a:r>
              <a:rPr lang="en-US" dirty="0"/>
              <a:t>Click to add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a:lstStyle>
            <a:lvl1pPr>
              <a:defRPr>
                <a:solidFill>
                  <a:schemeClr val="bg1"/>
                </a:solidFill>
              </a:defRPr>
            </a:lvl1pPr>
          </a:lstStyle>
          <a:p>
            <a:r>
              <a:rPr lang="en-US" dirty="0"/>
              <a:t>Presentation Title</a:t>
            </a:r>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366432"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202936" y="3127248"/>
            <a:ext cx="5833872" cy="3118104"/>
          </a:xfrm>
        </p:spPr>
        <p:txBody>
          <a:bodyPr/>
          <a:lstStyle>
            <a:lvl1pPr marL="0" indent="0" algn="r">
              <a:buNone/>
              <a:defRPr sz="1800">
                <a:solidFill>
                  <a:schemeClr val="bg1"/>
                </a:solidFill>
              </a:defRPr>
            </a:lvl1pPr>
          </a:lstStyle>
          <a:p>
            <a:pPr lvl="0"/>
            <a:r>
              <a:rPr lang="en-US" dirty="0"/>
              <a:t>Click to add text</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69987"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804672" y="1335024"/>
            <a:ext cx="6190488" cy="1179576"/>
          </a:xfrm>
        </p:spPr>
        <p:txBody>
          <a:bodyPr lIns="91440" tIns="45720" rIns="91440" bIns="45720" anchor="b"/>
          <a:lstStyle>
            <a:lvl1pPr>
              <a:defRPr sz="4000"/>
            </a:lvl1pPr>
          </a:lstStyle>
          <a:p>
            <a:r>
              <a:rPr lang="en-US" dirty="0"/>
              <a:t>Click to add title</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7964424" y="621792"/>
            <a:ext cx="4114800" cy="365125"/>
          </a:xfrm>
        </p:spPr>
        <p:txBody>
          <a:bodyPr/>
          <a:lstStyle>
            <a:lvl1pPr>
              <a:defRPr baseline="0">
                <a:solidFill>
                  <a:schemeClr val="accent2"/>
                </a:solidFill>
              </a:defRPr>
            </a:lvl1pPr>
          </a:lstStyle>
          <a:p>
            <a:r>
              <a:rPr lang="en-US" dirty="0"/>
              <a:t>Presentation 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850392" y="2825496"/>
            <a:ext cx="6190488" cy="3346704"/>
          </a:xfrm>
        </p:spPr>
        <p:txBody>
          <a:bodyPr/>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7451965" y="1665520"/>
            <a:ext cx="4266960" cy="426696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lvl1pPr>
          </a:lstStyle>
          <a:p>
            <a:r>
              <a:rPr lang="en-US" dirty="0"/>
              <a:t>Click to add picture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9" name="Straight Connector 8">
            <a:extLst>
              <a:ext uri="{FF2B5EF4-FFF2-40B4-BE49-F238E27FC236}">
                <a16:creationId xmlns:a16="http://schemas.microsoft.com/office/drawing/2014/main" id="{FA8B3D0E-ED3F-46FA-AE79-5FEFDE9168E3}"/>
              </a:ext>
              <a:ext uri="{C183D7F6-B498-43B3-948B-1728B52AA6E4}">
                <adec:decorative xmlns:adec="http://schemas.microsoft.com/office/drawing/2017/decorative" val="1"/>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Tree>
    <p:extLst>
      <p:ext uri="{BB962C8B-B14F-4D97-AF65-F5344CB8AC3E}">
        <p14:creationId xmlns:p14="http://schemas.microsoft.com/office/powerpoint/2010/main" val="189711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Header">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524000" y="1463040"/>
            <a:ext cx="9144000" cy="2340864"/>
          </a:xfrm>
        </p:spPr>
        <p:txBody>
          <a:bodyPr anchor="b">
            <a:noAutofit/>
          </a:bodyPr>
          <a:lstStyle>
            <a:lvl1pPr algn="ctr">
              <a:defRPr sz="6000" b="1" i="0" cap="all" spc="40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527048" y="3838890"/>
            <a:ext cx="9144000" cy="450613"/>
          </a:xfrm>
        </p:spPr>
        <p:txBody>
          <a:bodyPr anchor="ctr" anchorCtr="0">
            <a:no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Graphic 12">
            <a:extLst>
              <a:ext uri="{FF2B5EF4-FFF2-40B4-BE49-F238E27FC236}">
                <a16:creationId xmlns:a16="http://schemas.microsoft.com/office/drawing/2014/main" id="{8A41917E-4B97-447C-98AB-970D625F1DE6}"/>
              </a:ext>
              <a:ext uri="{C183D7F6-B498-43B3-948B-1728B52AA6E4}">
                <adec:decorative xmlns:adec="http://schemas.microsoft.com/office/drawing/2017/decorative" val="1"/>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3B3FD238-4561-4AF8-A1F1-185B0CAFE2AC}"/>
              </a:ext>
              <a:ext uri="{C183D7F6-B498-43B3-948B-1728B52AA6E4}">
                <adec:decorative xmlns:adec="http://schemas.microsoft.com/office/drawing/2017/decorative" val="1"/>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BAB9414C-AE69-4648-873E-9CE6B2DF8A71}"/>
              </a:ext>
              <a:ext uri="{C183D7F6-B498-43B3-948B-1728B52AA6E4}">
                <adec:decorative xmlns:adec="http://schemas.microsoft.com/office/drawing/2017/decorative" val="1"/>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Graphic 22">
            <a:extLst>
              <a:ext uri="{FF2B5EF4-FFF2-40B4-BE49-F238E27FC236}">
                <a16:creationId xmlns:a16="http://schemas.microsoft.com/office/drawing/2014/main" id="{3BF75235-4E6E-4184-82A5-EE6FE7993BBC}"/>
              </a:ext>
              <a:ext uri="{C183D7F6-B498-43B3-948B-1728B52AA6E4}">
                <adec:decorative xmlns:adec="http://schemas.microsoft.com/office/drawing/2017/decorative" val="1"/>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1">
            <a:extLst>
              <a:ext uri="{FF2B5EF4-FFF2-40B4-BE49-F238E27FC236}">
                <a16:creationId xmlns:a16="http://schemas.microsoft.com/office/drawing/2014/main" id="{E66FE37C-2F4B-42DA-BFF6-92DD00BDC49B}"/>
              </a:ext>
              <a:ext uri="{C183D7F6-B498-43B3-948B-1728B52AA6E4}">
                <adec:decorative xmlns:adec="http://schemas.microsoft.com/office/drawing/2017/decorative" val="1"/>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dirty="0"/>
          </a:p>
        </p:txBody>
      </p:sp>
      <p:sp>
        <p:nvSpPr>
          <p:cNvPr id="13" name="Graphic 23">
            <a:extLst>
              <a:ext uri="{FF2B5EF4-FFF2-40B4-BE49-F238E27FC236}">
                <a16:creationId xmlns:a16="http://schemas.microsoft.com/office/drawing/2014/main" id="{DDD38822-731A-48DA-A8A0-FBBAF7A6D65D}"/>
              </a:ext>
              <a:ext uri="{C183D7F6-B498-43B3-948B-1728B52AA6E4}">
                <adec:decorative xmlns:adec="http://schemas.microsoft.com/office/drawing/2017/decorative" val="1"/>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344248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838200" y="136525"/>
            <a:ext cx="10515600" cy="1509713"/>
          </a:xfrm>
        </p:spPr>
        <p:txBody>
          <a:bodyPr/>
          <a:lstStyle>
            <a:lvl1pPr>
              <a:defRPr sz="5400"/>
            </a:lvl1pPr>
          </a:lstStyle>
          <a:p>
            <a:r>
              <a:rPr lang="en-US" dirty="0"/>
              <a:t>Click to add 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838200" y="2201661"/>
            <a:ext cx="10515600" cy="3975301"/>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74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41248"/>
            <a:ext cx="4434840" cy="3236976"/>
          </a:xfrm>
        </p:spPr>
        <p:txBody>
          <a:bodyPr anchor="b"/>
          <a:lstStyle>
            <a:lvl1pPr algn="l">
              <a:lnSpc>
                <a:spcPct val="110000"/>
              </a:lnSpc>
              <a:spcBef>
                <a:spcPts val="1000"/>
              </a:spcBef>
              <a:defRPr sz="3600" b="0" i="0" cap="none" baseline="0"/>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6391655" y="4300068"/>
            <a:ext cx="4434835" cy="510474"/>
          </a:xfrm>
        </p:spPr>
        <p:txBody>
          <a:bodyPr anchor="ctr" anchorCtr="0">
            <a:no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283464"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 uri="{C183D7F6-B498-43B3-948B-1728B52AA6E4}">
                <adec:decorative xmlns:adec="http://schemas.microsoft.com/office/drawing/2017/decorative" val="1"/>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048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_2">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576072" y="365125"/>
            <a:ext cx="7863840" cy="1325563"/>
          </a:xfrm>
        </p:spPr>
        <p:txBody>
          <a:bodyPr/>
          <a:lstStyle>
            <a:lvl1pPr>
              <a:defRPr sz="4000" b="1" cap="all" spc="400" baseline="0">
                <a:solidFill>
                  <a:schemeClr val="bg1"/>
                </a:solidFill>
              </a:defRPr>
            </a:lvl1pPr>
          </a:lstStyle>
          <a:p>
            <a:r>
              <a:rPr lang="en-US" dirty="0"/>
              <a:t>Click to add title</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8503920" y="841248"/>
            <a:ext cx="3630168" cy="365125"/>
          </a:xfrm>
        </p:spPr>
        <p:txBody>
          <a:bodyPr/>
          <a:lstStyle>
            <a:lvl1pPr>
              <a:defRPr>
                <a:solidFill>
                  <a:schemeClr val="bg1"/>
                </a:solidFill>
              </a:defRPr>
            </a:lvl1pPr>
          </a:lstStyle>
          <a:p>
            <a:r>
              <a:rPr lang="en-US" dirty="0"/>
              <a:t>Presentation 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576072" y="1825625"/>
            <a:ext cx="10771632"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9" name="Graphic 22">
            <a:extLst>
              <a:ext uri="{FF2B5EF4-FFF2-40B4-BE49-F238E27FC236}">
                <a16:creationId xmlns:a16="http://schemas.microsoft.com/office/drawing/2014/main" id="{4EADA2ED-8A8C-4D17-8798-F26BF3B4CE25}"/>
              </a:ext>
              <a:ext uri="{C183D7F6-B498-43B3-948B-1728B52AA6E4}">
                <adec:decorative xmlns:adec="http://schemas.microsoft.com/office/drawing/2017/decorative" val="1"/>
              </a:ext>
            </a:extLst>
          </p:cNvPr>
          <p:cNvSpPr/>
          <p:nvPr userDrawn="1"/>
        </p:nvSpPr>
        <p:spPr>
          <a:xfrm>
            <a:off x="11202264" y="344083"/>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3">
            <a:extLst>
              <a:ext uri="{FF2B5EF4-FFF2-40B4-BE49-F238E27FC236}">
                <a16:creationId xmlns:a16="http://schemas.microsoft.com/office/drawing/2014/main" id="{54AB3A25-6605-4446-9E53-ACEECD25E27B}"/>
              </a:ext>
              <a:ext uri="{C183D7F6-B498-43B3-948B-1728B52AA6E4}">
                <adec:decorative xmlns:adec="http://schemas.microsoft.com/office/drawing/2017/decorative" val="1"/>
              </a:ext>
            </a:extLst>
          </p:cNvPr>
          <p:cNvSpPr/>
          <p:nvPr userDrawn="1"/>
        </p:nvSpPr>
        <p:spPr>
          <a:xfrm>
            <a:off x="11563141" y="59091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12226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hasCustomPrompt="1"/>
          </p:nvPr>
        </p:nvSpPr>
        <p:spPr>
          <a:xfrm>
            <a:off x="838200" y="188843"/>
            <a:ext cx="10515600" cy="1457395"/>
          </a:xfrm>
        </p:spPr>
        <p:txBody>
          <a:bodyPr/>
          <a:lstStyle/>
          <a:p>
            <a:r>
              <a:rPr lang="en-US" dirty="0"/>
              <a:t>Click to add title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hasCustomPrompt="1"/>
          </p:nvPr>
        </p:nvSpPr>
        <p:spPr>
          <a:xfrm>
            <a:off x="1444752"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hasCustomPrompt="1"/>
          </p:nvPr>
        </p:nvSpPr>
        <p:spPr>
          <a:xfrm>
            <a:off x="6784848"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3FB7E8F4-3FB3-45AB-A381-9093CA95AAEE}"/>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Graphic 15">
            <a:extLst>
              <a:ext uri="{FF2B5EF4-FFF2-40B4-BE49-F238E27FC236}">
                <a16:creationId xmlns:a16="http://schemas.microsoft.com/office/drawing/2014/main" id="{D8685329-C6A1-4CB4-8AAE-150D0341F6A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2" name="Graphic 16">
            <a:extLst>
              <a:ext uri="{FF2B5EF4-FFF2-40B4-BE49-F238E27FC236}">
                <a16:creationId xmlns:a16="http://schemas.microsoft.com/office/drawing/2014/main" id="{83CE1DAA-30A3-41AE-8AE1-A7EE5C48A6F3}"/>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4" name="Graphic 14">
            <a:extLst>
              <a:ext uri="{FF2B5EF4-FFF2-40B4-BE49-F238E27FC236}">
                <a16:creationId xmlns:a16="http://schemas.microsoft.com/office/drawing/2014/main" id="{065162DD-7ACB-4F9C-90DD-24C743035892}"/>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120528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839788" y="325369"/>
            <a:ext cx="10515600" cy="1325563"/>
          </a:xfrm>
        </p:spPr>
        <p:txBody>
          <a:bodyPr/>
          <a:lstStyle>
            <a:lvl1pPr>
              <a:defRPr sz="5400"/>
            </a:lvl1pPr>
          </a:lstStyle>
          <a:p>
            <a:r>
              <a:rPr lang="en-US" dirty="0"/>
              <a:t>Click to add title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hasCustomPrompt="1"/>
          </p:nvPr>
        </p:nvSpPr>
        <p:spPr>
          <a:xfrm>
            <a:off x="1444752" y="1987825"/>
            <a:ext cx="4553712" cy="517249"/>
          </a:xfrm>
        </p:spPr>
        <p:txBody>
          <a:bodyPr anchor="ctr" anchorCtr="0">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444752" y="2584977"/>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hasCustomPrompt="1"/>
          </p:nvPr>
        </p:nvSpPr>
        <p:spPr>
          <a:xfrm>
            <a:off x="6784848" y="1987825"/>
            <a:ext cx="4553712" cy="517249"/>
          </a:xfrm>
        </p:spPr>
        <p:txBody>
          <a:bodyPr anchor="ctr" anchorCtr="0">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84848" y="2584977"/>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3 Column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839788" y="315430"/>
            <a:ext cx="9486246" cy="1325563"/>
          </a:xfrm>
        </p:spPr>
        <p:txBody>
          <a:bodyPr/>
          <a:lstStyle>
            <a:lvl1pPr>
              <a:defRPr sz="5400"/>
            </a:lvl1pPr>
          </a:lstStyle>
          <a:p>
            <a:r>
              <a:rPr lang="en-US" dirty="0"/>
              <a:t>Click to add title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hasCustomPrompt="1"/>
          </p:nvPr>
        </p:nvSpPr>
        <p:spPr>
          <a:xfrm>
            <a:off x="1444752" y="1838739"/>
            <a:ext cx="2834640" cy="666336"/>
          </a:xfrm>
        </p:spPr>
        <p:txBody>
          <a:bodyPr anchor="ctr">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444752" y="2564709"/>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hasCustomPrompt="1"/>
          </p:nvPr>
        </p:nvSpPr>
        <p:spPr>
          <a:xfrm>
            <a:off x="4983480" y="1838739"/>
            <a:ext cx="2834640" cy="666336"/>
          </a:xfrm>
        </p:spPr>
        <p:txBody>
          <a:bodyPr anchor="ctr">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4983480" y="2564709"/>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text</a:t>
            </a:r>
          </a:p>
          <a:p>
            <a:pPr lvl="1"/>
            <a:r>
              <a:rPr lang="en-US" dirty="0"/>
              <a:t>Second level</a:t>
            </a:r>
          </a:p>
          <a:p>
            <a:pPr lvl="2"/>
            <a:r>
              <a:rPr lang="en-US" dirty="0"/>
              <a:t>Third level</a:t>
            </a:r>
          </a:p>
        </p:txBody>
      </p:sp>
      <p:sp>
        <p:nvSpPr>
          <p:cNvPr id="15" name="Text Placeholder 4">
            <a:extLst>
              <a:ext uri="{FF2B5EF4-FFF2-40B4-BE49-F238E27FC236}">
                <a16:creationId xmlns:a16="http://schemas.microsoft.com/office/drawing/2014/main" id="{2D693B15-7265-4478-9579-62FCD5222D04}"/>
              </a:ext>
            </a:extLst>
          </p:cNvPr>
          <p:cNvSpPr>
            <a:spLocks noGrp="1"/>
          </p:cNvSpPr>
          <p:nvPr>
            <p:ph type="body" sz="quarter" idx="13" hasCustomPrompt="1"/>
          </p:nvPr>
        </p:nvSpPr>
        <p:spPr>
          <a:xfrm>
            <a:off x="8531352" y="1838739"/>
            <a:ext cx="2834640" cy="666336"/>
          </a:xfrm>
        </p:spPr>
        <p:txBody>
          <a:bodyPr anchor="ctr" anchorCtr="0">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7" name="Content Placeholder 5">
            <a:extLst>
              <a:ext uri="{FF2B5EF4-FFF2-40B4-BE49-F238E27FC236}">
                <a16:creationId xmlns:a16="http://schemas.microsoft.com/office/drawing/2014/main" id="{48F9E92F-BB16-4896-A47F-6497C3D705B9}"/>
              </a:ext>
            </a:extLst>
          </p:cNvPr>
          <p:cNvSpPr>
            <a:spLocks noGrp="1"/>
          </p:cNvSpPr>
          <p:nvPr>
            <p:ph sz="quarter" idx="14" hasCustomPrompt="1"/>
          </p:nvPr>
        </p:nvSpPr>
        <p:spPr>
          <a:xfrm>
            <a:off x="8531352" y="2564709"/>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text</a:t>
            </a:r>
          </a:p>
          <a:p>
            <a:pPr lvl="1"/>
            <a:r>
              <a:rPr lang="en-US" dirty="0"/>
              <a:t>Second level</a:t>
            </a:r>
          </a:p>
          <a:p>
            <a:pPr lvl="2"/>
            <a:r>
              <a:rPr lang="en-US" dirty="0"/>
              <a:t>Third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2373079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s,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251719" y="136525"/>
            <a:ext cx="4987412" cy="1555115"/>
          </a:xfrm>
        </p:spPr>
        <p:txBody>
          <a:bodyPr anchor="b"/>
          <a:lstStyle>
            <a:lvl1pPr algn="l">
              <a:defRPr sz="4000" b="0" i="0" cap="none" baseline="0"/>
            </a:lvl1pPr>
          </a:lstStyle>
          <a:p>
            <a:r>
              <a:rPr lang="en-US" dirty="0"/>
              <a:t>Click to add title</a:t>
            </a:r>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6251717" y="1801368"/>
            <a:ext cx="4987412" cy="4754880"/>
          </a:xfrm>
        </p:spPr>
        <p:txBody>
          <a:bodyPr>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10" name="Picture Placeholder 12">
            <a:extLst>
              <a:ext uri="{FF2B5EF4-FFF2-40B4-BE49-F238E27FC236}">
                <a16:creationId xmlns:a16="http://schemas.microsoft.com/office/drawing/2014/main" id="{F146D6C1-343E-4F97-A565-55BBB15F4C77}"/>
              </a:ext>
            </a:extLst>
          </p:cNvPr>
          <p:cNvSpPr>
            <a:spLocks noGrp="1"/>
          </p:cNvSpPr>
          <p:nvPr>
            <p:ph type="pic" sz="quarter" idx="14" hasCustomPrompt="1"/>
          </p:nvPr>
        </p:nvSpPr>
        <p:spPr>
          <a:xfrm>
            <a:off x="283464" y="301752"/>
            <a:ext cx="2459736" cy="2505456"/>
          </a:xfrm>
        </p:spPr>
        <p:txBody>
          <a:bodyPr tIns="548640" anchor="t" anchorCtr="0">
            <a:normAutofit/>
          </a:bodyPr>
          <a:lstStyle>
            <a:lvl1pPr algn="ctr">
              <a:buNone/>
              <a:defRPr sz="1600">
                <a:solidFill>
                  <a:schemeClr val="bg1"/>
                </a:solidFill>
              </a:defRPr>
            </a:lvl1pPr>
          </a:lstStyle>
          <a:p>
            <a:r>
              <a:rPr lang="en-US" dirty="0"/>
              <a:t>Click to add picture</a:t>
            </a:r>
          </a:p>
        </p:txBody>
      </p:sp>
      <p:sp>
        <p:nvSpPr>
          <p:cNvPr id="11" name="Picture Placeholder 12">
            <a:extLst>
              <a:ext uri="{FF2B5EF4-FFF2-40B4-BE49-F238E27FC236}">
                <a16:creationId xmlns:a16="http://schemas.microsoft.com/office/drawing/2014/main" id="{BA123E2D-4554-47D5-B0EC-0C47EDB41626}"/>
              </a:ext>
            </a:extLst>
          </p:cNvPr>
          <p:cNvSpPr>
            <a:spLocks noGrp="1"/>
          </p:cNvSpPr>
          <p:nvPr>
            <p:ph type="pic" sz="quarter" idx="15" hasCustomPrompt="1"/>
          </p:nvPr>
        </p:nvSpPr>
        <p:spPr>
          <a:xfrm>
            <a:off x="3044952" y="301752"/>
            <a:ext cx="2459736" cy="2505456"/>
          </a:xfrm>
        </p:spPr>
        <p:txBody>
          <a:bodyPr tIns="548640" anchor="t" anchorCtr="0">
            <a:normAutofit/>
          </a:bodyPr>
          <a:lstStyle>
            <a:lvl1pPr algn="ctr">
              <a:buNone/>
              <a:defRPr sz="1600">
                <a:solidFill>
                  <a:schemeClr val="bg1"/>
                </a:solidFill>
              </a:defRPr>
            </a:lvl1pPr>
          </a:lstStyle>
          <a:p>
            <a:r>
              <a:rPr lang="en-US" dirty="0"/>
              <a:t>Click to add picture</a:t>
            </a:r>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283464" y="3108960"/>
            <a:ext cx="5221224" cy="3447288"/>
          </a:xfrm>
        </p:spPr>
        <p:txBody>
          <a:bodyPr tIns="548640" anchor="t" anchorCtr="0">
            <a:normAutofit/>
          </a:bodyPr>
          <a:lstStyle>
            <a:lvl1pPr algn="ctr">
              <a:buNone/>
              <a:defRPr sz="1600">
                <a:solidFill>
                  <a:schemeClr val="bg1"/>
                </a:solidFill>
              </a:defRPr>
            </a:lvl1pPr>
          </a:lstStyle>
          <a:p>
            <a:r>
              <a:rPr lang="en-US" dirty="0"/>
              <a:t>Click to add picture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 uri="{C183D7F6-B498-43B3-948B-1728B52AA6E4}">
                <adec:decorative xmlns:adec="http://schemas.microsoft.com/office/drawing/2017/decorative" val="1"/>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789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933206" y="585216"/>
            <a:ext cx="5103602" cy="2276856"/>
          </a:xfrm>
        </p:spPr>
        <p:txBody>
          <a:bodyPr anchor="b"/>
          <a:lstStyle>
            <a:lvl1pPr algn="r">
              <a:defRPr sz="4800" b="1" cap="all" spc="400" baseline="0">
                <a:solidFill>
                  <a:schemeClr val="bg1"/>
                </a:solidFill>
              </a:defRPr>
            </a:lvl1pPr>
          </a:lstStyle>
          <a:p>
            <a:r>
              <a:rPr lang="en-US" dirty="0"/>
              <a:t>Click to add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a:lstStyle>
            <a:lvl1pPr>
              <a:defRPr>
                <a:solidFill>
                  <a:schemeClr val="bg1"/>
                </a:solidFill>
              </a:defRPr>
            </a:lvl1pPr>
          </a:lstStyle>
          <a:p>
            <a:r>
              <a:rPr lang="en-US" dirty="0"/>
              <a:t>Presentation Title</a:t>
            </a:r>
          </a:p>
        </p:txBody>
      </p:sp>
      <p:sp>
        <p:nvSpPr>
          <p:cNvPr id="33" name="Picture Placeholder 32">
            <a:extLst>
              <a:ext uri="{FF2B5EF4-FFF2-40B4-BE49-F238E27FC236}">
                <a16:creationId xmlns:a16="http://schemas.microsoft.com/office/drawing/2014/main" id="{3186EA6A-5CD5-4DF7-9C8A-EDFAF28A80D9}"/>
              </a:ext>
            </a:extLst>
          </p:cNvPr>
          <p:cNvSpPr>
            <a:spLocks noGrp="1"/>
          </p:cNvSpPr>
          <p:nvPr>
            <p:ph type="pic" sz="quarter" idx="14" hasCustomPrompt="1"/>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tIns="457200" anchor="t" anchorCtr="0">
            <a:noAutofit/>
          </a:bodyPr>
          <a:lstStyle>
            <a:lvl1pPr algn="ctr">
              <a:buNone/>
              <a:defRPr sz="1400">
                <a:solidFill>
                  <a:schemeClr val="bg1"/>
                </a:solidFill>
              </a:defRPr>
            </a:lvl1pPr>
          </a:lstStyle>
          <a:p>
            <a:r>
              <a:rPr lang="en-US" dirty="0"/>
              <a:t>Click to add picture</a:t>
            </a:r>
          </a:p>
        </p:txBody>
      </p:sp>
      <p:sp>
        <p:nvSpPr>
          <p:cNvPr id="32" name="Picture Placeholder 31">
            <a:extLst>
              <a:ext uri="{FF2B5EF4-FFF2-40B4-BE49-F238E27FC236}">
                <a16:creationId xmlns:a16="http://schemas.microsoft.com/office/drawing/2014/main" id="{83D5117F-F235-498D-99A5-9DE2D665576C}"/>
              </a:ext>
            </a:extLst>
          </p:cNvPr>
          <p:cNvSpPr>
            <a:spLocks noGrp="1"/>
          </p:cNvSpPr>
          <p:nvPr>
            <p:ph type="pic" sz="quarter" idx="15" hasCustomPrompt="1"/>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tIns="457200" anchor="t" anchorCtr="0">
            <a:noAutofit/>
          </a:bodyPr>
          <a:lstStyle>
            <a:lvl1pPr algn="ctr">
              <a:buNone/>
              <a:defRPr sz="1400">
                <a:solidFill>
                  <a:schemeClr val="bg1"/>
                </a:solidFill>
              </a:defRPr>
            </a:lvl1pPr>
          </a:lstStyle>
          <a:p>
            <a:r>
              <a:rPr lang="en-US" dirty="0"/>
              <a:t>Click to add picture</a:t>
            </a:r>
          </a:p>
        </p:txBody>
      </p:sp>
      <p:sp>
        <p:nvSpPr>
          <p:cNvPr id="30" name="Picture Placeholder 29">
            <a:extLst>
              <a:ext uri="{FF2B5EF4-FFF2-40B4-BE49-F238E27FC236}">
                <a16:creationId xmlns:a16="http://schemas.microsoft.com/office/drawing/2014/main" id="{B8D3F45B-B631-47D3-A33C-71CEC2B3602C}"/>
              </a:ext>
            </a:extLst>
          </p:cNvPr>
          <p:cNvSpPr>
            <a:spLocks noGrp="1"/>
          </p:cNvSpPr>
          <p:nvPr>
            <p:ph type="pic" sz="quarter" idx="17" hasCustomPrompt="1"/>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tIns="457200" anchor="t" anchorCtr="0">
            <a:noAutofit/>
          </a:bodyPr>
          <a:lstStyle>
            <a:lvl1pPr algn="ctr">
              <a:buNone/>
              <a:defRPr sz="14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933206" y="3127248"/>
            <a:ext cx="5103602" cy="1124712"/>
          </a:xfrm>
        </p:spPr>
        <p:txBody>
          <a:bodyPr/>
          <a:lstStyle>
            <a:lvl1pPr marL="0" indent="0" algn="r">
              <a:buNone/>
              <a:defRPr sz="1800">
                <a:solidFill>
                  <a:schemeClr val="bg1"/>
                </a:solidFill>
              </a:defRPr>
            </a:lvl1pPr>
          </a:lstStyle>
          <a:p>
            <a:pPr lvl="0"/>
            <a:r>
              <a:rPr lang="en-US" dirty="0"/>
              <a:t>Click to add text</a:t>
            </a:r>
          </a:p>
        </p:txBody>
      </p:sp>
      <p:sp>
        <p:nvSpPr>
          <p:cNvPr id="31" name="Picture Placeholder 30">
            <a:extLst>
              <a:ext uri="{FF2B5EF4-FFF2-40B4-BE49-F238E27FC236}">
                <a16:creationId xmlns:a16="http://schemas.microsoft.com/office/drawing/2014/main" id="{E1E0A794-F1D3-4628-B5B1-9D48AB34C3D4}"/>
              </a:ext>
            </a:extLst>
          </p:cNvPr>
          <p:cNvSpPr>
            <a:spLocks noGrp="1"/>
          </p:cNvSpPr>
          <p:nvPr>
            <p:ph type="pic" sz="quarter" idx="16" hasCustomPrompt="1"/>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tIns="457200" anchor="t" anchorCtr="0">
            <a:noAutofit/>
          </a:bodyPr>
          <a:lstStyle>
            <a:lvl1pPr algn="ctr">
              <a:buNone/>
              <a:defRPr sz="1400">
                <a:solidFill>
                  <a:schemeClr val="bg1"/>
                </a:solidFill>
              </a:defRPr>
            </a:lvl1pPr>
          </a:lstStyle>
          <a:p>
            <a:r>
              <a:rPr lang="en-US" dirty="0"/>
              <a:t>Click to add picture</a:t>
            </a:r>
          </a:p>
        </p:txBody>
      </p:sp>
      <p:sp>
        <p:nvSpPr>
          <p:cNvPr id="8" name="Graphic 32">
            <a:extLst>
              <a:ext uri="{FF2B5EF4-FFF2-40B4-BE49-F238E27FC236}">
                <a16:creationId xmlns:a16="http://schemas.microsoft.com/office/drawing/2014/main" id="{846CD0EA-B0AA-4845-81A5-4ADD7C58B12F}"/>
              </a:ext>
              <a:ext uri="{C183D7F6-B498-43B3-948B-1728B52AA6E4}">
                <adec:decorative xmlns:adec="http://schemas.microsoft.com/office/drawing/2017/decorative" val="1"/>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0" name="Graphic 33">
            <a:extLst>
              <a:ext uri="{FF2B5EF4-FFF2-40B4-BE49-F238E27FC236}">
                <a16:creationId xmlns:a16="http://schemas.microsoft.com/office/drawing/2014/main" id="{0E97A0CB-7CB1-47F0-BD48-EEECBAC39CD2}"/>
              </a:ext>
              <a:ext uri="{C183D7F6-B498-43B3-948B-1728B52AA6E4}">
                <adec:decorative xmlns:adec="http://schemas.microsoft.com/office/drawing/2017/decorative" val="1"/>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12" name="Graphic 31">
            <a:extLst>
              <a:ext uri="{FF2B5EF4-FFF2-40B4-BE49-F238E27FC236}">
                <a16:creationId xmlns:a16="http://schemas.microsoft.com/office/drawing/2014/main" id="{477816C9-06CB-4BC5-B26B-6A2877BD941A}"/>
              </a:ext>
              <a:ext uri="{C183D7F6-B498-43B3-948B-1728B52AA6E4}">
                <adec:decorative xmlns:adec="http://schemas.microsoft.com/office/drawing/2017/decorative" val="1"/>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045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6" name="Straight Connector 5">
            <a:extLst>
              <a:ext uri="{FF2B5EF4-FFF2-40B4-BE49-F238E27FC236}">
                <a16:creationId xmlns:a16="http://schemas.microsoft.com/office/drawing/2014/main" id="{57596AF9-469C-436D-B7D2-77952EF1825E}"/>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5" name="Straight Connector 4">
            <a:extLst>
              <a:ext uri="{FF2B5EF4-FFF2-40B4-BE49-F238E27FC236}">
                <a16:creationId xmlns:a16="http://schemas.microsoft.com/office/drawing/2014/main" id="{353C1207-D1C8-49E3-8837-E2B89D366FAE}"/>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867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add title</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F3A79C9-7EDC-44F6-AC48-5DD98A7695AD}"/>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805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add title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0F08750-B7F2-4119-B151-68DE77481335}"/>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77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1"/>
            <a:ext cx="10515600"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D8DA9DAA-006C-4F4B-980E-E3DF019B24E2}" type="slidenum">
              <a:rPr lang="en-US" smtClean="0"/>
              <a:t>‹#›</a:t>
            </a:fld>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717" r:id="rId3"/>
    <p:sldLayoutId id="2147483710" r:id="rId4"/>
    <p:sldLayoutId id="2147483709" r:id="rId5"/>
    <p:sldLayoutId id="2147483698" r:id="rId6"/>
    <p:sldLayoutId id="2147483713" r:id="rId7"/>
    <p:sldLayoutId id="2147483712" r:id="rId8"/>
    <p:sldLayoutId id="2147483700" r:id="rId9"/>
    <p:sldLayoutId id="2147483701" r:id="rId10"/>
    <p:sldLayoutId id="2147483716" r:id="rId11"/>
    <p:sldLayoutId id="2147483714" r:id="rId12"/>
    <p:sldLayoutId id="2147483715" r:id="rId13"/>
    <p:sldLayoutId id="2147483702" r:id="rId14"/>
    <p:sldLayoutId id="2147483703" r:id="rId15"/>
    <p:sldLayoutId id="2147483704" r:id="rId16"/>
    <p:sldLayoutId id="2147483705"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hyperlink" Target="https://docs.oracle.com/javase/8/docs/api/java/io/File.html" TargetMode="Externa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98448" y="357809"/>
            <a:ext cx="6272784" cy="3080335"/>
          </a:xfrm>
        </p:spPr>
        <p:txBody>
          <a:bodyPr/>
          <a:lstStyle/>
          <a:p>
            <a:r>
              <a:rPr lang="en-US" dirty="0"/>
              <a:t>Core Java</a:t>
            </a:r>
          </a:p>
        </p:txBody>
      </p:sp>
      <p:sp>
        <p:nvSpPr>
          <p:cNvPr id="3" name="Subtitle 2">
            <a:extLst>
              <a:ext uri="{FF2B5EF4-FFF2-40B4-BE49-F238E27FC236}">
                <a16:creationId xmlns:a16="http://schemas.microsoft.com/office/drawing/2014/main" id="{A5F14073-9F68-4B7E-A576-26899D58C7A9}"/>
              </a:ext>
            </a:extLst>
          </p:cNvPr>
          <p:cNvSpPr>
            <a:spLocks noGrp="1"/>
          </p:cNvSpPr>
          <p:nvPr>
            <p:ph type="subTitle" idx="1"/>
          </p:nvPr>
        </p:nvSpPr>
        <p:spPr>
          <a:xfrm>
            <a:off x="5641848" y="4700016"/>
            <a:ext cx="5093208" cy="1197864"/>
          </a:xfrm>
        </p:spPr>
        <p:txBody>
          <a:bodyPr/>
          <a:lstStyle/>
          <a:p>
            <a:r>
              <a:rPr lang="en-US" dirty="0"/>
              <a:t>Manikanta R</a:t>
            </a:r>
          </a:p>
          <a:p>
            <a:endParaRPr lang="en-US" dirty="0"/>
          </a:p>
        </p:txBody>
      </p:sp>
    </p:spTree>
    <p:extLst>
      <p:ext uri="{BB962C8B-B14F-4D97-AF65-F5344CB8AC3E}">
        <p14:creationId xmlns:p14="http://schemas.microsoft.com/office/powerpoint/2010/main" val="1147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DBBC93-70DF-4E4E-98E3-08124185AB18}"/>
              </a:ext>
            </a:extLst>
          </p:cNvPr>
          <p:cNvSpPr>
            <a:spLocks noGrp="1"/>
          </p:cNvSpPr>
          <p:nvPr>
            <p:ph type="title"/>
          </p:nvPr>
        </p:nvSpPr>
        <p:spPr/>
        <p:txBody>
          <a:bodyPr/>
          <a:lstStyle/>
          <a:p>
            <a:r>
              <a:rPr lang="en-US" dirty="0"/>
              <a:t>Agenda</a:t>
            </a:r>
          </a:p>
        </p:txBody>
      </p:sp>
      <p:sp>
        <p:nvSpPr>
          <p:cNvPr id="8" name="Footer Placeholder 7">
            <a:extLst>
              <a:ext uri="{FF2B5EF4-FFF2-40B4-BE49-F238E27FC236}">
                <a16:creationId xmlns:a16="http://schemas.microsoft.com/office/drawing/2014/main" id="{AEEDFC2F-FF0A-4EC9-A0BB-0AA2B1E6BA4A}"/>
              </a:ext>
            </a:extLst>
          </p:cNvPr>
          <p:cNvSpPr>
            <a:spLocks noGrp="1"/>
          </p:cNvSpPr>
          <p:nvPr>
            <p:ph type="ftr" sz="quarter" idx="11"/>
          </p:nvPr>
        </p:nvSpPr>
        <p:spPr/>
        <p:txBody>
          <a:bodyPr/>
          <a:lstStyle/>
          <a:p>
            <a:r>
              <a:rPr lang="en-US" dirty="0"/>
              <a:t>Presentation Title</a:t>
            </a:r>
          </a:p>
        </p:txBody>
      </p:sp>
      <p:sp>
        <p:nvSpPr>
          <p:cNvPr id="4" name="Text Placeholder 3">
            <a:extLst>
              <a:ext uri="{FF2B5EF4-FFF2-40B4-BE49-F238E27FC236}">
                <a16:creationId xmlns:a16="http://schemas.microsoft.com/office/drawing/2014/main" id="{65DE74E9-AA78-46C1-845A-0B72FA8AF35E}"/>
              </a:ext>
            </a:extLst>
          </p:cNvPr>
          <p:cNvSpPr>
            <a:spLocks noGrp="1"/>
          </p:cNvSpPr>
          <p:nvPr>
            <p:ph idx="1"/>
          </p:nvPr>
        </p:nvSpPr>
        <p:spPr/>
        <p:txBody>
          <a:bodyPr/>
          <a:lstStyle/>
          <a:p>
            <a:r>
              <a:rPr lang="en-US" b="1" dirty="0"/>
              <a:t>Decision making in Java</a:t>
            </a:r>
          </a:p>
          <a:p>
            <a:r>
              <a:rPr lang="en-US" b="1" dirty="0"/>
              <a:t>Operators in Java</a:t>
            </a:r>
          </a:p>
          <a:p>
            <a:r>
              <a:rPr lang="en-US" b="1" dirty="0"/>
              <a:t>File Handling in Java</a:t>
            </a:r>
          </a:p>
        </p:txBody>
      </p:sp>
      <p:sp>
        <p:nvSpPr>
          <p:cNvPr id="9" name="Slide Number Placeholder 8">
            <a:extLst>
              <a:ext uri="{FF2B5EF4-FFF2-40B4-BE49-F238E27FC236}">
                <a16:creationId xmlns:a16="http://schemas.microsoft.com/office/drawing/2014/main" id="{6DCF8D89-56D9-4E2B-9838-07DFB6E9D2BB}"/>
              </a:ext>
            </a:extLst>
          </p:cNvPr>
          <p:cNvSpPr>
            <a:spLocks noGrp="1"/>
          </p:cNvSpPr>
          <p:nvPr>
            <p:ph type="sldNum" sz="quarter" idx="12"/>
          </p:nvPr>
        </p:nvSpPr>
        <p:spPr/>
        <p:txBody>
          <a:bodyPr/>
          <a:lstStyle/>
          <a:p>
            <a:fld id="{D8DA9DAA-006C-4F4B-980E-E3DF019B24E2}" type="slidenum">
              <a:rPr lang="en-US" smtClean="0"/>
              <a:pPr/>
              <a:t>2</a:t>
            </a:fld>
            <a:endParaRPr lang="en-US" dirty="0"/>
          </a:p>
        </p:txBody>
      </p:sp>
    </p:spTree>
    <p:extLst>
      <p:ext uri="{BB962C8B-B14F-4D97-AF65-F5344CB8AC3E}">
        <p14:creationId xmlns:p14="http://schemas.microsoft.com/office/powerpoint/2010/main" val="1613598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15FF41-AFA4-4D25-AB42-AB034F4B4FEC}"/>
              </a:ext>
            </a:extLst>
          </p:cNvPr>
          <p:cNvSpPr>
            <a:spLocks noGrp="1"/>
          </p:cNvSpPr>
          <p:nvPr>
            <p:ph type="title"/>
          </p:nvPr>
        </p:nvSpPr>
        <p:spPr>
          <a:xfrm>
            <a:off x="804672" y="1335024"/>
            <a:ext cx="6190488" cy="1179576"/>
          </a:xfrm>
        </p:spPr>
        <p:txBody>
          <a:bodyPr/>
          <a:lstStyle/>
          <a:p>
            <a:r>
              <a:rPr lang="en-US" dirty="0"/>
              <a:t>Decision Making</a:t>
            </a:r>
          </a:p>
        </p:txBody>
      </p:sp>
      <p:pic>
        <p:nvPicPr>
          <p:cNvPr id="8" name="Picture Placeholder 7" descr="mountains under the night sky just before dawn">
            <a:extLst>
              <a:ext uri="{FF2B5EF4-FFF2-40B4-BE49-F238E27FC236}">
                <a16:creationId xmlns:a16="http://schemas.microsoft.com/office/drawing/2014/main" id="{B53D1AAB-32B2-4F04-828F-AB1C758AF004}"/>
              </a:ext>
            </a:extLst>
          </p:cNvPr>
          <p:cNvPicPr>
            <a:picLocks noGrp="1" noChangeAspect="1"/>
          </p:cNvPicPr>
          <p:nvPr>
            <p:ph type="pic" sz="quarter" idx="13"/>
          </p:nvPr>
        </p:nvPicPr>
        <p:blipFill rotWithShape="1">
          <a:blip r:embed="rId2"/>
          <a:srcRect l="71" r="71"/>
          <a:stretch/>
        </p:blipFill>
        <p:spPr>
          <a:xfrm>
            <a:off x="7451725" y="1665288"/>
            <a:ext cx="4267200" cy="4267200"/>
          </a:xfrm>
        </p:spPr>
      </p:pic>
      <p:sp>
        <p:nvSpPr>
          <p:cNvPr id="10" name="Footer Placeholder 9">
            <a:extLst>
              <a:ext uri="{FF2B5EF4-FFF2-40B4-BE49-F238E27FC236}">
                <a16:creationId xmlns:a16="http://schemas.microsoft.com/office/drawing/2014/main" id="{A8C7C3A0-5E78-49C8-B8D4-F3DF62B2BC93}"/>
              </a:ext>
            </a:extLst>
          </p:cNvPr>
          <p:cNvSpPr>
            <a:spLocks noGrp="1"/>
          </p:cNvSpPr>
          <p:nvPr>
            <p:ph type="ftr" sz="quarter" idx="11"/>
          </p:nvPr>
        </p:nvSpPr>
        <p:spPr>
          <a:xfrm>
            <a:off x="7964488" y="622300"/>
            <a:ext cx="4114800" cy="365125"/>
          </a:xfrm>
        </p:spPr>
        <p:txBody>
          <a:bodyPr/>
          <a:lstStyle/>
          <a:p>
            <a:endParaRPr lang="en-US" dirty="0"/>
          </a:p>
        </p:txBody>
      </p:sp>
      <p:sp>
        <p:nvSpPr>
          <p:cNvPr id="4" name="Content Placeholder 3">
            <a:extLst>
              <a:ext uri="{FF2B5EF4-FFF2-40B4-BE49-F238E27FC236}">
                <a16:creationId xmlns:a16="http://schemas.microsoft.com/office/drawing/2014/main" id="{B0881FA9-F3B0-4912-B0E1-352094195C30}"/>
              </a:ext>
            </a:extLst>
          </p:cNvPr>
          <p:cNvSpPr>
            <a:spLocks noGrp="1"/>
          </p:cNvSpPr>
          <p:nvPr>
            <p:ph idx="1"/>
          </p:nvPr>
        </p:nvSpPr>
        <p:spPr>
          <a:xfrm>
            <a:off x="850392" y="2825496"/>
            <a:ext cx="6190488" cy="3346704"/>
          </a:xfrm>
        </p:spPr>
        <p:txBody>
          <a:bodyPr>
            <a:normAutofit fontScale="92500"/>
          </a:bodyPr>
          <a:lstStyle/>
          <a:p>
            <a:r>
              <a:rPr lang="en-US" dirty="0"/>
              <a:t>Decision Making in programming is like decision-making in real life. In programming also face some situations where we want a certain block of code to be executed when some condition is fulfilled. </a:t>
            </a:r>
          </a:p>
          <a:p>
            <a:r>
              <a:rPr lang="en-US" dirty="0"/>
              <a:t>A programming language uses control statements to control the flow of execution of a program based on certain conditions. These are used to cause the flow of execution to advance, and branch based on changes to the state of a program. </a:t>
            </a:r>
          </a:p>
          <a:p>
            <a:endParaRPr lang="en-US" dirty="0"/>
          </a:p>
          <a:p>
            <a:endParaRPr lang="en-US" dirty="0"/>
          </a:p>
        </p:txBody>
      </p:sp>
      <p:sp>
        <p:nvSpPr>
          <p:cNvPr id="11" name="Slide Number Placeholder 10">
            <a:extLst>
              <a:ext uri="{FF2B5EF4-FFF2-40B4-BE49-F238E27FC236}">
                <a16:creationId xmlns:a16="http://schemas.microsoft.com/office/drawing/2014/main" id="{56AE2454-CE9A-4A6B-AB5A-349E0D967654}"/>
              </a:ext>
            </a:extLst>
          </p:cNvPr>
          <p:cNvSpPr>
            <a:spLocks noGrp="1"/>
          </p:cNvSpPr>
          <p:nvPr>
            <p:ph type="sldNum" sz="quarter" idx="12"/>
          </p:nvPr>
        </p:nvSpPr>
        <p:spPr>
          <a:xfrm>
            <a:off x="8610600" y="6356350"/>
            <a:ext cx="2743200" cy="365125"/>
          </a:xfrm>
        </p:spPr>
        <p:txBody>
          <a:bodyPr/>
          <a:lstStyle/>
          <a:p>
            <a:fld id="{D8DA9DAA-006C-4F4B-980E-E3DF019B24E2}" type="slidenum">
              <a:rPr lang="en-US" smtClean="0"/>
              <a:pPr/>
              <a:t>3</a:t>
            </a:fld>
            <a:endParaRPr lang="en-US" dirty="0"/>
          </a:p>
        </p:txBody>
      </p:sp>
    </p:spTree>
    <p:extLst>
      <p:ext uri="{BB962C8B-B14F-4D97-AF65-F5344CB8AC3E}">
        <p14:creationId xmlns:p14="http://schemas.microsoft.com/office/powerpoint/2010/main" val="365334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Decision Making</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    if</a:t>
            </a:r>
          </a:p>
          <a:p>
            <a:pPr marL="342900" indent="-342900">
              <a:buFont typeface="Arial" panose="020B0604020202020204" pitchFamily="34" charset="0"/>
              <a:buChar char="•"/>
            </a:pPr>
            <a:r>
              <a:rPr lang="en-US" dirty="0"/>
              <a:t>    if-else</a:t>
            </a:r>
          </a:p>
          <a:p>
            <a:pPr marL="342900" indent="-342900">
              <a:buFont typeface="Arial" panose="020B0604020202020204" pitchFamily="34" charset="0"/>
              <a:buChar char="•"/>
            </a:pPr>
            <a:r>
              <a:rPr lang="en-US" dirty="0"/>
              <a:t>    if-else-if</a:t>
            </a:r>
          </a:p>
          <a:p>
            <a:pPr marL="342900" indent="-342900">
              <a:buFont typeface="Arial" panose="020B0604020202020204" pitchFamily="34" charset="0"/>
              <a:buChar char="•"/>
            </a:pPr>
            <a:r>
              <a:rPr lang="en-US" dirty="0"/>
              <a:t>    switch-case</a:t>
            </a:r>
          </a:p>
          <a:p>
            <a:pPr marL="342900" indent="-342900">
              <a:buFont typeface="Arial" panose="020B0604020202020204" pitchFamily="34" charset="0"/>
              <a:buChar char="•"/>
            </a:pPr>
            <a:r>
              <a:rPr lang="en-US" dirty="0"/>
              <a:t>    jump – break, continue, return</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4</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1762693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In Java , ‘if’ statement is used to control the flow of program based on conditional Expression.</a:t>
            </a:r>
          </a:p>
          <a:p>
            <a:pPr marL="342900" indent="-342900">
              <a:buFont typeface="Arial" panose="020B0604020202020204" pitchFamily="34" charset="0"/>
              <a:buChar char="•"/>
            </a:pPr>
            <a:r>
              <a:rPr lang="en-US" dirty="0"/>
              <a:t>if statement tests the condition. It executes the if block , if condition is true.</a:t>
            </a:r>
          </a:p>
          <a:p>
            <a:pPr marL="342900" indent="-342900">
              <a:buFont typeface="Arial" panose="020B0604020202020204" pitchFamily="34" charset="0"/>
              <a:buChar char="•"/>
            </a:pPr>
            <a:r>
              <a:rPr lang="en-US" dirty="0"/>
              <a:t>Syntax : </a:t>
            </a:r>
          </a:p>
          <a:p>
            <a:pPr marL="457200" lvl="1" indent="0">
              <a:buNone/>
            </a:pPr>
            <a:r>
              <a:rPr lang="en-US" dirty="0"/>
              <a:t> If (</a:t>
            </a:r>
            <a:r>
              <a:rPr lang="en-US" b="1" dirty="0"/>
              <a:t>condition</a:t>
            </a:r>
            <a:r>
              <a:rPr lang="en-US" dirty="0"/>
              <a:t>) {  // true</a:t>
            </a:r>
          </a:p>
          <a:p>
            <a:pPr marL="457200" lvl="1" indent="0">
              <a:buNone/>
            </a:pPr>
            <a:r>
              <a:rPr lang="en-US" dirty="0"/>
              <a:t>  // code to execute if the condition is true</a:t>
            </a:r>
          </a:p>
          <a:p>
            <a:pPr marL="457200" lvl="1" indent="0">
              <a:buNone/>
            </a:pPr>
            <a:r>
              <a:rPr lang="en-US" dirty="0"/>
              <a:t> }</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5</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249706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Example : </a:t>
            </a:r>
          </a:p>
          <a:p>
            <a:pPr marL="342900" indent="-342900">
              <a:buFont typeface="Arial" panose="020B0604020202020204" pitchFamily="34" charset="0"/>
              <a:buChar char="•"/>
            </a:pPr>
            <a:endParaRPr lang="en-US" dirty="0"/>
          </a:p>
          <a:p>
            <a:pPr marL="0" indent="0">
              <a:buNone/>
            </a:pPr>
            <a:r>
              <a:rPr lang="en-US" dirty="0"/>
              <a:t>    int number = 23;  </a:t>
            </a:r>
          </a:p>
          <a:p>
            <a:pPr marL="0" indent="0">
              <a:buNone/>
            </a:pPr>
            <a:r>
              <a:rPr lang="en-US" dirty="0"/>
              <a:t>	If(number &gt; 0){</a:t>
            </a:r>
          </a:p>
          <a:p>
            <a:pPr marL="0" indent="0">
              <a:buNone/>
            </a:pPr>
            <a:r>
              <a:rPr lang="en-US" dirty="0"/>
              <a:t>		</a:t>
            </a:r>
            <a:r>
              <a:rPr lang="en-US" dirty="0" err="1"/>
              <a:t>System.out.println</a:t>
            </a:r>
            <a:r>
              <a:rPr lang="en-US" dirty="0"/>
              <a:t>(“given Number is Positive”);</a:t>
            </a:r>
          </a:p>
          <a:p>
            <a:pPr marL="0" indent="0">
              <a:buNone/>
            </a:pPr>
            <a:r>
              <a:rPr lang="en-US" dirty="0"/>
              <a:t>	}</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6</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970901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If-else</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t>If -else statement is used for conditional branching, allowing you to execute different blocks of code based on whether a condition is true or false</a:t>
            </a:r>
          </a:p>
          <a:p>
            <a:pPr marL="342900" indent="-342900">
              <a:buFont typeface="Arial" panose="020B0604020202020204" pitchFamily="34" charset="0"/>
              <a:buChar char="•"/>
            </a:pPr>
            <a:r>
              <a:rPr lang="en-US" dirty="0"/>
              <a:t>The if statement alone tells us that if a condition is true it will execute a block of statements and if the condition is false it won’t. But what if we want to do something else if the condition is false? Here comes the else statement. We can use the else statement with the if statement to execute a block of code when the condition is false. </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7</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412429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If-else</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0" indent="0">
              <a:buNone/>
            </a:pPr>
            <a:r>
              <a:rPr lang="en-US" dirty="0"/>
              <a:t>Syntax: </a:t>
            </a:r>
          </a:p>
          <a:p>
            <a:pPr marL="0" indent="0">
              <a:buNone/>
            </a:pPr>
            <a:endParaRPr lang="en-US" dirty="0"/>
          </a:p>
          <a:p>
            <a:pPr marL="0" indent="0">
              <a:buNone/>
            </a:pPr>
            <a:r>
              <a:rPr lang="en-US" dirty="0"/>
              <a:t>if(condition ) {</a:t>
            </a:r>
          </a:p>
          <a:p>
            <a:pPr marL="0" indent="0">
              <a:buNone/>
            </a:pPr>
            <a:r>
              <a:rPr lang="en-US" dirty="0"/>
              <a:t>	// code to be executed condition is true</a:t>
            </a:r>
          </a:p>
          <a:p>
            <a:pPr marL="0" indent="0">
              <a:buNone/>
            </a:pPr>
            <a:r>
              <a:rPr lang="en-US" dirty="0"/>
              <a:t>} else {</a:t>
            </a:r>
          </a:p>
          <a:p>
            <a:pPr marL="0" indent="0">
              <a:buNone/>
            </a:pPr>
            <a:r>
              <a:rPr lang="en-US" dirty="0"/>
              <a:t>	// code to be executed condition is false</a:t>
            </a:r>
          </a:p>
          <a:p>
            <a:pPr marL="0" indent="0">
              <a:buNone/>
            </a:pPr>
            <a:r>
              <a:rPr lang="en-US" dirty="0"/>
              <a:t>}</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8</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406943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if-else</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0" indent="0">
              <a:buNone/>
            </a:pPr>
            <a:r>
              <a:rPr lang="en-US" dirty="0"/>
              <a:t>Example: </a:t>
            </a:r>
          </a:p>
          <a:p>
            <a:pPr marL="0" indent="0">
              <a:buNone/>
            </a:pPr>
            <a:r>
              <a:rPr lang="en-US" dirty="0"/>
              <a:t>    </a:t>
            </a:r>
            <a:r>
              <a:rPr lang="en-US" sz="1800" dirty="0"/>
              <a:t>int age = 18;</a:t>
            </a:r>
          </a:p>
          <a:p>
            <a:pPr marL="457200" lvl="1" indent="0">
              <a:buNone/>
            </a:pPr>
            <a:r>
              <a:rPr lang="en-US" sz="1800" dirty="0"/>
              <a:t>if(age &gt;=18) {</a:t>
            </a:r>
          </a:p>
          <a:p>
            <a:pPr marL="457200" lvl="1" indent="0">
              <a:buNone/>
            </a:pPr>
            <a:r>
              <a:rPr lang="en-US" sz="1800" dirty="0"/>
              <a:t>	Candidate is Eligible to vote</a:t>
            </a:r>
          </a:p>
          <a:p>
            <a:pPr marL="457200" lvl="1" indent="0">
              <a:buNone/>
            </a:pPr>
            <a:r>
              <a:rPr lang="en-US" sz="1800" dirty="0"/>
              <a:t>}else {</a:t>
            </a:r>
          </a:p>
          <a:p>
            <a:pPr marL="457200" lvl="1" indent="0">
              <a:buNone/>
            </a:pPr>
            <a:r>
              <a:rPr lang="en-US" sz="1800" dirty="0"/>
              <a:t>	Candidate is Not Eligible to vote</a:t>
            </a:r>
          </a:p>
          <a:p>
            <a:pPr marL="457200" lvl="1" indent="0">
              <a:buNone/>
            </a:pPr>
            <a:r>
              <a:rPr lang="en-US" sz="1800" dirty="0"/>
              <a:t>}</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9</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1932154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if-else-ladder</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0" indent="0">
              <a:buNone/>
            </a:pPr>
            <a:r>
              <a:rPr lang="en-US" dirty="0"/>
              <a:t>	</a:t>
            </a:r>
            <a:r>
              <a:rPr lang="en-US" sz="1800" dirty="0">
                <a:latin typeface="Calibri" panose="020F0502020204030204" pitchFamily="34" charset="0"/>
                <a:ea typeface="Calibri" panose="020F0502020204030204" pitchFamily="34" charset="0"/>
                <a:cs typeface="Calibri" panose="020F0502020204030204" pitchFamily="34" charset="0"/>
              </a:rPr>
              <a:t>Java if-else-if ladder is used to decide among multiple options. The if statements are executed from the top down. As soon as one of the conditions controlling the if is true, the statement associated with that if is executed, and the rest of the ladder is bypassed. If none of the conditions is true, then the final else statement will be executed.</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If we have multiple conditions to evaluate, and if we must execute different code blocks based On which condition is true.</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10</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082747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if-else-ladder</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0" indent="0">
              <a:buNone/>
            </a:pPr>
            <a:r>
              <a:rPr lang="en-US" dirty="0"/>
              <a:t>Syntax: </a:t>
            </a:r>
          </a:p>
          <a:p>
            <a:pPr marL="457200" lvl="1" indent="0">
              <a:buNone/>
            </a:pPr>
            <a:r>
              <a:rPr lang="en-US" sz="1400" dirty="0">
                <a:effectLst/>
                <a:latin typeface="Times New Roman" panose="02020603050405020304" pitchFamily="18" charset="0"/>
                <a:ea typeface="Times New Roman" panose="02020603050405020304" pitchFamily="18" charset="0"/>
              </a:rPr>
              <a:t>Syntax : </a:t>
            </a:r>
          </a:p>
          <a:p>
            <a:pPr marL="457200" lvl="1" indent="0">
              <a:buNone/>
            </a:pPr>
            <a:r>
              <a:rPr lang="en-US" sz="1400" dirty="0">
                <a:effectLst/>
                <a:latin typeface="Times New Roman" panose="02020603050405020304" pitchFamily="18" charset="0"/>
                <a:ea typeface="Times New Roman" panose="02020603050405020304" pitchFamily="18" charset="0"/>
              </a:rPr>
              <a:t> </a:t>
            </a:r>
          </a:p>
          <a:p>
            <a:pPr marL="457200" lvl="1" indent="0">
              <a:buNone/>
            </a:pPr>
            <a:r>
              <a:rPr lang="en-US" sz="1400" dirty="0">
                <a:effectLst/>
                <a:latin typeface="Times New Roman" panose="02020603050405020304" pitchFamily="18" charset="0"/>
                <a:ea typeface="Times New Roman" panose="02020603050405020304" pitchFamily="18" charset="0"/>
              </a:rPr>
              <a:t>if (condition1) {</a:t>
            </a:r>
          </a:p>
          <a:p>
            <a:pPr marL="457200" lvl="1" indent="0">
              <a:buNone/>
            </a:pPr>
            <a:r>
              <a:rPr lang="en-US" sz="1400" dirty="0">
                <a:effectLst/>
                <a:latin typeface="Times New Roman" panose="02020603050405020304" pitchFamily="18" charset="0"/>
                <a:ea typeface="Times New Roman" panose="02020603050405020304" pitchFamily="18" charset="0"/>
              </a:rPr>
              <a:t>	// code to execute if cond1 is true</a:t>
            </a:r>
          </a:p>
          <a:p>
            <a:pPr marL="457200" lvl="1" indent="0">
              <a:buNone/>
            </a:pPr>
            <a:r>
              <a:rPr lang="en-US" sz="1400" dirty="0">
                <a:effectLst/>
                <a:latin typeface="Times New Roman" panose="02020603050405020304" pitchFamily="18" charset="0"/>
                <a:ea typeface="Times New Roman" panose="02020603050405020304" pitchFamily="18" charset="0"/>
              </a:rPr>
              <a:t>} else if (condition2) {</a:t>
            </a:r>
          </a:p>
          <a:p>
            <a:pPr marL="457200" lvl="1" indent="0">
              <a:buNone/>
            </a:pPr>
            <a:r>
              <a:rPr lang="en-US" sz="1400" dirty="0">
                <a:effectLst/>
                <a:latin typeface="Times New Roman" panose="02020603050405020304" pitchFamily="18" charset="0"/>
                <a:ea typeface="Times New Roman" panose="02020603050405020304" pitchFamily="18" charset="0"/>
              </a:rPr>
              <a:t> 	// code to execute if cond2 is true</a:t>
            </a:r>
          </a:p>
          <a:p>
            <a:pPr marL="457200" lvl="1" indent="0">
              <a:buNone/>
            </a:pPr>
            <a:r>
              <a:rPr lang="en-US" sz="1400" dirty="0">
                <a:effectLst/>
                <a:latin typeface="Times New Roman" panose="02020603050405020304" pitchFamily="18" charset="0"/>
                <a:ea typeface="Times New Roman" panose="02020603050405020304" pitchFamily="18" charset="0"/>
              </a:rPr>
              <a:t>} else if (condition3) {</a:t>
            </a:r>
          </a:p>
          <a:p>
            <a:pPr marL="457200" lvl="1" indent="0">
              <a:buNone/>
            </a:pPr>
            <a:r>
              <a:rPr lang="en-US" sz="1400" dirty="0">
                <a:effectLst/>
                <a:latin typeface="Times New Roman" panose="02020603050405020304" pitchFamily="18" charset="0"/>
                <a:ea typeface="Times New Roman" panose="02020603050405020304" pitchFamily="18" charset="0"/>
              </a:rPr>
              <a:t>	// code to execute if cond3 is true</a:t>
            </a:r>
          </a:p>
          <a:p>
            <a:pPr marL="457200" lvl="1" indent="0">
              <a:buNone/>
            </a:pPr>
            <a:r>
              <a:rPr lang="en-US" sz="1400" dirty="0">
                <a:effectLst/>
                <a:latin typeface="Times New Roman" panose="02020603050405020304" pitchFamily="18" charset="0"/>
                <a:ea typeface="Times New Roman" panose="02020603050405020304" pitchFamily="18" charset="0"/>
              </a:rPr>
              <a:t>} else if (condition4) {</a:t>
            </a:r>
          </a:p>
          <a:p>
            <a:pPr marL="457200" lvl="1" indent="0">
              <a:buNone/>
            </a:pPr>
            <a:r>
              <a:rPr lang="en-US" sz="1400" dirty="0">
                <a:effectLst/>
                <a:latin typeface="Times New Roman" panose="02020603050405020304" pitchFamily="18" charset="0"/>
                <a:ea typeface="Times New Roman" panose="02020603050405020304" pitchFamily="18" charset="0"/>
              </a:rPr>
              <a:t>  	 // code to execute if cond4 is true</a:t>
            </a:r>
          </a:p>
          <a:p>
            <a:pPr marL="457200" lvl="1" indent="0">
              <a:buNone/>
            </a:pPr>
            <a:r>
              <a:rPr lang="en-US" sz="1400" dirty="0">
                <a:effectLst/>
                <a:latin typeface="Times New Roman" panose="02020603050405020304" pitchFamily="18" charset="0"/>
                <a:ea typeface="Times New Roman" panose="02020603050405020304" pitchFamily="18" charset="0"/>
              </a:rPr>
              <a:t>} else {</a:t>
            </a:r>
          </a:p>
          <a:p>
            <a:pPr marL="457200" lvl="1" indent="0">
              <a:buNone/>
            </a:pPr>
            <a:r>
              <a:rPr lang="en-US" sz="1400" dirty="0">
                <a:effectLst/>
                <a:latin typeface="Times New Roman" panose="02020603050405020304" pitchFamily="18" charset="0"/>
                <a:ea typeface="Times New Roman" panose="02020603050405020304" pitchFamily="18" charset="0"/>
              </a:rPr>
              <a:t>	 // code to execute if none of the condition are true</a:t>
            </a:r>
          </a:p>
          <a:p>
            <a:pPr marL="457200" lvl="1" indent="0">
              <a:buNone/>
            </a:pPr>
            <a:r>
              <a:rPr lang="en-US" sz="1400" dirty="0">
                <a:effectLst/>
                <a:latin typeface="Times New Roman" panose="02020603050405020304" pitchFamily="18" charset="0"/>
                <a:ea typeface="Times New Roman" panose="02020603050405020304" pitchFamily="18" charset="0"/>
              </a:rPr>
              <a:t>}</a:t>
            </a:r>
          </a:p>
          <a:p>
            <a:pPr marL="0" indent="0">
              <a:buNone/>
            </a:pPr>
            <a:endParaRPr lang="en-US" dirty="0"/>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11</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163388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if-else-ladder</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p:txBody>
          <a:bodyPr>
            <a:normAutofit/>
          </a:bodyPr>
          <a:lstStyle/>
          <a:p>
            <a:pPr marL="0" marR="0" indent="0">
              <a:buNone/>
            </a:pPr>
            <a:r>
              <a:rPr lang="en-US" sz="1800" dirty="0">
                <a:latin typeface="Times New Roman" panose="02020603050405020304" pitchFamily="18" charset="0"/>
                <a:ea typeface="Times New Roman" panose="02020603050405020304" pitchFamily="18" charset="0"/>
              </a:rPr>
              <a:t>Example : </a:t>
            </a:r>
          </a:p>
          <a:p>
            <a:pPr marL="0" marR="0" indent="0">
              <a:buNone/>
            </a:pPr>
            <a:r>
              <a:rPr lang="en-US" sz="1800" dirty="0">
                <a:latin typeface="Times New Roman" panose="02020603050405020304" pitchFamily="18"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nt num =7;</a:t>
            </a:r>
          </a:p>
          <a:p>
            <a:pPr marL="0" marR="0" indent="0">
              <a:buNone/>
            </a:pPr>
            <a:r>
              <a:rPr lang="en-US" sz="1800" dirty="0">
                <a:latin typeface="Calibri" panose="020F0502020204030204" pitchFamily="34" charset="0"/>
                <a:ea typeface="Calibri" panose="020F0502020204030204" pitchFamily="34" charset="0"/>
                <a:cs typeface="Calibri" panose="020F0502020204030204" pitchFamily="34" charset="0"/>
              </a:rPr>
              <a:t>          i</a:t>
            </a:r>
            <a:r>
              <a:rPr lang="en-US" sz="1800" dirty="0">
                <a:effectLst/>
                <a:latin typeface="Calibri" panose="020F0502020204030204" pitchFamily="34" charset="0"/>
                <a:ea typeface="Calibri" panose="020F0502020204030204" pitchFamily="34" charset="0"/>
                <a:cs typeface="Calibri" panose="020F0502020204030204" pitchFamily="34" charset="0"/>
              </a:rPr>
              <a:t>f (num &lt; 0) {</a:t>
            </a:r>
          </a:p>
          <a:p>
            <a:pPr marL="457200" lvl="1" indent="0">
              <a:buNone/>
            </a:pPr>
            <a:r>
              <a:rPr lang="en-US" sz="1800" dirty="0">
                <a:effectLst/>
                <a:latin typeface="Calibri" panose="020F0502020204030204" pitchFamily="34" charset="0"/>
                <a:ea typeface="Calibri" panose="020F0502020204030204" pitchFamily="34" charset="0"/>
                <a:cs typeface="Calibri" panose="020F0502020204030204" pitchFamily="34" charset="0"/>
              </a:rPr>
              <a:t>   // no is -</a:t>
            </a:r>
            <a:r>
              <a:rPr lang="en-US" sz="1800" dirty="0" err="1">
                <a:effectLst/>
                <a:latin typeface="Calibri" panose="020F0502020204030204" pitchFamily="34" charset="0"/>
                <a:ea typeface="Calibri" panose="020F0502020204030204" pitchFamily="34" charset="0"/>
                <a:cs typeface="Calibri" panose="020F0502020204030204" pitchFamily="34" charset="0"/>
              </a:rPr>
              <a:t>ve</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457200" lvl="1" indent="0">
              <a:buNone/>
            </a:pPr>
            <a:r>
              <a:rPr lang="en-US" sz="1800" dirty="0">
                <a:effectLst/>
                <a:latin typeface="Calibri" panose="020F0502020204030204" pitchFamily="34" charset="0"/>
                <a:ea typeface="Calibri" panose="020F0502020204030204" pitchFamily="34" charset="0"/>
                <a:cs typeface="Calibri" panose="020F0502020204030204" pitchFamily="34" charset="0"/>
              </a:rPr>
              <a:t>}else if {num ==0} {</a:t>
            </a:r>
          </a:p>
          <a:p>
            <a:pPr marL="457200" lvl="1" indent="0">
              <a:buNone/>
            </a:pPr>
            <a:r>
              <a:rPr lang="en-US" sz="1800" dirty="0">
                <a:effectLst/>
                <a:latin typeface="Calibri" panose="020F0502020204030204" pitchFamily="34" charset="0"/>
                <a:ea typeface="Calibri" panose="020F0502020204030204" pitchFamily="34" charset="0"/>
                <a:cs typeface="Calibri" panose="020F0502020204030204" pitchFamily="34" charset="0"/>
              </a:rPr>
              <a:t>   Given no is zero </a:t>
            </a:r>
          </a:p>
          <a:p>
            <a:pPr marL="457200" lvl="1" indent="0">
              <a:buNone/>
            </a:pPr>
            <a:r>
              <a:rPr lang="en-US" sz="1800" dirty="0">
                <a:effectLst/>
                <a:latin typeface="Calibri" panose="020F0502020204030204" pitchFamily="34" charset="0"/>
                <a:ea typeface="Calibri" panose="020F0502020204030204" pitchFamily="34" charset="0"/>
                <a:cs typeface="Calibri" panose="020F0502020204030204" pitchFamily="34" charset="0"/>
              </a:rPr>
              <a:t>} else {</a:t>
            </a:r>
          </a:p>
          <a:p>
            <a:pPr marL="457200" lvl="1" indent="0">
              <a:buNone/>
            </a:pPr>
            <a:r>
              <a:rPr lang="en-US" sz="1800" dirty="0">
                <a:effectLst/>
                <a:latin typeface="Calibri" panose="020F0502020204030204" pitchFamily="34" charset="0"/>
                <a:ea typeface="Calibri" panose="020F0502020204030204" pitchFamily="34" charset="0"/>
                <a:cs typeface="Calibri" panose="020F0502020204030204" pitchFamily="34" charset="0"/>
              </a:rPr>
              <a:t>   // no is +</a:t>
            </a:r>
            <a:r>
              <a:rPr lang="en-US" sz="1800" dirty="0" err="1">
                <a:effectLst/>
                <a:latin typeface="Calibri" panose="020F0502020204030204" pitchFamily="34" charset="0"/>
                <a:ea typeface="Calibri" panose="020F0502020204030204" pitchFamily="34" charset="0"/>
                <a:cs typeface="Calibri" panose="020F0502020204030204" pitchFamily="34" charset="0"/>
              </a:rPr>
              <a:t>ve</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457200" lvl="1" indent="0">
              <a:buNone/>
            </a:pP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dirty="0"/>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12</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461108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switch</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a:xfrm>
            <a:off x="838200" y="1503680"/>
            <a:ext cx="10515600" cy="5080001"/>
          </a:xfrm>
        </p:spPr>
        <p:txBody>
          <a:bodyPr>
            <a:no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If we have several conditions to evaluate then recommended to use Switch statement.</a:t>
            </a:r>
          </a:p>
          <a:p>
            <a:r>
              <a:rPr lang="en-US" sz="1800" dirty="0">
                <a:latin typeface="Calibri" panose="020F0502020204030204" pitchFamily="34" charset="0"/>
                <a:ea typeface="Calibri" panose="020F0502020204030204" pitchFamily="34" charset="0"/>
                <a:cs typeface="Calibri" panose="020F0502020204030204" pitchFamily="34" charset="0"/>
              </a:rPr>
              <a:t>The switch statement is used for making decisions based on the value of an expression.</a:t>
            </a:r>
          </a:p>
          <a:p>
            <a:r>
              <a:rPr lang="en-US" sz="1800" dirty="0">
                <a:latin typeface="Calibri" panose="020F0502020204030204" pitchFamily="34" charset="0"/>
                <a:ea typeface="Calibri" panose="020F0502020204030204" pitchFamily="34" charset="0"/>
                <a:cs typeface="Calibri" panose="020F0502020204030204" pitchFamily="34" charset="0"/>
              </a:rPr>
              <a:t>It will allow you to specify a value and then execute different blocks of code based on Possible value of that expression.</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Syntax</a:t>
            </a:r>
            <a:r>
              <a:rPr lang="en-US" sz="1800" dirty="0">
                <a:latin typeface="Times New Roman" panose="02020603050405020304" pitchFamily="18" charset="0"/>
                <a:ea typeface="Times New Roman" panose="02020603050405020304" pitchFamily="18" charset="0"/>
              </a:rPr>
              <a:t>: </a:t>
            </a:r>
          </a:p>
          <a:p>
            <a:pPr marL="457200" lvl="1" indent="0">
              <a:buNone/>
            </a:pPr>
            <a:r>
              <a:rPr lang="en-US" sz="1600" dirty="0">
                <a:latin typeface="Calibri" panose="020F0502020204030204" pitchFamily="34" charset="0"/>
                <a:ea typeface="Calibri" panose="020F0502020204030204" pitchFamily="34" charset="0"/>
                <a:cs typeface="Calibri" panose="020F0502020204030204" pitchFamily="34" charset="0"/>
              </a:rPr>
              <a:t>Switch (expression)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Case val1: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   //code to execute if expression is equals to val1</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break;</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Case val2: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   //code to execute if expression is equals to val2</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break;</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Case val3: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  //code to execute if expression is equals to val3</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break;</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 default :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//executed if none of expression is matched</a:t>
            </a:r>
          </a:p>
          <a:p>
            <a:pPr marL="457200" lvl="1" indent="0">
              <a:buNone/>
            </a:pPr>
            <a:r>
              <a:rPr lang="en-US" sz="1800" dirty="0">
                <a:latin typeface="Calibri" panose="020F0502020204030204" pitchFamily="34" charset="0"/>
                <a:ea typeface="Calibri" panose="020F0502020204030204" pitchFamily="34" charset="0"/>
                <a:cs typeface="Calibri" panose="020F0502020204030204" pitchFamily="34" charset="0"/>
              </a:rPr>
              <a:t>}</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13</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2649161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79BB05-3136-F591-1FD9-67BA76A648E8}"/>
              </a:ext>
            </a:extLst>
          </p:cNvPr>
          <p:cNvSpPr>
            <a:spLocks noGrp="1"/>
          </p:cNvSpPr>
          <p:nvPr>
            <p:ph type="title"/>
          </p:nvPr>
        </p:nvSpPr>
        <p:spPr/>
        <p:txBody>
          <a:bodyPr/>
          <a:lstStyle/>
          <a:p>
            <a:r>
              <a:rPr lang="en-US" dirty="0"/>
              <a:t>switch</a:t>
            </a:r>
          </a:p>
        </p:txBody>
      </p:sp>
      <p:sp>
        <p:nvSpPr>
          <p:cNvPr id="8" name="Subtitle 7">
            <a:extLst>
              <a:ext uri="{FF2B5EF4-FFF2-40B4-BE49-F238E27FC236}">
                <a16:creationId xmlns:a16="http://schemas.microsoft.com/office/drawing/2014/main" id="{047B8AF6-5503-6605-18FF-1DEAC9EDC25B}"/>
              </a:ext>
            </a:extLst>
          </p:cNvPr>
          <p:cNvSpPr>
            <a:spLocks noGrp="1"/>
          </p:cNvSpPr>
          <p:nvPr>
            <p:ph idx="1"/>
          </p:nvPr>
        </p:nvSpPr>
        <p:spPr>
          <a:xfrm>
            <a:off x="838200" y="1838961"/>
            <a:ext cx="10515600" cy="4338002"/>
          </a:xfrm>
        </p:spPr>
        <p:txBody>
          <a:bodyPr>
            <a:normAutofit lnSpcReduction="10000"/>
          </a:bodyPr>
          <a:lstStyle/>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3600" b="1" dirty="0">
                <a:latin typeface="Calibri" panose="020F0502020204030204" pitchFamily="34" charset="0"/>
                <a:ea typeface="Calibri" panose="020F0502020204030204" pitchFamily="34" charset="0"/>
                <a:cs typeface="Calibri" panose="020F0502020204030204" pitchFamily="34" charset="0"/>
              </a:rPr>
              <a:t> </a:t>
            </a:r>
          </a:p>
          <a:p>
            <a:pPr marL="457200" lvl="1" indent="0">
              <a:buNone/>
            </a:pPr>
            <a:r>
              <a:rPr lang="en-US" sz="1600" dirty="0">
                <a:latin typeface="Calibri" panose="020F0502020204030204" pitchFamily="34" charset="0"/>
                <a:ea typeface="Calibri" panose="020F0502020204030204" pitchFamily="34" charset="0"/>
                <a:cs typeface="Calibri" panose="020F0502020204030204" pitchFamily="34" charset="0"/>
              </a:rPr>
              <a:t>int </a:t>
            </a:r>
            <a:r>
              <a:rPr lang="en-US" sz="1600" dirty="0" err="1">
                <a:latin typeface="Calibri" panose="020F0502020204030204" pitchFamily="34" charset="0"/>
                <a:ea typeface="Calibri" panose="020F0502020204030204" pitchFamily="34" charset="0"/>
                <a:cs typeface="Calibri" panose="020F0502020204030204" pitchFamily="34" charset="0"/>
              </a:rPr>
              <a:t>dayOfWeek</a:t>
            </a:r>
            <a:r>
              <a:rPr lang="en-US" sz="1600" dirty="0">
                <a:latin typeface="Calibri" panose="020F0502020204030204" pitchFamily="34" charset="0"/>
                <a:ea typeface="Calibri" panose="020F0502020204030204" pitchFamily="34" charset="0"/>
                <a:cs typeface="Calibri" panose="020F0502020204030204" pitchFamily="34" charset="0"/>
              </a:rPr>
              <a:t> = 3;</a:t>
            </a:r>
          </a:p>
          <a:p>
            <a:pPr marL="457200" lvl="1" indent="0">
              <a:buNone/>
            </a:pPr>
            <a:r>
              <a:rPr lang="en-US" sz="1600" dirty="0">
                <a:latin typeface="Calibri" panose="020F0502020204030204" pitchFamily="34" charset="0"/>
                <a:ea typeface="Calibri" panose="020F0502020204030204" pitchFamily="34" charset="0"/>
                <a:cs typeface="Calibri" panose="020F0502020204030204" pitchFamily="34" charset="0"/>
              </a:rPr>
              <a:t>switch (</a:t>
            </a:r>
            <a:r>
              <a:rPr lang="en-US" sz="1600" dirty="0" err="1">
                <a:latin typeface="Calibri" panose="020F0502020204030204" pitchFamily="34" charset="0"/>
                <a:ea typeface="Calibri" panose="020F0502020204030204" pitchFamily="34" charset="0"/>
                <a:cs typeface="Calibri" panose="020F0502020204030204" pitchFamily="34" charset="0"/>
              </a:rPr>
              <a:t>dayOfWeek</a:t>
            </a:r>
            <a:r>
              <a:rPr lang="en-US" sz="1600" dirty="0">
                <a:latin typeface="Calibri" panose="020F0502020204030204" pitchFamily="34" charset="0"/>
                <a:ea typeface="Calibri" panose="020F0502020204030204" pitchFamily="34" charset="0"/>
                <a:cs typeface="Calibri" panose="020F0502020204030204" pitchFamily="34" charset="0"/>
              </a:rPr>
              <a:t>)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Case 1 :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 // Monday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 break;</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Case 2 :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//Tuesday;</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break;</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Case 3: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//Wednesday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break;</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Default : </a:t>
            </a:r>
          </a:p>
          <a:p>
            <a:pPr marL="914400" lvl="2" indent="0">
              <a:buNone/>
            </a:pPr>
            <a:r>
              <a:rPr lang="en-US" sz="1600" dirty="0">
                <a:latin typeface="Calibri" panose="020F0502020204030204" pitchFamily="34" charset="0"/>
                <a:ea typeface="Calibri" panose="020F0502020204030204" pitchFamily="34" charset="0"/>
                <a:cs typeface="Calibri" panose="020F0502020204030204" pitchFamily="34" charset="0"/>
              </a:rPr>
              <a:t>Some other day</a:t>
            </a:r>
          </a:p>
          <a:p>
            <a:pPr marL="457200" lvl="1" indent="0">
              <a:buNone/>
            </a:pPr>
            <a:r>
              <a:rPr lang="en-US" sz="1600" dirty="0">
                <a:latin typeface="Calibri" panose="020F0502020204030204" pitchFamily="34" charset="0"/>
                <a:ea typeface="Calibri" panose="020F0502020204030204" pitchFamily="34" charset="0"/>
                <a:cs typeface="Calibri" panose="020F0502020204030204" pitchFamily="34" charset="0"/>
              </a:rPr>
              <a:t>}</a:t>
            </a:r>
          </a:p>
        </p:txBody>
      </p:sp>
      <p:sp>
        <p:nvSpPr>
          <p:cNvPr id="6" name="Slide Number Placeholder 5">
            <a:extLst>
              <a:ext uri="{FF2B5EF4-FFF2-40B4-BE49-F238E27FC236}">
                <a16:creationId xmlns:a16="http://schemas.microsoft.com/office/drawing/2014/main" id="{DE5310F9-BD40-8835-9F04-0CE47ADC00AA}"/>
              </a:ext>
            </a:extLst>
          </p:cNvPr>
          <p:cNvSpPr>
            <a:spLocks noGrp="1"/>
          </p:cNvSpPr>
          <p:nvPr>
            <p:ph type="sldNum" sz="quarter" idx="12"/>
          </p:nvPr>
        </p:nvSpPr>
        <p:spPr/>
        <p:txBody>
          <a:bodyPr/>
          <a:lstStyle/>
          <a:p>
            <a:fld id="{D8DA9DAA-006C-4F4B-980E-E3DF019B24E2}" type="slidenum">
              <a:rPr lang="en-US" smtClean="0"/>
              <a:pPr/>
              <a:t>14</a:t>
            </a:fld>
            <a:endParaRPr lang="en-US" dirty="0"/>
          </a:p>
        </p:txBody>
      </p:sp>
      <p:sp>
        <p:nvSpPr>
          <p:cNvPr id="3" name="Footer Placeholder 2">
            <a:extLst>
              <a:ext uri="{FF2B5EF4-FFF2-40B4-BE49-F238E27FC236}">
                <a16:creationId xmlns:a16="http://schemas.microsoft.com/office/drawing/2014/main" id="{DFD3434D-34F6-065E-BE0D-369B57EC8F36}"/>
              </a:ext>
            </a:extLst>
          </p:cNvPr>
          <p:cNvSpPr>
            <a:spLocks noGrp="1"/>
          </p:cNvSpPr>
          <p:nvPr>
            <p:ph type="ftr" sz="quarter" idx="4294967295"/>
          </p:nvPr>
        </p:nvSpPr>
        <p:spPr>
          <a:xfrm>
            <a:off x="0" y="6356350"/>
            <a:ext cx="4114800" cy="365125"/>
          </a:xfrm>
        </p:spPr>
        <p:txBody>
          <a:bodyPr/>
          <a:lstStyle/>
          <a:p>
            <a:r>
              <a:rPr lang="en-US" dirty="0"/>
              <a:t>Presentation Title</a:t>
            </a:r>
          </a:p>
        </p:txBody>
      </p:sp>
    </p:spTree>
    <p:extLst>
      <p:ext uri="{BB962C8B-B14F-4D97-AF65-F5344CB8AC3E}">
        <p14:creationId xmlns:p14="http://schemas.microsoft.com/office/powerpoint/2010/main" val="340101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Loops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lstStyle/>
          <a:p>
            <a:r>
              <a:rPr lang="en-US" sz="1800" dirty="0">
                <a:latin typeface="Calibri" panose="020F0502020204030204" pitchFamily="34" charset="0"/>
                <a:ea typeface="Calibri" panose="020F0502020204030204" pitchFamily="34" charset="0"/>
                <a:cs typeface="Calibri" panose="020F0502020204030204" pitchFamily="34" charset="0"/>
              </a:rPr>
              <a:t>For loop :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This is used for iterative control flow , allowing you to execute a block of code repeatedly for a specific number of times or based on a condition.</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for loop provides a concise way of writing the loop structure. Unlike a while loop, a for statement consumes the initialization, condition and increment/decrement in one line thereby providing a shorter, easy to debug structure of looping. </a:t>
            </a:r>
          </a:p>
          <a:p>
            <a:endParaRPr lang="en-US" dirty="0"/>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15</a:t>
            </a:fld>
            <a:endParaRPr lang="en-US" dirty="0"/>
          </a:p>
        </p:txBody>
      </p:sp>
    </p:spTree>
    <p:extLst>
      <p:ext uri="{BB962C8B-B14F-4D97-AF65-F5344CB8AC3E}">
        <p14:creationId xmlns:p14="http://schemas.microsoft.com/office/powerpoint/2010/main" val="3983223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For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lnSpcReduction="10000"/>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Syntax : </a:t>
            </a: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for (initialization; condition; increment/decrement) {  </a:t>
            </a: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 Code to be executed repeatedly  </a:t>
            </a: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Initialization condition: </a:t>
            </a:r>
            <a:r>
              <a:rPr lang="en-US" sz="1800" dirty="0">
                <a:latin typeface="Calibri" panose="020F0502020204030204" pitchFamily="34" charset="0"/>
                <a:ea typeface="Calibri" panose="020F0502020204030204" pitchFamily="34" charset="0"/>
                <a:cs typeface="Calibri" panose="020F0502020204030204" pitchFamily="34" charset="0"/>
              </a:rPr>
              <a:t>Here, we initialize the variable in use. It marks the start of a for loop. An already declared variable can be used or a variable can be declared, local to loop only.</a:t>
            </a: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Testing Condition:</a:t>
            </a:r>
            <a:r>
              <a:rPr lang="en-US" sz="1800" dirty="0">
                <a:latin typeface="Calibri" panose="020F0502020204030204" pitchFamily="34" charset="0"/>
                <a:ea typeface="Calibri" panose="020F0502020204030204" pitchFamily="34" charset="0"/>
                <a:cs typeface="Calibri" panose="020F0502020204030204" pitchFamily="34" charset="0"/>
              </a:rPr>
              <a:t> It is used for testing the exit condition for a loop. It must return a </a:t>
            </a:r>
            <a:r>
              <a:rPr lang="en-US" sz="1800" dirty="0" err="1">
                <a:latin typeface="Calibri" panose="020F0502020204030204" pitchFamily="34" charset="0"/>
                <a:ea typeface="Calibri" panose="020F0502020204030204" pitchFamily="34" charset="0"/>
                <a:cs typeface="Calibri" panose="020F0502020204030204" pitchFamily="34" charset="0"/>
              </a:rPr>
              <a:t>boolean</a:t>
            </a:r>
            <a:r>
              <a:rPr lang="en-US" sz="1800" dirty="0">
                <a:latin typeface="Calibri" panose="020F0502020204030204" pitchFamily="34" charset="0"/>
                <a:ea typeface="Calibri" panose="020F0502020204030204" pitchFamily="34" charset="0"/>
                <a:cs typeface="Calibri" panose="020F0502020204030204" pitchFamily="34" charset="0"/>
              </a:rPr>
              <a:t> value. It is also an </a:t>
            </a:r>
            <a:r>
              <a:rPr lang="en-US" sz="1800" b="1" dirty="0">
                <a:latin typeface="Calibri" panose="020F0502020204030204" pitchFamily="34" charset="0"/>
                <a:ea typeface="Calibri" panose="020F0502020204030204" pitchFamily="34" charset="0"/>
                <a:cs typeface="Calibri" panose="020F0502020204030204" pitchFamily="34" charset="0"/>
              </a:rPr>
              <a:t>Entry Control Loop</a:t>
            </a:r>
            <a:r>
              <a:rPr lang="en-US" sz="1800" dirty="0">
                <a:latin typeface="Calibri" panose="020F0502020204030204" pitchFamily="34" charset="0"/>
                <a:ea typeface="Calibri" panose="020F0502020204030204" pitchFamily="34" charset="0"/>
                <a:cs typeface="Calibri" panose="020F0502020204030204" pitchFamily="34" charset="0"/>
              </a:rPr>
              <a:t> as the condition is checked prior to the execution of the loop statements.</a:t>
            </a: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Statement execution:</a:t>
            </a:r>
            <a:r>
              <a:rPr lang="en-US" sz="1800" dirty="0">
                <a:latin typeface="Calibri" panose="020F0502020204030204" pitchFamily="34" charset="0"/>
                <a:ea typeface="Calibri" panose="020F0502020204030204" pitchFamily="34" charset="0"/>
                <a:cs typeface="Calibri" panose="020F0502020204030204" pitchFamily="34" charset="0"/>
              </a:rPr>
              <a:t> Once the condition is evaluated to true, the statements in the loop body are executed.</a:t>
            </a: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Increment/ Decrement: </a:t>
            </a:r>
            <a:r>
              <a:rPr lang="en-US" sz="1800" dirty="0">
                <a:latin typeface="Calibri" panose="020F0502020204030204" pitchFamily="34" charset="0"/>
                <a:ea typeface="Calibri" panose="020F0502020204030204" pitchFamily="34" charset="0"/>
                <a:cs typeface="Calibri" panose="020F0502020204030204" pitchFamily="34" charset="0"/>
              </a:rPr>
              <a:t>It is used for updating the variable for next iteration.</a:t>
            </a:r>
          </a:p>
          <a:p>
            <a:pPr>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Loop termination: </a:t>
            </a:r>
            <a:r>
              <a:rPr lang="en-US" sz="1800" dirty="0">
                <a:latin typeface="Calibri" panose="020F0502020204030204" pitchFamily="34" charset="0"/>
                <a:ea typeface="Calibri" panose="020F0502020204030204" pitchFamily="34" charset="0"/>
                <a:cs typeface="Calibri" panose="020F0502020204030204" pitchFamily="34" charset="0"/>
              </a:rPr>
              <a:t>When the condition becomes false, the loop terminates marking the end of its life cycle.</a:t>
            </a:r>
          </a:p>
          <a:p>
            <a:pPr marL="457200" lvl="1"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16</a:t>
            </a:fld>
            <a:endParaRPr lang="en-US" dirty="0"/>
          </a:p>
        </p:txBody>
      </p:sp>
    </p:spTree>
    <p:extLst>
      <p:ext uri="{BB962C8B-B14F-4D97-AF65-F5344CB8AC3E}">
        <p14:creationId xmlns:p14="http://schemas.microsoft.com/office/powerpoint/2010/main" val="2203107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for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pPr marL="457200" lvl="1" indent="0" algn="just">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Calibri" panose="020F0502020204030204" pitchFamily="34" charset="0"/>
              </a:rPr>
              <a:t>Example : </a:t>
            </a:r>
          </a:p>
          <a:p>
            <a:pPr marL="457200" lvl="1" indent="0" algn="just">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Calibri" panose="020F0502020204030204" pitchFamily="34" charset="0"/>
              </a:rPr>
              <a:t>	 for (int </a:t>
            </a:r>
            <a:r>
              <a:rPr lang="en-US" sz="1800" dirty="0" err="1">
                <a:latin typeface="Calibri" panose="020F0502020204030204" pitchFamily="34" charset="0"/>
                <a:ea typeface="Calibri" panose="020F0502020204030204" pitchFamily="34" charset="0"/>
                <a:cs typeface="Calibri" panose="020F0502020204030204" pitchFamily="34" charset="0"/>
              </a:rPr>
              <a:t>i</a:t>
            </a:r>
            <a:r>
              <a:rPr lang="en-US" sz="1800" dirty="0">
                <a:latin typeface="Calibri" panose="020F0502020204030204" pitchFamily="34" charset="0"/>
                <a:ea typeface="Calibri" panose="020F0502020204030204" pitchFamily="34" charset="0"/>
                <a:cs typeface="Calibri" panose="020F0502020204030204" pitchFamily="34" charset="0"/>
              </a:rPr>
              <a:t>=1; </a:t>
            </a:r>
            <a:r>
              <a:rPr lang="en-US" sz="1800" dirty="0" err="1">
                <a:latin typeface="Calibri" panose="020F0502020204030204" pitchFamily="34" charset="0"/>
                <a:ea typeface="Calibri" panose="020F0502020204030204" pitchFamily="34" charset="0"/>
                <a:cs typeface="Calibri" panose="020F0502020204030204" pitchFamily="34" charset="0"/>
              </a:rPr>
              <a:t>i</a:t>
            </a:r>
            <a:r>
              <a:rPr lang="en-US" sz="1800" dirty="0">
                <a:latin typeface="Calibri" panose="020F0502020204030204" pitchFamily="34" charset="0"/>
                <a:ea typeface="Calibri" panose="020F0502020204030204" pitchFamily="34" charset="0"/>
                <a:cs typeface="Calibri" panose="020F0502020204030204" pitchFamily="34" charset="0"/>
              </a:rPr>
              <a:t>&lt;=5;i++) {</a:t>
            </a:r>
          </a:p>
          <a:p>
            <a:pPr marL="457200" lvl="1" indent="0" algn="just">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Calibri" panose="020F0502020204030204" pitchFamily="34" charset="0"/>
              </a:rPr>
              <a:t>	        // print </a:t>
            </a:r>
            <a:r>
              <a:rPr lang="en-US" sz="1800" dirty="0" err="1">
                <a:latin typeface="Calibri" panose="020F0502020204030204" pitchFamily="34" charset="0"/>
                <a:ea typeface="Calibri" panose="020F0502020204030204" pitchFamily="34" charset="0"/>
                <a:cs typeface="Calibri" panose="020F0502020204030204" pitchFamily="34" charset="0"/>
              </a:rPr>
              <a:t>i</a:t>
            </a:r>
            <a:r>
              <a:rPr lang="en-US" sz="1800" dirty="0">
                <a:latin typeface="Calibri" panose="020F0502020204030204" pitchFamily="34" charset="0"/>
                <a:ea typeface="Calibri" panose="020F0502020204030204" pitchFamily="34" charset="0"/>
                <a:cs typeface="Calibri" panose="020F0502020204030204" pitchFamily="34" charset="0"/>
              </a:rPr>
              <a:t> value</a:t>
            </a:r>
          </a:p>
          <a:p>
            <a:pPr marL="457200" lvl="1" indent="0" algn="just">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Calibri" panose="020F0502020204030204" pitchFamily="34" charset="0"/>
              </a:rPr>
              <a:t>	  }</a:t>
            </a:r>
          </a:p>
          <a:p>
            <a:r>
              <a:rPr lang="en-US" sz="1800" dirty="0">
                <a:effectLst/>
                <a:latin typeface="Calibri" panose="020F0502020204030204" pitchFamily="34" charset="0"/>
                <a:ea typeface="Calibri" panose="020F0502020204030204" pitchFamily="34" charset="0"/>
                <a:cs typeface="Calibri" panose="020F0502020204030204" pitchFamily="34" charset="0"/>
              </a:rPr>
              <a:t>int </a:t>
            </a:r>
            <a:r>
              <a:rPr lang="en-US" sz="1800" dirty="0" err="1">
                <a:effectLst/>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 = 1 initializes the loop control variable </a:t>
            </a:r>
            <a:r>
              <a:rPr lang="en-US" sz="1800" dirty="0" err="1">
                <a:effectLst/>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 to 1.</a:t>
            </a:r>
          </a:p>
          <a:p>
            <a:r>
              <a:rPr lang="en-US" sz="1800" dirty="0" err="1">
                <a:effectLst/>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 &lt;= 5 is the condition. As long as </a:t>
            </a:r>
            <a:r>
              <a:rPr lang="en-US" sz="1800" dirty="0" err="1">
                <a:effectLst/>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 is less than or equal to 5, the loop will continue.</a:t>
            </a:r>
          </a:p>
          <a:p>
            <a:r>
              <a:rPr lang="en-US" sz="1800" dirty="0" err="1">
                <a:effectLst/>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 is the update. It increments </a:t>
            </a:r>
            <a:r>
              <a:rPr lang="en-US" sz="1800" dirty="0" err="1">
                <a:effectLst/>
                <a:latin typeface="Calibri" panose="020F0502020204030204" pitchFamily="34" charset="0"/>
                <a:ea typeface="Calibri" panose="020F0502020204030204" pitchFamily="34" charset="0"/>
                <a:cs typeface="Calibri" panose="020F0502020204030204" pitchFamily="34" charset="0"/>
              </a:rPr>
              <a:t>i</a:t>
            </a:r>
            <a:r>
              <a:rPr lang="en-US" sz="1800" dirty="0">
                <a:effectLst/>
                <a:latin typeface="Calibri" panose="020F0502020204030204" pitchFamily="34" charset="0"/>
                <a:ea typeface="Calibri" panose="020F0502020204030204" pitchFamily="34" charset="0"/>
                <a:cs typeface="Calibri" panose="020F0502020204030204" pitchFamily="34" charset="0"/>
              </a:rPr>
              <a:t> by 1 after each iteration.</a:t>
            </a:r>
          </a:p>
          <a:p>
            <a:r>
              <a:rPr lang="en-US" sz="1800" dirty="0">
                <a:effectLst/>
                <a:latin typeface="Calibri" panose="020F0502020204030204" pitchFamily="34" charset="0"/>
                <a:ea typeface="Calibri" panose="020F0502020204030204" pitchFamily="34" charset="0"/>
                <a:cs typeface="Calibri" panose="020F0502020204030204" pitchFamily="34" charset="0"/>
              </a:rPr>
              <a:t>So, this loop will print the numbers 1 through 5. </a:t>
            </a:r>
          </a:p>
          <a:p>
            <a:r>
              <a:rPr lang="en-US" sz="1800" dirty="0">
                <a:effectLst/>
                <a:latin typeface="Calibri" panose="020F0502020204030204" pitchFamily="34" charset="0"/>
                <a:ea typeface="Calibri" panose="020F0502020204030204" pitchFamily="34" charset="0"/>
                <a:cs typeface="Calibri" panose="020F0502020204030204" pitchFamily="34" charset="0"/>
              </a:rPr>
              <a:t>You can use for loops for a wide range of tasks, such as iterating over arrays, collections, or performing a fixed number of iterations, making it a powerful tool for repetition in Java programs.</a:t>
            </a:r>
          </a:p>
          <a:p>
            <a:pPr marL="457200" lvl="1"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17</a:t>
            </a:fld>
            <a:endParaRPr lang="en-US" dirty="0"/>
          </a:p>
        </p:txBody>
      </p:sp>
    </p:spTree>
    <p:extLst>
      <p:ext uri="{BB962C8B-B14F-4D97-AF65-F5344CB8AC3E}">
        <p14:creationId xmlns:p14="http://schemas.microsoft.com/office/powerpoint/2010/main" val="2277355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While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A while loop is a control flow statement that allows code to be executed repeatedly based on a given Boolean condition. The while loop can be thought of as a repeating if statement.</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Syntax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while (condition)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//loop statements</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a:t>
            </a: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18</a:t>
            </a:fld>
            <a:endParaRPr lang="en-US" dirty="0"/>
          </a:p>
        </p:txBody>
      </p:sp>
    </p:spTree>
    <p:extLst>
      <p:ext uri="{BB962C8B-B14F-4D97-AF65-F5344CB8AC3E}">
        <p14:creationId xmlns:p14="http://schemas.microsoft.com/office/powerpoint/2010/main" val="3528589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while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 1; </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while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&lt;= 5) {     </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System.out.println(</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 Increment the loop control variable. </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this example:  int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 1 initializes the loop control variable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to 1.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&lt;= 5 is the condition. As long as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less than or equal to 5, the loop will continue.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used to increment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by 1 after each iteration. Without this line, the loop would run indefinitely. So, this while loop will print the numbers 1 through 5, similar to the for-loop example in the previous response.  while loops are useful when you want to repeatedly execute a block of code until a specific condition becomes false. Just be careful to ensure that the condition will eventually become false; otherwise, you may create an infinite loop.</a:t>
            </a: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19</a:t>
            </a:fld>
            <a:endParaRPr lang="en-US" dirty="0"/>
          </a:p>
        </p:txBody>
      </p:sp>
    </p:spTree>
    <p:extLst>
      <p:ext uri="{BB962C8B-B14F-4D97-AF65-F5344CB8AC3E}">
        <p14:creationId xmlns:p14="http://schemas.microsoft.com/office/powerpoint/2010/main" val="2192961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do-while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 Java, a "do-while" loop is used to repeatedly execute a block of code while a specified condition is true. </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The key difference between a "do-while" loop and a "while" loop is that a "do-while" loop will always execute its block of code at least once, even if the condition is initially false.</a:t>
            </a:r>
          </a:p>
          <a:p>
            <a:pPr marL="0" marR="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Syntax ;</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do {</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 statement</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 while (condition) ; </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20</a:t>
            </a:fld>
            <a:endParaRPr lang="en-US" dirty="0"/>
          </a:p>
        </p:txBody>
      </p:sp>
    </p:spTree>
    <p:extLst>
      <p:ext uri="{BB962C8B-B14F-4D97-AF65-F5344CB8AC3E}">
        <p14:creationId xmlns:p14="http://schemas.microsoft.com/office/powerpoint/2010/main" val="830489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do-while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Example : </a:t>
            </a:r>
          </a:p>
          <a:p>
            <a:pPr marL="457200" lvl="1" indent="0">
              <a:lnSpc>
                <a:spcPct val="107000"/>
              </a:lnSpc>
              <a:spcBef>
                <a:spcPts val="0"/>
              </a:spcBef>
              <a:spcAft>
                <a:spcPts val="800"/>
              </a:spcAft>
              <a:buNone/>
            </a:pPr>
            <a:r>
              <a:rPr lang="en-US" sz="1400" dirty="0">
                <a:effectLst/>
                <a:latin typeface="Calibri" panose="020F0502020204030204" pitchFamily="34" charset="0"/>
                <a:ea typeface="Calibri" panose="020F0502020204030204" pitchFamily="34" charset="0"/>
                <a:cs typeface="Calibri" panose="020F0502020204030204" pitchFamily="34" charset="0"/>
              </a:rPr>
              <a:t>int </a:t>
            </a:r>
            <a:r>
              <a:rPr lang="en-US" sz="1400" dirty="0" err="1">
                <a:effectLst/>
                <a:latin typeface="Calibri" panose="020F0502020204030204" pitchFamily="34" charset="0"/>
                <a:ea typeface="Calibri" panose="020F0502020204030204" pitchFamily="34" charset="0"/>
                <a:cs typeface="Calibri" panose="020F0502020204030204" pitchFamily="34" charset="0"/>
              </a:rPr>
              <a:t>i</a:t>
            </a:r>
            <a:r>
              <a:rPr lang="en-US" sz="1400" dirty="0">
                <a:effectLst/>
                <a:latin typeface="Calibri" panose="020F0502020204030204" pitchFamily="34" charset="0"/>
                <a:ea typeface="Calibri" panose="020F0502020204030204" pitchFamily="34" charset="0"/>
                <a:cs typeface="Calibri" panose="020F0502020204030204" pitchFamily="34" charset="0"/>
              </a:rPr>
              <a:t> = 1;  </a:t>
            </a:r>
          </a:p>
          <a:p>
            <a:pPr marL="457200" lvl="1" indent="0">
              <a:lnSpc>
                <a:spcPct val="107000"/>
              </a:lnSpc>
              <a:spcBef>
                <a:spcPts val="0"/>
              </a:spcBef>
              <a:spcAft>
                <a:spcPts val="800"/>
              </a:spcAft>
              <a:buNone/>
            </a:pPr>
            <a:r>
              <a:rPr lang="en-US" sz="1400" dirty="0">
                <a:effectLst/>
                <a:latin typeface="Calibri" panose="020F0502020204030204" pitchFamily="34" charset="0"/>
                <a:ea typeface="Calibri" panose="020F0502020204030204" pitchFamily="34" charset="0"/>
                <a:cs typeface="Calibri" panose="020F0502020204030204" pitchFamily="34" charset="0"/>
              </a:rPr>
              <a:t> </a:t>
            </a:r>
          </a:p>
          <a:p>
            <a:pPr marL="457200" lvl="1" indent="0">
              <a:lnSpc>
                <a:spcPct val="107000"/>
              </a:lnSpc>
              <a:spcBef>
                <a:spcPts val="0"/>
              </a:spcBef>
              <a:spcAft>
                <a:spcPts val="800"/>
              </a:spcAft>
              <a:buNone/>
            </a:pPr>
            <a:r>
              <a:rPr lang="en-US" sz="1400" dirty="0">
                <a:effectLst/>
                <a:latin typeface="Calibri" panose="020F0502020204030204" pitchFamily="34" charset="0"/>
                <a:ea typeface="Calibri" panose="020F0502020204030204" pitchFamily="34" charset="0"/>
                <a:cs typeface="Calibri" panose="020F0502020204030204" pitchFamily="34" charset="0"/>
              </a:rPr>
              <a:t>do {  </a:t>
            </a:r>
          </a:p>
          <a:p>
            <a:pPr marL="457200" lvl="1" indent="0">
              <a:lnSpc>
                <a:spcPct val="107000"/>
              </a:lnSpc>
              <a:spcBef>
                <a:spcPts val="0"/>
              </a:spcBef>
              <a:spcAft>
                <a:spcPts val="800"/>
              </a:spcAft>
              <a:buNone/>
            </a:pPr>
            <a:r>
              <a:rPr lang="en-US" sz="1400" dirty="0">
                <a:effectLst/>
                <a:latin typeface="Calibri" panose="020F0502020204030204" pitchFamily="34" charset="0"/>
                <a:ea typeface="Calibri" panose="020F0502020204030204" pitchFamily="34" charset="0"/>
                <a:cs typeface="Calibri" panose="020F0502020204030204" pitchFamily="34" charset="0"/>
              </a:rPr>
              <a:t>    System.out.println(</a:t>
            </a:r>
            <a:r>
              <a:rPr lang="en-US" sz="1400" dirty="0" err="1">
                <a:effectLst/>
                <a:latin typeface="Calibri" panose="020F0502020204030204" pitchFamily="34" charset="0"/>
                <a:ea typeface="Calibri" panose="020F0502020204030204" pitchFamily="34" charset="0"/>
                <a:cs typeface="Calibri" panose="020F0502020204030204" pitchFamily="34" charset="0"/>
              </a:rPr>
              <a:t>i</a:t>
            </a:r>
            <a:r>
              <a:rPr lang="en-US" sz="1400" dirty="0">
                <a:effectLst/>
                <a:latin typeface="Calibri" panose="020F0502020204030204" pitchFamily="34" charset="0"/>
                <a:ea typeface="Calibri" panose="020F0502020204030204" pitchFamily="34" charset="0"/>
                <a:cs typeface="Calibri" panose="020F0502020204030204" pitchFamily="34" charset="0"/>
              </a:rPr>
              <a:t>);  </a:t>
            </a:r>
          </a:p>
          <a:p>
            <a:pPr marL="457200" lvl="1" indent="0">
              <a:lnSpc>
                <a:spcPct val="107000"/>
              </a:lnSpc>
              <a:spcBef>
                <a:spcPts val="0"/>
              </a:spcBef>
              <a:spcAft>
                <a:spcPts val="800"/>
              </a:spcAft>
              <a:buNone/>
            </a:pP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dirty="0" err="1">
                <a:effectLst/>
                <a:latin typeface="Calibri" panose="020F0502020204030204" pitchFamily="34" charset="0"/>
                <a:ea typeface="Calibri" panose="020F0502020204030204" pitchFamily="34" charset="0"/>
                <a:cs typeface="Calibri" panose="020F0502020204030204" pitchFamily="34" charset="0"/>
              </a:rPr>
              <a:t>i</a:t>
            </a:r>
            <a:r>
              <a:rPr lang="en-US" sz="1400" dirty="0">
                <a:effectLst/>
                <a:latin typeface="Calibri" panose="020F0502020204030204" pitchFamily="34" charset="0"/>
                <a:ea typeface="Calibri" panose="020F0502020204030204" pitchFamily="34" charset="0"/>
                <a:cs typeface="Calibri" panose="020F0502020204030204" pitchFamily="34" charset="0"/>
              </a:rPr>
              <a:t>++;  </a:t>
            </a:r>
          </a:p>
          <a:p>
            <a:pPr marL="457200" lvl="1" indent="0">
              <a:lnSpc>
                <a:spcPct val="107000"/>
              </a:lnSpc>
              <a:spcBef>
                <a:spcPts val="0"/>
              </a:spcBef>
              <a:spcAft>
                <a:spcPts val="800"/>
              </a:spcAft>
              <a:buNone/>
            </a:pPr>
            <a:r>
              <a:rPr lang="en-US" sz="1400" dirty="0">
                <a:effectLst/>
                <a:latin typeface="Calibri" panose="020F0502020204030204" pitchFamily="34" charset="0"/>
                <a:ea typeface="Calibri" panose="020F0502020204030204" pitchFamily="34" charset="0"/>
                <a:cs typeface="Calibri" panose="020F0502020204030204" pitchFamily="34" charset="0"/>
              </a:rPr>
              <a:t>} while (</a:t>
            </a:r>
            <a:r>
              <a:rPr lang="en-US" sz="1400" dirty="0" err="1">
                <a:effectLst/>
                <a:latin typeface="Calibri" panose="020F0502020204030204" pitchFamily="34" charset="0"/>
                <a:ea typeface="Calibri" panose="020F0502020204030204" pitchFamily="34" charset="0"/>
                <a:cs typeface="Calibri" panose="020F0502020204030204" pitchFamily="34" charset="0"/>
              </a:rPr>
              <a:t>i</a:t>
            </a:r>
            <a:r>
              <a:rPr lang="en-US" sz="1400" dirty="0">
                <a:effectLst/>
                <a:latin typeface="Calibri" panose="020F0502020204030204" pitchFamily="34" charset="0"/>
                <a:ea typeface="Calibri" panose="020F0502020204030204" pitchFamily="34" charset="0"/>
                <a:cs typeface="Calibri" panose="020F0502020204030204" pitchFamily="34" charset="0"/>
              </a:rPr>
              <a:t> &lt;= 5); </a:t>
            </a:r>
          </a:p>
          <a:p>
            <a:pPr marL="457200" lvl="1" indent="0">
              <a:lnSpc>
                <a:spcPct val="107000"/>
              </a:lnSpc>
              <a:spcBef>
                <a:spcPts val="0"/>
              </a:spcBef>
              <a:spcAft>
                <a:spcPts val="800"/>
              </a:spcAft>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loop will print the numbers 1 to 5, and it will continue to execute if the condition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&lt;= 5 is true. Once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becomes 6, the condition becomes false, and the loop exits.</a:t>
            </a:r>
          </a:p>
          <a:p>
            <a:pPr marL="457200" lvl="1" indent="0">
              <a:lnSpc>
                <a:spcPct val="107000"/>
              </a:lnSpc>
              <a:spcBef>
                <a:spcPts val="0"/>
              </a:spcBef>
              <a:spcAft>
                <a:spcPts val="8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21</a:t>
            </a:fld>
            <a:endParaRPr lang="en-US" dirty="0"/>
          </a:p>
        </p:txBody>
      </p:sp>
    </p:spTree>
    <p:extLst>
      <p:ext uri="{BB962C8B-B14F-4D97-AF65-F5344CB8AC3E}">
        <p14:creationId xmlns:p14="http://schemas.microsoft.com/office/powerpoint/2010/main" val="3124057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for-each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For-each is another array traversing technique like for loop, while loop, do-while loop introduced in Java5.  </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It starts with the keyword for like a normal for-loop.</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Instead of declaring and initializing a loop counter variable, you declare a variable that is the same type as the base type of the array, followed by a colon, which is then followed by the array name.</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loop body, you can use the loop variable you created rather than using an indexed array element. </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It’s commonly used to iterate over an array or a Collections classes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eg</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ArrayList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Java, the "for-each" loop, also known as the enhanced for loop</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22</a:t>
            </a:fld>
            <a:endParaRPr lang="en-US" dirty="0"/>
          </a:p>
        </p:txBody>
      </p:sp>
    </p:spTree>
    <p:extLst>
      <p:ext uri="{BB962C8B-B14F-4D97-AF65-F5344CB8AC3E}">
        <p14:creationId xmlns:p14="http://schemas.microsoft.com/office/powerpoint/2010/main" val="1798131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for-each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Syntax : </a:t>
            </a: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(datatype element : collection) {     </a:t>
            </a: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Code to be executed for each element </a:t>
            </a:r>
          </a:p>
          <a:p>
            <a:pPr marL="457200" lvl="1"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457200" lvl="1"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datatype is the data type of elements in the collection. </a:t>
            </a:r>
          </a:p>
          <a:p>
            <a:pPr marL="457200" lvl="1" indent="0">
              <a:lnSpc>
                <a:spcPct val="107000"/>
              </a:lnSpc>
              <a:spcBef>
                <a:spcPts val="0"/>
              </a:spcBef>
              <a:spcAft>
                <a:spcPts val="800"/>
              </a:spcAft>
              <a:buNone/>
            </a:pPr>
            <a:r>
              <a:rPr lang="en-US" sz="1800" dirty="0" err="1">
                <a:latin typeface="Calibri" panose="020F0502020204030204" pitchFamily="34" charset="0"/>
                <a:ea typeface="Calibri" panose="020F0502020204030204" pitchFamily="34" charset="0"/>
                <a:cs typeface="Times New Roman" panose="02020603050405020304" pitchFamily="18" charset="0"/>
              </a:rPr>
              <a:t>ArrayList</a:t>
            </a:r>
            <a:r>
              <a:rPr lang="en-US" sz="1800" dirty="0">
                <a:latin typeface="Calibri" panose="020F0502020204030204" pitchFamily="34" charset="0"/>
                <a:ea typeface="Calibri" panose="020F0502020204030204" pitchFamily="34" charset="0"/>
                <a:cs typeface="Times New Roman" panose="02020603050405020304" pitchFamily="18" charset="0"/>
              </a:rPr>
              <a:t>&lt;Employee&gt; then datatype is Employee.</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element is a temporary variable that represents each element in the collection.</a:t>
            </a:r>
            <a:r>
              <a:rPr lang="en-US" sz="1400" dirty="0">
                <a:effectLst/>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collection is the array or collection you want to iterate through</a:t>
            </a: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23</a:t>
            </a:fld>
            <a:endParaRPr lang="en-US" dirty="0"/>
          </a:p>
        </p:txBody>
      </p:sp>
    </p:spTree>
    <p:extLst>
      <p:ext uri="{BB962C8B-B14F-4D97-AF65-F5344CB8AC3E}">
        <p14:creationId xmlns:p14="http://schemas.microsoft.com/office/powerpoint/2010/main" val="3822928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for-each loop</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Example : </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int[] numbers = {1, 2, 3, 4, 5}; </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for (int num : numbers) {</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System.out.println(num); </a:t>
            </a:r>
          </a:p>
          <a:p>
            <a:pPr marL="0" marR="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 </a:t>
            </a:r>
          </a:p>
          <a:p>
            <a:pPr>
              <a:lnSpc>
                <a:spcPct val="107000"/>
              </a:lnSpc>
              <a:spcBef>
                <a:spcPts val="0"/>
              </a:spcBef>
              <a:spcAft>
                <a:spcPts val="800"/>
              </a:spcAft>
            </a:pPr>
            <a:r>
              <a:rPr lang="en-US" sz="1800" dirty="0">
                <a:latin typeface="Calibri" panose="020F0502020204030204" pitchFamily="34" charset="0"/>
                <a:ea typeface="Calibri" panose="020F0502020204030204" pitchFamily="34" charset="0"/>
                <a:cs typeface="Times New Roman" panose="02020603050405020304" pitchFamily="18" charset="0"/>
              </a:rPr>
              <a:t>In this example, loop iterates through the numbers array, and num takes on the value of each element in the array in each iteration, which is then printed.  </a:t>
            </a:r>
          </a:p>
          <a:p>
            <a:pPr>
              <a:lnSpc>
                <a:spcPct val="107000"/>
              </a:lnSpc>
              <a:spcBef>
                <a:spcPts val="0"/>
              </a:spcBef>
              <a:spcAft>
                <a:spcPts val="800"/>
              </a:spcAft>
            </a:pPr>
            <a:r>
              <a:rPr lang="en-US" sz="1800" dirty="0">
                <a:latin typeface="Calibri" panose="020F0502020204030204" pitchFamily="34" charset="0"/>
                <a:ea typeface="Calibri" panose="020F0502020204030204" pitchFamily="34" charset="0"/>
                <a:cs typeface="Times New Roman" panose="02020603050405020304" pitchFamily="18" charset="0"/>
              </a:rPr>
              <a:t>We can use the "for-each" loop with any collection that implements the </a:t>
            </a:r>
            <a:r>
              <a:rPr lang="en-US" sz="1800" dirty="0" err="1">
                <a:latin typeface="Calibri" panose="020F0502020204030204" pitchFamily="34" charset="0"/>
                <a:ea typeface="Calibri" panose="020F0502020204030204" pitchFamily="34" charset="0"/>
                <a:cs typeface="Times New Roman" panose="02020603050405020304" pitchFamily="18" charset="0"/>
              </a:rPr>
              <a:t>Iterable</a:t>
            </a:r>
            <a:r>
              <a:rPr lang="en-US" sz="1800" dirty="0">
                <a:latin typeface="Calibri" panose="020F0502020204030204" pitchFamily="34" charset="0"/>
                <a:ea typeface="Calibri" panose="020F0502020204030204" pitchFamily="34" charset="0"/>
                <a:cs typeface="Times New Roman" panose="02020603050405020304" pitchFamily="18" charset="0"/>
              </a:rPr>
              <a:t> interface, making it a convenient and concise way to loop through elements without worrying about indexing or length checks.</a:t>
            </a:r>
          </a:p>
          <a:p>
            <a:pPr marL="0" marR="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24</a:t>
            </a:fld>
            <a:endParaRPr lang="en-US" dirty="0"/>
          </a:p>
        </p:txBody>
      </p:sp>
    </p:spTree>
    <p:extLst>
      <p:ext uri="{BB962C8B-B14F-4D97-AF65-F5344CB8AC3E}">
        <p14:creationId xmlns:p14="http://schemas.microsoft.com/office/powerpoint/2010/main" val="3006199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Continue </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lnSpcReduction="10000"/>
          </a:bodyPr>
          <a:lstStyle/>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Java, the continue statement is used within loops to skip the current iteration and move on to the next iteration of the loop. </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It is often used to bypass certain parts of the loop's code based on a condition without exiting the loop entirely.</a:t>
            </a:r>
          </a:p>
          <a:p>
            <a:pPr>
              <a:lnSpc>
                <a:spcPct val="107000"/>
              </a:lnSpc>
              <a:spcBef>
                <a:spcPts val="0"/>
              </a:spcBef>
              <a:spcAft>
                <a:spcPts val="800"/>
              </a:spcAft>
            </a:pPr>
            <a:r>
              <a:rPr lang="en-US" sz="1800" dirty="0">
                <a:latin typeface="Calibri" panose="020F0502020204030204" pitchFamily="34" charset="0"/>
                <a:ea typeface="Calibri" panose="020F0502020204030204" pitchFamily="34" charset="0"/>
                <a:cs typeface="Times New Roman" panose="02020603050405020304" pitchFamily="18" charset="0"/>
              </a:rPr>
              <a:t>Continue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often used inside in programming languages inside loops control structures. </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Inside the loop,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when a continue statement is encountered the control directly jumps to the beginning of the loop for the next iteration instead of executing the statements of the current iteration.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continue statement is used when we want to skip a particular condition and continue the rest execution. Java continue statement is used for all type of loops but it is generally used in for, while, and do-while loops.</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Syntax : </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Continue ; </a:t>
            </a:r>
          </a:p>
          <a:p>
            <a:pPr>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25</a:t>
            </a:fld>
            <a:endParaRPr lang="en-US" dirty="0"/>
          </a:p>
        </p:txBody>
      </p:sp>
    </p:spTree>
    <p:extLst>
      <p:ext uri="{BB962C8B-B14F-4D97-AF65-F5344CB8AC3E}">
        <p14:creationId xmlns:p14="http://schemas.microsoft.com/office/powerpoint/2010/main" val="2227501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Continue </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Example:</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(int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 1;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&lt;= 10;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if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 2 == 0) {         </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 Skip even numbers         </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continue;    </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System.out.println(</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26</a:t>
            </a:fld>
            <a:endParaRPr lang="en-US" dirty="0"/>
          </a:p>
        </p:txBody>
      </p:sp>
    </p:spTree>
    <p:extLst>
      <p:ext uri="{BB962C8B-B14F-4D97-AF65-F5344CB8AC3E}">
        <p14:creationId xmlns:p14="http://schemas.microsoft.com/office/powerpoint/2010/main" val="207442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8A521-4558-202F-CE6A-D3CFDC5D0CFB}"/>
              </a:ext>
            </a:extLst>
          </p:cNvPr>
          <p:cNvSpPr>
            <a:spLocks noGrp="1"/>
          </p:cNvSpPr>
          <p:nvPr>
            <p:ph type="title"/>
          </p:nvPr>
        </p:nvSpPr>
        <p:spPr/>
        <p:txBody>
          <a:bodyPr/>
          <a:lstStyle/>
          <a:p>
            <a:r>
              <a:rPr lang="en-US" dirty="0"/>
              <a:t>break</a:t>
            </a:r>
          </a:p>
        </p:txBody>
      </p:sp>
      <p:sp>
        <p:nvSpPr>
          <p:cNvPr id="3" name="Content Placeholder 2">
            <a:extLst>
              <a:ext uri="{FF2B5EF4-FFF2-40B4-BE49-F238E27FC236}">
                <a16:creationId xmlns:a16="http://schemas.microsoft.com/office/drawing/2014/main" id="{829C3EFA-B46A-424F-64E0-63669CD6A117}"/>
              </a:ext>
            </a:extLst>
          </p:cNvPr>
          <p:cNvSpPr>
            <a:spLocks noGrp="1"/>
          </p:cNvSpPr>
          <p:nvPr>
            <p:ph idx="1"/>
          </p:nvPr>
        </p:nvSpPr>
        <p:spPr/>
        <p:txBody>
          <a:bodyPr>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break Statement is a loop control statement that is used to terminate the loop. </a:t>
            </a:r>
          </a:p>
          <a:p>
            <a:r>
              <a:rPr lang="en-US" sz="1800" dirty="0">
                <a:latin typeface="Calibri" panose="020F0502020204030204" pitchFamily="34" charset="0"/>
                <a:ea typeface="Calibri" panose="020F0502020204030204" pitchFamily="34" charset="0"/>
                <a:cs typeface="Calibri" panose="020F0502020204030204" pitchFamily="34" charset="0"/>
              </a:rPr>
              <a:t>As soon as the break statement is encountered from within a loop, the loop iterations stop there, and control returns from the loop immediately to the first statement after the loop. </a:t>
            </a:r>
          </a:p>
          <a:p>
            <a:r>
              <a:rPr lang="en-US" sz="1800" dirty="0">
                <a:latin typeface="Calibri" panose="020F0502020204030204" pitchFamily="34" charset="0"/>
                <a:ea typeface="Calibri" panose="020F0502020204030204" pitchFamily="34" charset="0"/>
                <a:cs typeface="Calibri" panose="020F0502020204030204" pitchFamily="34" charset="0"/>
              </a:rPr>
              <a:t>Syntax: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break;</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for (int </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 1; </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&lt;= 10; </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if (</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 5) {</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 When </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becomes 5, exit the loop</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break;     </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     </a:t>
            </a:r>
          </a:p>
          <a:p>
            <a:pPr marL="457200" lvl="1" indent="0">
              <a:buNone/>
            </a:pPr>
            <a:r>
              <a:rPr lang="en-US" sz="1500" dirty="0" err="1">
                <a:latin typeface="Calibri" panose="020F0502020204030204" pitchFamily="34" charset="0"/>
                <a:ea typeface="Calibri" panose="020F0502020204030204" pitchFamily="34" charset="0"/>
                <a:cs typeface="Calibri" panose="020F0502020204030204" pitchFamily="34" charset="0"/>
              </a:rPr>
              <a:t>System.out.println</a:t>
            </a:r>
            <a:r>
              <a:rPr lang="en-US" sz="1500" dirty="0">
                <a:latin typeface="Calibri" panose="020F0502020204030204" pitchFamily="34" charset="0"/>
                <a:ea typeface="Calibri" panose="020F0502020204030204" pitchFamily="34" charset="0"/>
                <a:cs typeface="Calibri" panose="020F0502020204030204" pitchFamily="34" charset="0"/>
              </a:rPr>
              <a:t>(</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 </a:t>
            </a:r>
          </a:p>
          <a:p>
            <a:pPr marL="457200" lvl="1" indent="0">
              <a:buNone/>
            </a:pPr>
            <a:r>
              <a:rPr lang="en-US" sz="1500" dirty="0">
                <a:latin typeface="Calibri" panose="020F0502020204030204" pitchFamily="34" charset="0"/>
                <a:ea typeface="Calibri" panose="020F0502020204030204" pitchFamily="34" charset="0"/>
                <a:cs typeface="Calibri" panose="020F0502020204030204" pitchFamily="34" charset="0"/>
              </a:rPr>
              <a:t>In this example, the loop will print numbers from 1 to 4 and then exit when </a:t>
            </a:r>
            <a:r>
              <a:rPr lang="en-US" sz="1500" dirty="0" err="1">
                <a:latin typeface="Calibri" panose="020F0502020204030204" pitchFamily="34" charset="0"/>
                <a:ea typeface="Calibri" panose="020F0502020204030204" pitchFamily="34" charset="0"/>
                <a:cs typeface="Calibri" panose="020F0502020204030204" pitchFamily="34" charset="0"/>
              </a:rPr>
              <a:t>i</a:t>
            </a:r>
            <a:r>
              <a:rPr lang="en-US" sz="1500" dirty="0">
                <a:latin typeface="Calibri" panose="020F0502020204030204" pitchFamily="34" charset="0"/>
                <a:ea typeface="Calibri" panose="020F0502020204030204" pitchFamily="34" charset="0"/>
                <a:cs typeface="Calibri" panose="020F0502020204030204" pitchFamily="34" charset="0"/>
              </a:rPr>
              <a:t> becomes 5. </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C2E5F1E-41A0-A9EE-B0F4-92DFA1678853}"/>
              </a:ext>
            </a:extLst>
          </p:cNvPr>
          <p:cNvSpPr>
            <a:spLocks noGrp="1"/>
          </p:cNvSpPr>
          <p:nvPr>
            <p:ph type="sldNum" sz="quarter" idx="12"/>
          </p:nvPr>
        </p:nvSpPr>
        <p:spPr/>
        <p:txBody>
          <a:bodyPr/>
          <a:lstStyle/>
          <a:p>
            <a:fld id="{D8DA9DAA-006C-4F4B-980E-E3DF019B24E2}" type="slidenum">
              <a:rPr lang="en-US" smtClean="0"/>
              <a:t>27</a:t>
            </a:fld>
            <a:endParaRPr lang="en-US" dirty="0"/>
          </a:p>
        </p:txBody>
      </p:sp>
    </p:spTree>
    <p:extLst>
      <p:ext uri="{BB962C8B-B14F-4D97-AF65-F5344CB8AC3E}">
        <p14:creationId xmlns:p14="http://schemas.microsoft.com/office/powerpoint/2010/main" val="1572120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8A521-4558-202F-CE6A-D3CFDC5D0CFB}"/>
              </a:ext>
            </a:extLst>
          </p:cNvPr>
          <p:cNvSpPr>
            <a:spLocks noGrp="1"/>
          </p:cNvSpPr>
          <p:nvPr>
            <p:ph type="title"/>
          </p:nvPr>
        </p:nvSpPr>
        <p:spPr/>
        <p:txBody>
          <a:bodyPr/>
          <a:lstStyle/>
          <a:p>
            <a:r>
              <a:rPr lang="en-US" dirty="0"/>
              <a:t>break</a:t>
            </a:r>
          </a:p>
        </p:txBody>
      </p:sp>
      <p:sp>
        <p:nvSpPr>
          <p:cNvPr id="3" name="Content Placeholder 2">
            <a:extLst>
              <a:ext uri="{FF2B5EF4-FFF2-40B4-BE49-F238E27FC236}">
                <a16:creationId xmlns:a16="http://schemas.microsoft.com/office/drawing/2014/main" id="{829C3EFA-B46A-424F-64E0-63669CD6A117}"/>
              </a:ext>
            </a:extLst>
          </p:cNvPr>
          <p:cNvSpPr>
            <a:spLocks noGrp="1"/>
          </p:cNvSpPr>
          <p:nvPr>
            <p:ph idx="1"/>
          </p:nvPr>
        </p:nvSpPr>
        <p:spPr>
          <a:xfrm>
            <a:off x="838200" y="2103120"/>
            <a:ext cx="10515600" cy="4618355"/>
          </a:xfrm>
        </p:spPr>
        <p:txBody>
          <a:bodyPr>
            <a:normAutofit/>
          </a:body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In a while or do-while loop:</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int </a:t>
            </a:r>
            <a:r>
              <a:rPr lang="en-US" sz="1600" dirty="0" err="1">
                <a:latin typeface="Calibri" panose="020F0502020204030204" pitchFamily="34" charset="0"/>
                <a:ea typeface="Calibri" panose="020F0502020204030204" pitchFamily="34" charset="0"/>
                <a:cs typeface="Calibri" panose="020F0502020204030204" pitchFamily="34" charset="0"/>
              </a:rPr>
              <a:t>i</a:t>
            </a:r>
            <a:r>
              <a:rPr lang="en-US" sz="1600" dirty="0">
                <a:latin typeface="Calibri" panose="020F0502020204030204" pitchFamily="34" charset="0"/>
                <a:ea typeface="Calibri" panose="020F0502020204030204" pitchFamily="34" charset="0"/>
                <a:cs typeface="Calibri" panose="020F0502020204030204" pitchFamily="34" charset="0"/>
              </a:rPr>
              <a:t> = 1;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while (</a:t>
            </a:r>
            <a:r>
              <a:rPr lang="en-US" sz="1600" dirty="0" err="1">
                <a:latin typeface="Calibri" panose="020F0502020204030204" pitchFamily="34" charset="0"/>
                <a:ea typeface="Calibri" panose="020F0502020204030204" pitchFamily="34" charset="0"/>
                <a:cs typeface="Calibri" panose="020F0502020204030204" pitchFamily="34" charset="0"/>
              </a:rPr>
              <a:t>i</a:t>
            </a:r>
            <a:r>
              <a:rPr lang="en-US" sz="1600" dirty="0">
                <a:latin typeface="Calibri" panose="020F0502020204030204" pitchFamily="34" charset="0"/>
                <a:ea typeface="Calibri" panose="020F0502020204030204" pitchFamily="34" charset="0"/>
                <a:cs typeface="Calibri" panose="020F0502020204030204" pitchFamily="34" charset="0"/>
              </a:rPr>
              <a:t> &lt;= 10)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if (</a:t>
            </a:r>
            <a:r>
              <a:rPr lang="en-US" sz="1600" dirty="0" err="1">
                <a:latin typeface="Calibri" panose="020F0502020204030204" pitchFamily="34" charset="0"/>
                <a:ea typeface="Calibri" panose="020F0502020204030204" pitchFamily="34" charset="0"/>
                <a:cs typeface="Calibri" panose="020F0502020204030204" pitchFamily="34" charset="0"/>
              </a:rPr>
              <a:t>i</a:t>
            </a:r>
            <a:r>
              <a:rPr lang="en-US" sz="1600" dirty="0">
                <a:latin typeface="Calibri" panose="020F0502020204030204" pitchFamily="34" charset="0"/>
                <a:ea typeface="Calibri" panose="020F0502020204030204" pitchFamily="34" charset="0"/>
                <a:cs typeface="Calibri" panose="020F0502020204030204" pitchFamily="34" charset="0"/>
              </a:rPr>
              <a:t> == 5)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 When </a:t>
            </a:r>
            <a:r>
              <a:rPr lang="en-US" sz="1600" dirty="0" err="1">
                <a:latin typeface="Calibri" panose="020F0502020204030204" pitchFamily="34" charset="0"/>
                <a:ea typeface="Calibri" panose="020F0502020204030204" pitchFamily="34" charset="0"/>
                <a:cs typeface="Calibri" panose="020F0502020204030204" pitchFamily="34" charset="0"/>
              </a:rPr>
              <a:t>i</a:t>
            </a:r>
            <a:r>
              <a:rPr lang="en-US" sz="1600" dirty="0">
                <a:latin typeface="Calibri" panose="020F0502020204030204" pitchFamily="34" charset="0"/>
                <a:ea typeface="Calibri" panose="020F0502020204030204" pitchFamily="34" charset="0"/>
                <a:cs typeface="Calibri" panose="020F0502020204030204" pitchFamily="34" charset="0"/>
              </a:rPr>
              <a:t> becomes 5, exit the loop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break;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System.out.println(</a:t>
            </a:r>
            <a:r>
              <a:rPr lang="en-US" sz="1600" dirty="0" err="1">
                <a:latin typeface="Calibri" panose="020F0502020204030204" pitchFamily="34" charset="0"/>
                <a:ea typeface="Calibri" panose="020F0502020204030204" pitchFamily="34" charset="0"/>
                <a:cs typeface="Calibri" panose="020F0502020204030204" pitchFamily="34" charset="0"/>
              </a:rPr>
              <a:t>i</a:t>
            </a:r>
            <a:r>
              <a:rPr lang="en-US" sz="1600"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i</a:t>
            </a:r>
            <a:r>
              <a:rPr lang="en-US" sz="1600"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 refer switch example</a:t>
            </a:r>
          </a:p>
          <a:p>
            <a:pPr marL="0" indent="0">
              <a:buNone/>
            </a:pPr>
            <a:endParaRPr lang="en-US" sz="1600" dirty="0"/>
          </a:p>
        </p:txBody>
      </p:sp>
      <p:sp>
        <p:nvSpPr>
          <p:cNvPr id="4" name="Slide Number Placeholder 3">
            <a:extLst>
              <a:ext uri="{FF2B5EF4-FFF2-40B4-BE49-F238E27FC236}">
                <a16:creationId xmlns:a16="http://schemas.microsoft.com/office/drawing/2014/main" id="{CC2E5F1E-41A0-A9EE-B0F4-92DFA1678853}"/>
              </a:ext>
            </a:extLst>
          </p:cNvPr>
          <p:cNvSpPr>
            <a:spLocks noGrp="1"/>
          </p:cNvSpPr>
          <p:nvPr>
            <p:ph type="sldNum" sz="quarter" idx="12"/>
          </p:nvPr>
        </p:nvSpPr>
        <p:spPr/>
        <p:txBody>
          <a:bodyPr/>
          <a:lstStyle/>
          <a:p>
            <a:fld id="{D8DA9DAA-006C-4F4B-980E-E3DF019B24E2}" type="slidenum">
              <a:rPr lang="en-US" smtClean="0"/>
              <a:t>28</a:t>
            </a:fld>
            <a:endParaRPr lang="en-US" dirty="0"/>
          </a:p>
        </p:txBody>
      </p:sp>
    </p:spTree>
    <p:extLst>
      <p:ext uri="{BB962C8B-B14F-4D97-AF65-F5344CB8AC3E}">
        <p14:creationId xmlns:p14="http://schemas.microsoft.com/office/powerpoint/2010/main" val="2017578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8A521-4558-202F-CE6A-D3CFDC5D0CFB}"/>
              </a:ext>
            </a:extLst>
          </p:cNvPr>
          <p:cNvSpPr>
            <a:spLocks noGrp="1"/>
          </p:cNvSpPr>
          <p:nvPr>
            <p:ph type="title"/>
          </p:nvPr>
        </p:nvSpPr>
        <p:spPr/>
        <p:txBody>
          <a:bodyPr/>
          <a:lstStyle/>
          <a:p>
            <a:r>
              <a:rPr lang="en-US" dirty="0"/>
              <a:t>return</a:t>
            </a:r>
          </a:p>
        </p:txBody>
      </p:sp>
      <p:sp>
        <p:nvSpPr>
          <p:cNvPr id="3" name="Content Placeholder 2">
            <a:extLst>
              <a:ext uri="{FF2B5EF4-FFF2-40B4-BE49-F238E27FC236}">
                <a16:creationId xmlns:a16="http://schemas.microsoft.com/office/drawing/2014/main" id="{829C3EFA-B46A-424F-64E0-63669CD6A117}"/>
              </a:ext>
            </a:extLst>
          </p:cNvPr>
          <p:cNvSpPr>
            <a:spLocks noGrp="1"/>
          </p:cNvSpPr>
          <p:nvPr>
            <p:ph idx="1"/>
          </p:nvPr>
        </p:nvSpPr>
        <p:spPr/>
        <p:txBody>
          <a:bodyPr>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The return statement is used within methods to specify the value that should be returned by the method when it is called. The return statement is used to exit a method and provide a result or value back to the caller.</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Syntax: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 return expression;</a:t>
            </a:r>
          </a:p>
        </p:txBody>
      </p:sp>
      <p:sp>
        <p:nvSpPr>
          <p:cNvPr id="4" name="Slide Number Placeholder 3">
            <a:extLst>
              <a:ext uri="{FF2B5EF4-FFF2-40B4-BE49-F238E27FC236}">
                <a16:creationId xmlns:a16="http://schemas.microsoft.com/office/drawing/2014/main" id="{CC2E5F1E-41A0-A9EE-B0F4-92DFA1678853}"/>
              </a:ext>
            </a:extLst>
          </p:cNvPr>
          <p:cNvSpPr>
            <a:spLocks noGrp="1"/>
          </p:cNvSpPr>
          <p:nvPr>
            <p:ph type="sldNum" sz="quarter" idx="12"/>
          </p:nvPr>
        </p:nvSpPr>
        <p:spPr/>
        <p:txBody>
          <a:bodyPr/>
          <a:lstStyle/>
          <a:p>
            <a:fld id="{D8DA9DAA-006C-4F4B-980E-E3DF019B24E2}" type="slidenum">
              <a:rPr lang="en-US" smtClean="0"/>
              <a:t>29</a:t>
            </a:fld>
            <a:endParaRPr lang="en-US" dirty="0"/>
          </a:p>
        </p:txBody>
      </p:sp>
    </p:spTree>
    <p:extLst>
      <p:ext uri="{BB962C8B-B14F-4D97-AF65-F5344CB8AC3E}">
        <p14:creationId xmlns:p14="http://schemas.microsoft.com/office/powerpoint/2010/main" val="1793050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8A521-4558-202F-CE6A-D3CFDC5D0CFB}"/>
              </a:ext>
            </a:extLst>
          </p:cNvPr>
          <p:cNvSpPr>
            <a:spLocks noGrp="1"/>
          </p:cNvSpPr>
          <p:nvPr>
            <p:ph type="title"/>
          </p:nvPr>
        </p:nvSpPr>
        <p:spPr/>
        <p:txBody>
          <a:bodyPr/>
          <a:lstStyle/>
          <a:p>
            <a:r>
              <a:rPr lang="en-US" dirty="0"/>
              <a:t>return</a:t>
            </a:r>
          </a:p>
        </p:txBody>
      </p:sp>
      <p:sp>
        <p:nvSpPr>
          <p:cNvPr id="3" name="Content Placeholder 2">
            <a:extLst>
              <a:ext uri="{FF2B5EF4-FFF2-40B4-BE49-F238E27FC236}">
                <a16:creationId xmlns:a16="http://schemas.microsoft.com/office/drawing/2014/main" id="{829C3EFA-B46A-424F-64E0-63669CD6A117}"/>
              </a:ext>
            </a:extLst>
          </p:cNvPr>
          <p:cNvSpPr>
            <a:spLocks noGrp="1"/>
          </p:cNvSpPr>
          <p:nvPr>
            <p:ph idx="1"/>
          </p:nvPr>
        </p:nvSpPr>
        <p:spPr>
          <a:xfrm>
            <a:off x="838200" y="2201661"/>
            <a:ext cx="10515600" cy="4442979"/>
          </a:xfrm>
        </p:spPr>
        <p:txBody>
          <a:bodyPr>
            <a:normAutofit/>
          </a:bodyPr>
          <a:lstStyle/>
          <a:p>
            <a:pPr marL="0" indent="0">
              <a:buNone/>
            </a:pPr>
            <a:r>
              <a:rPr lang="en-US" dirty="0"/>
              <a:t>Example: </a:t>
            </a:r>
          </a:p>
          <a:p>
            <a:pPr marL="0" indent="0">
              <a:buNone/>
            </a:pPr>
            <a:r>
              <a:rPr lang="en-US" sz="1400" dirty="0"/>
              <a:t>public </a:t>
            </a:r>
            <a:r>
              <a:rPr lang="en-US" sz="1400" dirty="0" err="1"/>
              <a:t>boolean</a:t>
            </a:r>
            <a:r>
              <a:rPr lang="en-US" sz="1400" dirty="0"/>
              <a:t> </a:t>
            </a:r>
            <a:r>
              <a:rPr lang="en-US" sz="1400" dirty="0" err="1"/>
              <a:t>isPositive</a:t>
            </a:r>
            <a:r>
              <a:rPr lang="en-US" sz="1400" dirty="0"/>
              <a:t>(int number) {</a:t>
            </a:r>
          </a:p>
          <a:p>
            <a:pPr marL="0" indent="0">
              <a:buNone/>
            </a:pPr>
            <a:r>
              <a:rPr lang="en-US" sz="1400" dirty="0"/>
              <a:t>     if (number &gt; 0) { </a:t>
            </a:r>
          </a:p>
          <a:p>
            <a:pPr marL="0" indent="0">
              <a:buNone/>
            </a:pPr>
            <a:r>
              <a:rPr lang="en-US" sz="1400" dirty="0"/>
              <a:t>	 return true; </a:t>
            </a:r>
          </a:p>
          <a:p>
            <a:pPr marL="0" indent="0">
              <a:buNone/>
            </a:pPr>
            <a:r>
              <a:rPr lang="en-US" sz="1400" dirty="0"/>
              <a:t>	 // Return true if the number is positive     </a:t>
            </a:r>
          </a:p>
          <a:p>
            <a:pPr marL="0" indent="0">
              <a:buNone/>
            </a:pPr>
            <a:r>
              <a:rPr lang="en-US" sz="1400" dirty="0"/>
              <a:t>	 } else {</a:t>
            </a:r>
          </a:p>
          <a:p>
            <a:pPr marL="0" indent="0">
              <a:buNone/>
            </a:pPr>
            <a:r>
              <a:rPr lang="en-US" sz="1400" dirty="0"/>
              <a:t>	 return false; // Return false otherwise     </a:t>
            </a:r>
          </a:p>
          <a:p>
            <a:pPr marL="0" indent="0">
              <a:buNone/>
            </a:pPr>
            <a:r>
              <a:rPr lang="en-US" sz="1400" dirty="0"/>
              <a:t>	 } </a:t>
            </a:r>
          </a:p>
          <a:p>
            <a:pPr marL="0" indent="0">
              <a:buNone/>
            </a:pPr>
            <a:r>
              <a:rPr lang="en-US" sz="1400" dirty="0"/>
              <a:t>   }</a:t>
            </a:r>
          </a:p>
          <a:p>
            <a:pPr marL="0" indent="0">
              <a:buNone/>
            </a:pPr>
            <a:endParaRPr lang="en-US" sz="1200" dirty="0"/>
          </a:p>
          <a:p>
            <a:r>
              <a:rPr lang="en-US" sz="1600" dirty="0"/>
              <a:t>Remember that once a return statement is executed inside a method, it immediately exits the method, and no code after the return statement will be executed within that method.</a:t>
            </a:r>
          </a:p>
          <a:p>
            <a:pPr marL="0" indent="0">
              <a:buNone/>
            </a:pPr>
            <a:endParaRPr lang="en-US" dirty="0"/>
          </a:p>
        </p:txBody>
      </p:sp>
      <p:sp>
        <p:nvSpPr>
          <p:cNvPr id="4" name="Slide Number Placeholder 3">
            <a:extLst>
              <a:ext uri="{FF2B5EF4-FFF2-40B4-BE49-F238E27FC236}">
                <a16:creationId xmlns:a16="http://schemas.microsoft.com/office/drawing/2014/main" id="{CC2E5F1E-41A0-A9EE-B0F4-92DFA1678853}"/>
              </a:ext>
            </a:extLst>
          </p:cNvPr>
          <p:cNvSpPr>
            <a:spLocks noGrp="1"/>
          </p:cNvSpPr>
          <p:nvPr>
            <p:ph type="sldNum" sz="quarter" idx="12"/>
          </p:nvPr>
        </p:nvSpPr>
        <p:spPr/>
        <p:txBody>
          <a:bodyPr/>
          <a:lstStyle/>
          <a:p>
            <a:fld id="{D8DA9DAA-006C-4F4B-980E-E3DF019B24E2}" type="slidenum">
              <a:rPr lang="en-US" smtClean="0"/>
              <a:t>30</a:t>
            </a:fld>
            <a:endParaRPr lang="en-US" dirty="0"/>
          </a:p>
        </p:txBody>
      </p:sp>
    </p:spTree>
    <p:extLst>
      <p:ext uri="{BB962C8B-B14F-4D97-AF65-F5344CB8AC3E}">
        <p14:creationId xmlns:p14="http://schemas.microsoft.com/office/powerpoint/2010/main" val="2830872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37EB641-3421-00D2-086D-249E4C9265F5}"/>
              </a:ext>
            </a:extLst>
          </p:cNvPr>
          <p:cNvSpPr>
            <a:spLocks noGrp="1"/>
          </p:cNvSpPr>
          <p:nvPr>
            <p:ph type="title"/>
          </p:nvPr>
        </p:nvSpPr>
        <p:spPr>
          <a:xfrm>
            <a:off x="576072" y="365125"/>
            <a:ext cx="7863840" cy="1325563"/>
          </a:xfrm>
        </p:spPr>
        <p:txBody>
          <a:bodyPr/>
          <a:lstStyle/>
          <a:p>
            <a:r>
              <a:rPr lang="en-US" dirty="0"/>
              <a:t>Operators in JAVA</a:t>
            </a:r>
          </a:p>
        </p:txBody>
      </p:sp>
      <p:sp>
        <p:nvSpPr>
          <p:cNvPr id="11" name="Footer Placeholder 2">
            <a:extLst>
              <a:ext uri="{FF2B5EF4-FFF2-40B4-BE49-F238E27FC236}">
                <a16:creationId xmlns:a16="http://schemas.microsoft.com/office/drawing/2014/main" id="{EAE43770-04FE-5A66-1301-60A1C5762FEF}"/>
              </a:ext>
            </a:extLst>
          </p:cNvPr>
          <p:cNvSpPr>
            <a:spLocks noGrp="1"/>
          </p:cNvSpPr>
          <p:nvPr>
            <p:ph type="ftr" sz="quarter" idx="11"/>
          </p:nvPr>
        </p:nvSpPr>
        <p:spPr>
          <a:xfrm>
            <a:off x="8503920" y="841248"/>
            <a:ext cx="3630168" cy="365125"/>
          </a:xfrm>
        </p:spPr>
        <p:txBody>
          <a:bodyPr/>
          <a:lstStyle/>
          <a:p>
            <a:pPr>
              <a:spcAft>
                <a:spcPts val="600"/>
              </a:spcAft>
            </a:pPr>
            <a:r>
              <a:rPr lang="en-US"/>
              <a:t>Presentation Title</a:t>
            </a:r>
          </a:p>
        </p:txBody>
      </p:sp>
      <p:sp>
        <p:nvSpPr>
          <p:cNvPr id="13" name="Content Placeholder 3">
            <a:extLst>
              <a:ext uri="{FF2B5EF4-FFF2-40B4-BE49-F238E27FC236}">
                <a16:creationId xmlns:a16="http://schemas.microsoft.com/office/drawing/2014/main" id="{130F2E90-0A96-3B82-4C46-902D7D96ADA5}"/>
              </a:ext>
            </a:extLst>
          </p:cNvPr>
          <p:cNvSpPr>
            <a:spLocks noGrp="1"/>
          </p:cNvSpPr>
          <p:nvPr>
            <p:ph idx="1"/>
          </p:nvPr>
        </p:nvSpPr>
        <p:spPr>
          <a:xfrm>
            <a:off x="576072" y="1825625"/>
            <a:ext cx="10771632" cy="4667250"/>
          </a:xfrm>
        </p:spPr>
        <p:txBody>
          <a:bodyPr>
            <a:normAutofit fontScale="70000" lnSpcReduction="20000"/>
          </a:bodyPr>
          <a:lstStyle/>
          <a:p>
            <a:endParaRPr lang="en-US" dirty="0"/>
          </a:p>
          <a:p>
            <a:r>
              <a:rPr lang="en-US" dirty="0"/>
              <a:t>Operators constitute the basic building block to any programming language. Java too provides many types of operators which can be used according to the need to perform various calculations and functions, be it logical, arithmetic, relational, etc. They are classified based on the functionality they provide. </a:t>
            </a:r>
          </a:p>
          <a:p>
            <a:endParaRPr lang="en-US" dirty="0"/>
          </a:p>
          <a:p>
            <a:pPr marL="0" indent="0">
              <a:buNone/>
            </a:pPr>
            <a:r>
              <a:rPr lang="en-US" dirty="0"/>
              <a:t>Here are a few types: </a:t>
            </a:r>
          </a:p>
          <a:p>
            <a:pPr marL="0" indent="0">
              <a:buNone/>
            </a:pPr>
            <a:r>
              <a:rPr lang="en-US" dirty="0"/>
              <a:t>   1.	Arithmetic Operators</a:t>
            </a:r>
          </a:p>
          <a:p>
            <a:pPr marL="0" indent="0">
              <a:buNone/>
            </a:pPr>
            <a:r>
              <a:rPr lang="en-US" dirty="0"/>
              <a:t>   2.	Unary Operators</a:t>
            </a:r>
          </a:p>
          <a:p>
            <a:pPr marL="0" indent="0">
              <a:buNone/>
            </a:pPr>
            <a:r>
              <a:rPr lang="en-US" dirty="0"/>
              <a:t>   3.	Assignment Operator </a:t>
            </a:r>
          </a:p>
          <a:p>
            <a:pPr marL="0" indent="0">
              <a:buNone/>
            </a:pPr>
            <a:r>
              <a:rPr lang="en-US" dirty="0"/>
              <a:t>   4.	Relational Operators</a:t>
            </a:r>
          </a:p>
          <a:p>
            <a:pPr marL="0" indent="0">
              <a:buNone/>
            </a:pPr>
            <a:r>
              <a:rPr lang="en-US" dirty="0"/>
              <a:t>   5.	Logical Operators</a:t>
            </a:r>
          </a:p>
          <a:p>
            <a:pPr marL="0" indent="0">
              <a:buNone/>
            </a:pPr>
            <a:r>
              <a:rPr lang="en-US" dirty="0"/>
              <a:t>   6.	Ternary Operator</a:t>
            </a:r>
          </a:p>
          <a:p>
            <a:pPr marL="0" indent="0">
              <a:buNone/>
            </a:pPr>
            <a:r>
              <a:rPr lang="en-US" dirty="0"/>
              <a:t>   7.	Bitwise Operators</a:t>
            </a:r>
          </a:p>
        </p:txBody>
      </p:sp>
      <p:sp>
        <p:nvSpPr>
          <p:cNvPr id="4" name="Slide Number Placeholder 3">
            <a:extLst>
              <a:ext uri="{FF2B5EF4-FFF2-40B4-BE49-F238E27FC236}">
                <a16:creationId xmlns:a16="http://schemas.microsoft.com/office/drawing/2014/main" id="{C4453E40-D10D-D6EF-AD58-DDD917FCD58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D8DA9DAA-006C-4F4B-980E-E3DF019B24E2}" type="slidenum">
              <a:rPr lang="en-US" smtClean="0"/>
              <a:pPr>
                <a:spcAft>
                  <a:spcPts val="600"/>
                </a:spcAft>
              </a:pPr>
              <a:t>31</a:t>
            </a:fld>
            <a:endParaRPr lang="en-US"/>
          </a:p>
        </p:txBody>
      </p:sp>
    </p:spTree>
    <p:extLst>
      <p:ext uri="{BB962C8B-B14F-4D97-AF65-F5344CB8AC3E}">
        <p14:creationId xmlns:p14="http://schemas.microsoft.com/office/powerpoint/2010/main" val="241222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ctrTitle" idx="4294967295"/>
          </p:nvPr>
        </p:nvSpPr>
        <p:spPr>
          <a:xfrm>
            <a:off x="839788" y="457200"/>
            <a:ext cx="3932237" cy="1600200"/>
          </a:xfrm>
        </p:spPr>
        <p:txBody>
          <a:bodyPr anchor="b">
            <a:normAutofit/>
          </a:bodyPr>
          <a:lstStyle/>
          <a:p>
            <a:r>
              <a:rPr lang="en-US" dirty="0"/>
              <a:t>Arithmetic Operators: </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type="body" sz="half" idx="2"/>
          </p:nvPr>
        </p:nvSpPr>
        <p:spPr>
          <a:xfrm>
            <a:off x="839788" y="2057400"/>
            <a:ext cx="4656772" cy="3811588"/>
          </a:xfrm>
        </p:spPr>
        <p:txBody>
          <a:bodyPr>
            <a:normAutofit/>
          </a:bodyPr>
          <a:lstStyle/>
          <a:p>
            <a:pPr marL="0" marR="0" indent="0">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These operators involve the mathematical operators that can be used to perform various simple or advanced arithmetic operations on the primitive data types referred to as the operands. These operators consist of various unary and binary operators that can be applied on a single or two operands. Let’s look at the various operators that Java has to provide under the arithmetic operators. </a:t>
            </a:r>
          </a:p>
          <a:p>
            <a:pPr marL="0" marR="0" indent="0">
              <a:spcBef>
                <a:spcPts val="0"/>
              </a:spcBef>
              <a:spcAft>
                <a:spcPts val="800"/>
              </a:spcAft>
              <a:buNone/>
            </a:pPr>
            <a:endParaRPr lang="en-US" dirty="0"/>
          </a:p>
        </p:txBody>
      </p:sp>
      <p:pic>
        <p:nvPicPr>
          <p:cNvPr id="6" name="Picture 5" descr="A table with green and white text">
            <a:extLst>
              <a:ext uri="{FF2B5EF4-FFF2-40B4-BE49-F238E27FC236}">
                <a16:creationId xmlns:a16="http://schemas.microsoft.com/office/drawing/2014/main" id="{61FEFF45-E158-C7FF-B154-F39ED9BA5D4F}"/>
              </a:ext>
            </a:extLst>
          </p:cNvPr>
          <p:cNvPicPr>
            <a:picLocks noChangeAspect="1"/>
          </p:cNvPicPr>
          <p:nvPr/>
        </p:nvPicPr>
        <p:blipFill rotWithShape="1">
          <a:blip r:embed="rId2"/>
          <a:srcRect l="14627" r="4" b="4"/>
          <a:stretch/>
        </p:blipFill>
        <p:spPr>
          <a:xfrm>
            <a:off x="5781040" y="1684712"/>
            <a:ext cx="5574348" cy="3479050"/>
          </a:xfrm>
          <a:prstGeom prst="rect">
            <a:avLst/>
          </a:prstGeom>
          <a:noFill/>
        </p:spPr>
      </p:pic>
      <p:sp>
        <p:nvSpPr>
          <p:cNvPr id="19" name="Footer Placeholder 4">
            <a:extLst>
              <a:ext uri="{FF2B5EF4-FFF2-40B4-BE49-F238E27FC236}">
                <a16:creationId xmlns:a16="http://schemas.microsoft.com/office/drawing/2014/main" id="{5056DC28-2D61-5C03-EC2E-38B01AF95178}"/>
              </a:ext>
            </a:extLst>
          </p:cNvPr>
          <p:cNvSpPr>
            <a:spLocks noGrp="1"/>
          </p:cNvSpPr>
          <p:nvPr>
            <p:ph type="ftr" sz="quarter" idx="11"/>
          </p:nvPr>
        </p:nvSpPr>
        <p:spPr>
          <a:xfrm>
            <a:off x="4038600" y="6356350"/>
            <a:ext cx="4114800" cy="365125"/>
          </a:xfrm>
        </p:spPr>
        <p:txBody>
          <a:bodyPr/>
          <a:lstStyle/>
          <a:p>
            <a:pPr>
              <a:spcAft>
                <a:spcPts val="600"/>
              </a:spcAft>
            </a:pPr>
            <a:r>
              <a:rPr lang="en-US"/>
              <a:t>Presentation Title</a:t>
            </a:r>
          </a:p>
        </p:txBody>
      </p:sp>
      <p:sp>
        <p:nvSpPr>
          <p:cNvPr id="4" name="Slide Number Placeholder 3" hidden="1">
            <a:extLst>
              <a:ext uri="{FF2B5EF4-FFF2-40B4-BE49-F238E27FC236}">
                <a16:creationId xmlns:a16="http://schemas.microsoft.com/office/drawing/2014/main" id="{465F0B58-C316-13D9-C83C-1AAA447B8CC7}"/>
              </a:ext>
            </a:extLst>
          </p:cNvPr>
          <p:cNvSpPr>
            <a:spLocks noGrp="1"/>
          </p:cNvSpPr>
          <p:nvPr>
            <p:ph type="sldNum" sz="quarter" idx="4294967295"/>
          </p:nvPr>
        </p:nvSpPr>
        <p:spPr>
          <a:xfrm>
            <a:off x="8610600" y="6356350"/>
            <a:ext cx="2743200" cy="365125"/>
          </a:xfrm>
        </p:spPr>
        <p:txBody>
          <a:bodyPr anchor="ctr">
            <a:normAutofit/>
          </a:bodyPr>
          <a:lstStyle/>
          <a:p>
            <a:pPr>
              <a:spcAft>
                <a:spcPts val="600"/>
              </a:spcAft>
            </a:pPr>
            <a:fld id="{D8DA9DAA-006C-4F4B-980E-E3DF019B24E2}" type="slidenum">
              <a:rPr lang="en-US" smtClean="0"/>
              <a:pPr>
                <a:spcAft>
                  <a:spcPts val="600"/>
                </a:spcAft>
              </a:pPr>
              <a:t>32</a:t>
            </a:fld>
            <a:endParaRPr lang="en-US"/>
          </a:p>
        </p:txBody>
      </p:sp>
      <p:sp>
        <p:nvSpPr>
          <p:cNvPr id="15" name="Footer Placeholder 6">
            <a:extLst>
              <a:ext uri="{FF2B5EF4-FFF2-40B4-BE49-F238E27FC236}">
                <a16:creationId xmlns:a16="http://schemas.microsoft.com/office/drawing/2014/main" id="{D9C2CC99-6FED-D060-DB3C-90C26CF21C01}"/>
              </a:ext>
            </a:extLst>
          </p:cNvPr>
          <p:cNvSpPr>
            <a:spLocks noGrp="1"/>
          </p:cNvSpPr>
          <p:nvPr>
            <p:ph type="ftr" sz="quarter" idx="4294967295"/>
          </p:nvPr>
        </p:nvSpPr>
        <p:spPr>
          <a:xfrm rot="16200000">
            <a:off x="9811512" y="1591056"/>
            <a:ext cx="3547872" cy="365125"/>
          </a:xfrm>
        </p:spPr>
        <p:txBody>
          <a:bodyPr/>
          <a:lstStyle/>
          <a:p>
            <a:pPr>
              <a:spcAft>
                <a:spcPts val="600"/>
              </a:spcAft>
            </a:pPr>
            <a:r>
              <a:rPr lang="en-US"/>
              <a:t>Presentation Title</a:t>
            </a:r>
          </a:p>
        </p:txBody>
      </p:sp>
    </p:spTree>
    <p:extLst>
      <p:ext uri="{BB962C8B-B14F-4D97-AF65-F5344CB8AC3E}">
        <p14:creationId xmlns:p14="http://schemas.microsoft.com/office/powerpoint/2010/main" val="1709958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Unary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p:txBody>
          <a:bodyPr>
            <a:normAutofit/>
          </a:bodyPr>
          <a:lstStyle/>
          <a:p>
            <a:pPr>
              <a:lnSpc>
                <a:spcPct val="107000"/>
              </a:lnSpc>
              <a:spcBef>
                <a:spcPts val="0"/>
              </a:spcBef>
              <a:spcAft>
                <a:spcPts val="800"/>
              </a:spcAft>
            </a:pPr>
            <a:r>
              <a:rPr lang="en-US" sz="1800" dirty="0">
                <a:latin typeface="Calibri" panose="020F0502020204030204" pitchFamily="34" charset="0"/>
                <a:ea typeface="Calibri" panose="020F0502020204030204" pitchFamily="34" charset="0"/>
                <a:cs typeface="Times New Roman" panose="02020603050405020304" pitchFamily="18" charset="0"/>
              </a:rPr>
              <a:t>Java unary operators are the types that need only one operand to perform any operation like </a:t>
            </a:r>
            <a:r>
              <a:rPr lang="en-US" sz="1800" b="1" dirty="0">
                <a:latin typeface="Calibri" panose="020F0502020204030204" pitchFamily="34" charset="0"/>
                <a:ea typeface="Calibri" panose="020F0502020204030204" pitchFamily="34" charset="0"/>
                <a:cs typeface="Times New Roman" panose="02020603050405020304" pitchFamily="18" charset="0"/>
              </a:rPr>
              <a:t>increment</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b="1" dirty="0">
                <a:latin typeface="Calibri" panose="020F0502020204030204" pitchFamily="34" charset="0"/>
                <a:ea typeface="Calibri" panose="020F0502020204030204" pitchFamily="34" charset="0"/>
                <a:cs typeface="Times New Roman" panose="02020603050405020304" pitchFamily="18" charset="0"/>
              </a:rPr>
              <a:t>decrement</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b="1" dirty="0">
                <a:latin typeface="Calibri" panose="020F0502020204030204" pitchFamily="34" charset="0"/>
                <a:ea typeface="Calibri" panose="020F0502020204030204" pitchFamily="34" charset="0"/>
                <a:cs typeface="Times New Roman" panose="02020603050405020304" pitchFamily="18" charset="0"/>
              </a:rPr>
              <a:t>negation</a:t>
            </a:r>
            <a:r>
              <a:rPr lang="en-US" sz="1800" dirty="0">
                <a:latin typeface="Calibri" panose="020F0502020204030204" pitchFamily="34" charset="0"/>
                <a:ea typeface="Calibri" panose="020F0502020204030204" pitchFamily="34" charset="0"/>
                <a:cs typeface="Times New Roman" panose="02020603050405020304" pitchFamily="18" charset="0"/>
              </a:rPr>
              <a:t>, etc. It consists of various arithmetic, logical and other operators that operate on a single operand. Let’s look at the various unary operators in detail and see how they operate. </a:t>
            </a:r>
          </a:p>
          <a:p>
            <a:pPr marL="342900" indent="-342900">
              <a:lnSpc>
                <a:spcPct val="107000"/>
              </a:lnSpc>
              <a:spcBef>
                <a:spcPts val="0"/>
              </a:spcBef>
              <a:spcAft>
                <a:spcPts val="800"/>
              </a:spcAft>
              <a:buFont typeface="+mj-lt"/>
              <a:buAutoNum type="arabicPeriod"/>
            </a:pPr>
            <a:r>
              <a:rPr lang="en-US" sz="1800" dirty="0">
                <a:latin typeface="Calibri" panose="020F0502020204030204" pitchFamily="34" charset="0"/>
                <a:ea typeface="Calibri" panose="020F0502020204030204" pitchFamily="34" charset="0"/>
                <a:cs typeface="Times New Roman" panose="02020603050405020304" pitchFamily="18" charset="0"/>
              </a:rPr>
              <a:t> Unary Minus (-)</a:t>
            </a:r>
          </a:p>
          <a:p>
            <a:pPr lv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operator can be used to convert a positive value to a negative one.</a:t>
            </a:r>
          </a:p>
          <a:p>
            <a:pPr lvl="1">
              <a:lnSpc>
                <a:spcPct val="107000"/>
              </a:lnSpc>
              <a:spcBef>
                <a:spcPts val="0"/>
              </a:spcBef>
              <a:spcAft>
                <a:spcPts val="800"/>
              </a:spcAft>
            </a:pPr>
            <a:r>
              <a:rPr lang="en-US" sz="1800" dirty="0">
                <a:latin typeface="Calibri" panose="020F0502020204030204" pitchFamily="34" charset="0"/>
                <a:ea typeface="Calibri" panose="020F0502020204030204" pitchFamily="34" charset="0"/>
                <a:cs typeface="Times New Roman" panose="02020603050405020304" pitchFamily="18" charset="0"/>
              </a:rPr>
              <a:t>Syntax : </a:t>
            </a:r>
          </a:p>
          <a:p>
            <a:pPr marL="457200" lvl="1"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 (operand)</a:t>
            </a:r>
          </a:p>
          <a:p>
            <a:pPr marL="457200" lvl="1"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a  = -10 ;</a:t>
            </a:r>
          </a:p>
          <a:p>
            <a:pPr marL="342900" indent="-342900">
              <a:lnSpc>
                <a:spcPct val="107000"/>
              </a:lnSpc>
              <a:spcBef>
                <a:spcPts val="0"/>
              </a:spcBef>
              <a:spcAft>
                <a:spcPts val="800"/>
              </a:spcAft>
              <a:buFont typeface="+mj-lt"/>
              <a:buAutoNum type="arabicPeriod"/>
            </a:pPr>
            <a:r>
              <a:rPr lang="en-US" sz="1800" dirty="0">
                <a:latin typeface="Calibri" panose="020F0502020204030204" pitchFamily="34" charset="0"/>
                <a:ea typeface="Calibri" panose="020F0502020204030204" pitchFamily="34" charset="0"/>
                <a:cs typeface="Times New Roman" panose="02020603050405020304" pitchFamily="18" charset="0"/>
              </a:rPr>
              <a:t> Not Operator (!)</a:t>
            </a:r>
          </a:p>
          <a:p>
            <a:pPr marL="914400" lvl="2">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is used to convert true to false or vice versa. Basically, it reverses the logical state of an operand.</a:t>
            </a:r>
          </a:p>
          <a:p>
            <a:pPr marL="457200" lvl="1" indent="0">
              <a:lnSpc>
                <a:spcPct val="107000"/>
              </a:lnSpc>
              <a:spcBef>
                <a:spcPts val="0"/>
              </a:spcBef>
              <a:spcAft>
                <a:spcPts val="800"/>
              </a:spcAft>
              <a:buNone/>
            </a:pPr>
            <a:endParaRPr lang="en-US"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33</a:t>
            </a:fld>
            <a:endParaRPr lang="en-US" dirty="0"/>
          </a:p>
        </p:txBody>
      </p:sp>
    </p:spTree>
    <p:extLst>
      <p:ext uri="{BB962C8B-B14F-4D97-AF65-F5344CB8AC3E}">
        <p14:creationId xmlns:p14="http://schemas.microsoft.com/office/powerpoint/2010/main" val="1087501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Unary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646238"/>
            <a:ext cx="10515600" cy="4530725"/>
          </a:xfrm>
        </p:spPr>
        <p:txBody>
          <a:bodyPr>
            <a:normAutofit/>
          </a:bodyPr>
          <a:lstStyle/>
          <a:p>
            <a:pPr>
              <a:lnSpc>
                <a:spcPct val="107000"/>
              </a:lnSpc>
              <a:spcBef>
                <a:spcPts val="0"/>
              </a:spcBef>
              <a:spcAft>
                <a:spcPts val="800"/>
              </a:spcAft>
            </a:pPr>
            <a:r>
              <a:rPr lang="en-US" sz="1800" dirty="0">
                <a:latin typeface="Calibri" panose="020F0502020204030204" pitchFamily="34" charset="0"/>
                <a:ea typeface="Calibri" panose="020F0502020204030204" pitchFamily="34" charset="0"/>
                <a:cs typeface="Times New Roman" panose="02020603050405020304" pitchFamily="18" charset="0"/>
              </a:rPr>
              <a:t>Syntax : </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latin typeface="Calibri" panose="020F0502020204030204" pitchFamily="34" charset="0"/>
                <a:ea typeface="Calibri" panose="020F0502020204030204" pitchFamily="34" charset="0"/>
                <a:cs typeface="Times New Roman" panose="02020603050405020304" pitchFamily="18" charset="0"/>
              </a:rPr>
              <a:t>! (operand)</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Example : </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Cond = ! true; -&gt; false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3. Increment (++) : </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It is used to increment the value of an integer. It can be used in two separate ways: </a:t>
            </a:r>
          </a:p>
          <a:p>
            <a:pPr marL="0" marR="0" indent="0">
              <a:buNone/>
            </a:pP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3.1: Post-increment operator</a:t>
            </a:r>
          </a:p>
          <a:p>
            <a:pPr marL="0" marR="0" indent="0">
              <a:buNone/>
            </a:pPr>
            <a:r>
              <a:rPr lang="en-US" sz="1800" dirty="0">
                <a:effectLst/>
                <a:latin typeface="Times New Roman" panose="02020603050405020304" pitchFamily="18" charset="0"/>
                <a:ea typeface="Times New Roman" panose="02020603050405020304" pitchFamily="18" charset="0"/>
              </a:rPr>
              <a:t>	When placed after the variable name, the value of the operand is incremented but the previous value is retained temporarily until the execution of this statement, and it gets updated before the execution of the next statement. </a:t>
            </a:r>
          </a:p>
          <a:p>
            <a:pPr marL="0" marR="0" indent="0">
              <a:buNone/>
            </a:pPr>
            <a:r>
              <a:rPr lang="en-US" sz="1800" dirty="0">
                <a:latin typeface="Times New Roman" panose="02020603050405020304" pitchFamily="18" charset="0"/>
                <a:ea typeface="Times New Roman" panose="02020603050405020304" pitchFamily="18" charset="0"/>
              </a:rPr>
              <a:t>Syntax : </a:t>
            </a:r>
          </a:p>
          <a:p>
            <a:pPr marL="0" marR="0" indent="0">
              <a:buNone/>
            </a:pPr>
            <a:r>
              <a:rPr lang="en-US" sz="1800" dirty="0">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indent="0">
              <a:lnSpc>
                <a:spcPct val="107000"/>
              </a:lnSpc>
              <a:spcBef>
                <a:spcPts val="0"/>
              </a:spcBef>
              <a:spcAft>
                <a:spcPts val="800"/>
              </a:spcAft>
              <a:buNone/>
            </a:pPr>
            <a:endParaRPr lang="en-US" sz="1800" dirty="0">
              <a:effectLst/>
              <a:latin typeface="Times New Roman" panose="02020603050405020304" pitchFamily="18" charset="0"/>
              <a:ea typeface="Times New Roman" panose="02020603050405020304" pitchFamily="18" charset="0"/>
            </a:endParaRPr>
          </a:p>
          <a:p>
            <a:pPr marL="0" indent="0">
              <a:lnSpc>
                <a:spcPct val="107000"/>
              </a:lnSpc>
              <a:spcBef>
                <a:spcPts val="0"/>
              </a:spcBef>
              <a:spcAft>
                <a:spcPts val="8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Bef>
                <a:spcPts val="0"/>
              </a:spcBef>
              <a:spcAft>
                <a:spcPts val="800"/>
              </a:spcAft>
              <a:buNone/>
            </a:pPr>
            <a:endParaRPr lang="en-US"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34</a:t>
            </a:fld>
            <a:endParaRPr lang="en-US" dirty="0"/>
          </a:p>
        </p:txBody>
      </p:sp>
    </p:spTree>
    <p:extLst>
      <p:ext uri="{BB962C8B-B14F-4D97-AF65-F5344CB8AC3E}">
        <p14:creationId xmlns:p14="http://schemas.microsoft.com/office/powerpoint/2010/main" val="12432107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Unary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646238"/>
            <a:ext cx="10515600" cy="4530725"/>
          </a:xfrm>
        </p:spPr>
        <p:txBody>
          <a:bodyPr>
            <a:normAutofit/>
          </a:bodyPr>
          <a:lstStyle/>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Example : </a:t>
            </a:r>
          </a:p>
          <a:p>
            <a:pPr marL="457200" lvl="1" indent="0">
              <a:lnSpc>
                <a:spcPct val="107000"/>
              </a:lnSpc>
              <a:spcBef>
                <a:spcPts val="0"/>
              </a:spcBef>
              <a:spcAft>
                <a:spcPts val="800"/>
              </a:spcAft>
              <a:buNone/>
            </a:pPr>
            <a:r>
              <a:rPr lang="en-US" sz="1600" dirty="0">
                <a:latin typeface="Times New Roman" panose="02020603050405020304" pitchFamily="18" charset="0"/>
                <a:ea typeface="Times New Roman" panose="02020603050405020304" pitchFamily="18" charset="0"/>
              </a:rPr>
              <a:t>int </a:t>
            </a:r>
            <a:r>
              <a:rPr lang="en-US" sz="1600" dirty="0" err="1">
                <a:latin typeface="Times New Roman" panose="02020603050405020304" pitchFamily="18" charset="0"/>
                <a:ea typeface="Times New Roman" panose="02020603050405020304" pitchFamily="18" charset="0"/>
              </a:rPr>
              <a:t>i</a:t>
            </a:r>
            <a:r>
              <a:rPr lang="en-US" sz="1600" dirty="0">
                <a:latin typeface="Times New Roman" panose="02020603050405020304" pitchFamily="18" charset="0"/>
                <a:ea typeface="Times New Roman" panose="02020603050405020304" pitchFamily="18" charset="0"/>
              </a:rPr>
              <a:t> =5;</a:t>
            </a:r>
          </a:p>
          <a:p>
            <a:pPr marL="457200" lvl="1" indent="0">
              <a:lnSpc>
                <a:spcPct val="107000"/>
              </a:lnSpc>
              <a:spcBef>
                <a:spcPts val="0"/>
              </a:spcBef>
              <a:spcAft>
                <a:spcPts val="800"/>
              </a:spcAft>
              <a:buNone/>
            </a:pPr>
            <a:r>
              <a:rPr lang="en-US" sz="1600" dirty="0">
                <a:effectLst/>
                <a:latin typeface="Times New Roman" panose="02020603050405020304" pitchFamily="18" charset="0"/>
                <a:ea typeface="Times New Roman" panose="02020603050405020304" pitchFamily="18" charset="0"/>
              </a:rPr>
              <a:t> j = </a:t>
            </a:r>
            <a:r>
              <a:rPr lang="en-US" sz="1600" dirty="0" err="1">
                <a:effectLst/>
                <a:latin typeface="Times New Roman" panose="02020603050405020304" pitchFamily="18" charset="0"/>
                <a:ea typeface="Times New Roman" panose="02020603050405020304" pitchFamily="18" charset="0"/>
              </a:rPr>
              <a:t>i</a:t>
            </a:r>
            <a:r>
              <a:rPr lang="en-US" sz="1600" dirty="0">
                <a:effectLst/>
                <a:latin typeface="Times New Roman" panose="02020603050405020304" pitchFamily="18" charset="0"/>
                <a:ea typeface="Times New Roman" panose="02020603050405020304" pitchFamily="18" charset="0"/>
              </a:rPr>
              <a:t>++ ; (//j = 5  in post increment first it will assign valu</a:t>
            </a:r>
            <a:r>
              <a:rPr lang="en-US" sz="1600" dirty="0">
                <a:latin typeface="Times New Roman" panose="02020603050405020304" pitchFamily="18" charset="0"/>
                <a:ea typeface="Times New Roman" panose="02020603050405020304" pitchFamily="18" charset="0"/>
              </a:rPr>
              <a:t>e and next </a:t>
            </a:r>
            <a:r>
              <a:rPr lang="en-US" sz="1600" dirty="0" err="1">
                <a:latin typeface="Times New Roman" panose="02020603050405020304" pitchFamily="18" charset="0"/>
                <a:ea typeface="Times New Roman" panose="02020603050405020304" pitchFamily="18" charset="0"/>
              </a:rPr>
              <a:t>i</a:t>
            </a:r>
            <a:r>
              <a:rPr lang="en-US" sz="1600" dirty="0">
                <a:latin typeface="Times New Roman" panose="02020603050405020304" pitchFamily="18" charset="0"/>
                <a:ea typeface="Times New Roman" panose="02020603050405020304" pitchFamily="18" charset="0"/>
              </a:rPr>
              <a:t> (6)</a:t>
            </a:r>
            <a:r>
              <a:rPr lang="en-US" sz="1600" dirty="0" err="1">
                <a:latin typeface="Times New Roman" panose="02020603050405020304" pitchFamily="18" charset="0"/>
                <a:ea typeface="Times New Roman" panose="02020603050405020304" pitchFamily="18" charset="0"/>
              </a:rPr>
              <a:t>val</a:t>
            </a:r>
            <a:r>
              <a:rPr lang="en-US" sz="1600" dirty="0">
                <a:latin typeface="Times New Roman" panose="02020603050405020304" pitchFamily="18" charset="0"/>
                <a:ea typeface="Times New Roman" panose="02020603050405020304" pitchFamily="18" charset="0"/>
              </a:rPr>
              <a:t> incremented</a:t>
            </a:r>
            <a:r>
              <a:rPr lang="en-US" sz="1600" dirty="0">
                <a:effectLst/>
                <a:latin typeface="Times New Roman" panose="02020603050405020304" pitchFamily="18" charset="0"/>
                <a:ea typeface="Times New Roman" panose="02020603050405020304" pitchFamily="18" charset="0"/>
              </a:rPr>
              <a:t>)</a:t>
            </a:r>
          </a:p>
          <a:p>
            <a:pPr marL="457200" lvl="1" indent="0">
              <a:lnSpc>
                <a:spcPct val="107000"/>
              </a:lnSpc>
              <a:spcBef>
                <a:spcPts val="0"/>
              </a:spcBef>
              <a:spcAft>
                <a:spcPts val="800"/>
              </a:spcAft>
              <a:buNone/>
            </a:pPr>
            <a:endParaRPr lang="en-US" sz="1600" dirty="0">
              <a:effectLst/>
              <a:latin typeface="Times New Roman" panose="02020603050405020304" pitchFamily="18" charset="0"/>
              <a:ea typeface="Times New Roman" panose="02020603050405020304" pitchFamily="18" charset="0"/>
            </a:endParaRP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3.2: Pre-increment operator</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When placed before the variable name, the operand’s value is incremented instantly.</a:t>
            </a:r>
          </a:p>
          <a:p>
            <a:pPr marL="0" indent="0">
              <a:lnSpc>
                <a:spcPct val="107000"/>
              </a:lnSpc>
              <a:spcBef>
                <a:spcPts val="0"/>
              </a:spcBef>
              <a:spcAft>
                <a:spcPts val="800"/>
              </a:spcAft>
              <a:buNone/>
            </a:pPr>
            <a:r>
              <a:rPr lang="en-US" sz="1800" dirty="0">
                <a:latin typeface="Times New Roman" panose="02020603050405020304" pitchFamily="18" charset="0"/>
                <a:ea typeface="Times New Roman" panose="02020603050405020304" pitchFamily="18" charset="0"/>
              </a:rPr>
              <a:t>  Syntax : </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rPr>
              <a:t>i</a:t>
            </a:r>
            <a:r>
              <a:rPr lang="en-US" sz="1800" dirty="0">
                <a:effectLst/>
                <a:latin typeface="Times New Roman" panose="02020603050405020304" pitchFamily="18" charset="0"/>
                <a:ea typeface="Times New Roman" panose="02020603050405020304" pitchFamily="18" charset="0"/>
              </a:rPr>
              <a:t> ;</a:t>
            </a:r>
          </a:p>
          <a:p>
            <a:pPr marL="0" indent="0">
              <a:lnSpc>
                <a:spcPct val="107000"/>
              </a:lnSpc>
              <a:spcBef>
                <a:spcPts val="0"/>
              </a:spcBef>
              <a:spcAft>
                <a:spcPts val="800"/>
              </a:spcAft>
              <a:buNone/>
            </a:pPr>
            <a:r>
              <a:rPr lang="en-US" sz="1800" dirty="0">
                <a:latin typeface="Times New Roman" panose="02020603050405020304" pitchFamily="18" charset="0"/>
                <a:ea typeface="Times New Roman" panose="02020603050405020304" pitchFamily="18" charset="0"/>
              </a:rPr>
              <a:t>  Example : </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5</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Times New Roman" panose="02020603050405020304" pitchFamily="18" charset="0"/>
              </a:rPr>
              <a:t>j = ++ </a:t>
            </a: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 j=6 first value will be incremented and assigned to j and </a:t>
            </a:r>
            <a:r>
              <a:rPr lang="en-US" sz="1800" dirty="0" err="1">
                <a:latin typeface="Times New Roman" panose="02020603050405020304" pitchFamily="18" charset="0"/>
                <a:ea typeface="Times New Roman" panose="02020603050405020304" pitchFamily="18" charset="0"/>
              </a:rPr>
              <a:t>i</a:t>
            </a:r>
            <a:r>
              <a:rPr lang="en-US" sz="1800" dirty="0">
                <a:latin typeface="Times New Roman" panose="02020603050405020304" pitchFamily="18" charset="0"/>
                <a:ea typeface="Times New Roman" panose="02020603050405020304" pitchFamily="18" charset="0"/>
              </a:rPr>
              <a:t> (6))</a:t>
            </a:r>
            <a:endParaRPr lang="en-US" sz="1800" dirty="0">
              <a:effectLst/>
              <a:latin typeface="Times New Roman" panose="02020603050405020304" pitchFamily="18" charset="0"/>
              <a:ea typeface="Times New Roman" panose="02020603050405020304" pitchFamily="18" charset="0"/>
            </a:endParaRPr>
          </a:p>
          <a:p>
            <a:pPr marL="0" indent="0">
              <a:lnSpc>
                <a:spcPct val="107000"/>
              </a:lnSpc>
              <a:spcBef>
                <a:spcPts val="0"/>
              </a:spcBef>
              <a:spcAft>
                <a:spcPts val="800"/>
              </a:spcAft>
              <a:buNone/>
            </a:pPr>
            <a:endParaRPr lang="en-US" sz="1800" dirty="0">
              <a:effectLst/>
              <a:latin typeface="Times New Roman" panose="02020603050405020304" pitchFamily="18" charset="0"/>
              <a:ea typeface="Times New Roman" panose="02020603050405020304" pitchFamily="18" charset="0"/>
            </a:endParaRPr>
          </a:p>
          <a:p>
            <a:pPr marL="0" indent="0">
              <a:lnSpc>
                <a:spcPct val="107000"/>
              </a:lnSpc>
              <a:spcBef>
                <a:spcPts val="0"/>
              </a:spcBef>
              <a:spcAft>
                <a:spcPts val="8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Bef>
                <a:spcPts val="0"/>
              </a:spcBef>
              <a:spcAft>
                <a:spcPts val="800"/>
              </a:spcAft>
              <a:buNone/>
            </a:pPr>
            <a:endParaRPr lang="en-US"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35</a:t>
            </a:fld>
            <a:endParaRPr lang="en-US" dirty="0"/>
          </a:p>
        </p:txBody>
      </p:sp>
    </p:spTree>
    <p:extLst>
      <p:ext uri="{BB962C8B-B14F-4D97-AF65-F5344CB8AC3E}">
        <p14:creationId xmlns:p14="http://schemas.microsoft.com/office/powerpoint/2010/main" val="1964966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Unary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646238"/>
            <a:ext cx="10515600" cy="4530725"/>
          </a:xfrm>
        </p:spPr>
        <p:txBody>
          <a:bodyPr>
            <a:normAutofit/>
          </a:bodyPr>
          <a:lstStyle/>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Operator 4: Decrement(–)</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It is used to decrement the value of an integer. It can be used in two separate ways: </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4.1: Post-decrement operator</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	When placed after the variable name, the value of the operand is decremented but the previous values is retained temporarily until the execution of this statement, and it gets updated before the execution of the next statement. </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Syntax: </a:t>
            </a:r>
          </a:p>
          <a:p>
            <a:pPr marL="0" indent="0">
              <a:lnSpc>
                <a:spcPct val="107000"/>
              </a:lnSpc>
              <a:spcBef>
                <a:spcPts val="0"/>
              </a:spcBef>
              <a:spcAft>
                <a:spcPts val="800"/>
              </a:spcAft>
              <a:buNone/>
            </a:pP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i</a:t>
            </a:r>
            <a:r>
              <a:rPr lang="en-US" sz="1800" dirty="0">
                <a:effectLst/>
                <a:latin typeface="Times New Roman" panose="02020603050405020304" pitchFamily="18" charset="0"/>
                <a:ea typeface="Times New Roman" panose="02020603050405020304" pitchFamily="18" charset="0"/>
              </a:rPr>
              <a:t>--</a:t>
            </a:r>
          </a:p>
          <a:p>
            <a:pPr mar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rPr>
              <a:t>Illustration: </a:t>
            </a:r>
          </a:p>
          <a:p>
            <a:pPr marL="0" indent="0">
              <a:lnSpc>
                <a:spcPct val="107000"/>
              </a:lnSpc>
              <a:spcBef>
                <a:spcPts val="0"/>
              </a:spcBef>
              <a:spcAft>
                <a:spcPts val="800"/>
              </a:spcAft>
              <a:buNone/>
            </a:pPr>
            <a:r>
              <a:rPr lang="en-US" sz="1800" dirty="0" err="1">
                <a:effectLst/>
                <a:latin typeface="Times New Roman" panose="02020603050405020304" pitchFamily="18" charset="0"/>
                <a:ea typeface="Times New Roman" panose="02020603050405020304" pitchFamily="18" charset="0"/>
              </a:rPr>
              <a:t>i</a:t>
            </a:r>
            <a:r>
              <a:rPr lang="en-US" sz="1800" dirty="0">
                <a:effectLst/>
                <a:latin typeface="Times New Roman" panose="02020603050405020304" pitchFamily="18" charset="0"/>
                <a:ea typeface="Times New Roman" panose="02020603050405020304" pitchFamily="18" charset="0"/>
              </a:rPr>
              <a:t> = 5</a:t>
            </a:r>
          </a:p>
          <a:p>
            <a:pPr marL="0" indent="0">
              <a:lnSpc>
                <a:spcPct val="107000"/>
              </a:lnSpc>
              <a:spcBef>
                <a:spcPts val="0"/>
              </a:spcBef>
              <a:spcAft>
                <a:spcPts val="800"/>
              </a:spcAft>
              <a:buNone/>
            </a:pPr>
            <a:r>
              <a:rPr lang="en-US" sz="1800" dirty="0">
                <a:latin typeface="Times New Roman" panose="02020603050405020304" pitchFamily="18" charset="0"/>
                <a:ea typeface="Times New Roman" panose="02020603050405020304" pitchFamily="18" charset="0"/>
              </a:rPr>
              <a:t> j = </a:t>
            </a:r>
            <a:r>
              <a:rPr lang="en-US" sz="1800" dirty="0" err="1">
                <a:effectLst/>
                <a:latin typeface="Times New Roman" panose="02020603050405020304" pitchFamily="18" charset="0"/>
                <a:ea typeface="Times New Roman" panose="02020603050405020304" pitchFamily="18" charset="0"/>
              </a:rPr>
              <a:t>i</a:t>
            </a:r>
            <a:r>
              <a:rPr lang="en-US" sz="1800" dirty="0">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Times New Roman" panose="02020603050405020304" pitchFamily="18" charset="0"/>
              </a:rPr>
              <a:t> (j=5</a:t>
            </a:r>
            <a:r>
              <a:rPr lang="en-US" sz="1800" dirty="0">
                <a:effectLst/>
                <a:latin typeface="Times New Roman" panose="02020603050405020304" pitchFamily="18" charset="0"/>
                <a:ea typeface="Times New Roman" panose="02020603050405020304" pitchFamily="18" charset="0"/>
              </a:rPr>
              <a:t>  in post decrement first value will be assigned and then </a:t>
            </a:r>
            <a:r>
              <a:rPr lang="en-US" sz="1800" dirty="0" err="1">
                <a:effectLst/>
                <a:latin typeface="Times New Roman" panose="02020603050405020304" pitchFamily="18" charset="0"/>
                <a:ea typeface="Times New Roman" panose="02020603050405020304" pitchFamily="18" charset="0"/>
              </a:rPr>
              <a:t>i</a:t>
            </a:r>
            <a:r>
              <a:rPr lang="en-US" sz="1800" dirty="0">
                <a:effectLst/>
                <a:latin typeface="Times New Roman" panose="02020603050405020304" pitchFamily="18" charset="0"/>
                <a:ea typeface="Times New Roman" panose="02020603050405020304" pitchFamily="18" charset="0"/>
              </a:rPr>
              <a:t> will be decremented) .</a:t>
            </a:r>
          </a:p>
          <a:p>
            <a:pPr marL="0" indent="0">
              <a:lnSpc>
                <a:spcPct val="107000"/>
              </a:lnSpc>
              <a:spcBef>
                <a:spcPts val="0"/>
              </a:spcBef>
              <a:spcAft>
                <a:spcPts val="8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Bef>
                <a:spcPts val="0"/>
              </a:spcBef>
              <a:spcAft>
                <a:spcPts val="800"/>
              </a:spcAft>
              <a:buNone/>
            </a:pPr>
            <a:endParaRPr lang="en-US"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36</a:t>
            </a:fld>
            <a:endParaRPr lang="en-US" dirty="0"/>
          </a:p>
        </p:txBody>
      </p:sp>
    </p:spTree>
    <p:extLst>
      <p:ext uri="{BB962C8B-B14F-4D97-AF65-F5344CB8AC3E}">
        <p14:creationId xmlns:p14="http://schemas.microsoft.com/office/powerpoint/2010/main" val="2452228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Unary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646238"/>
            <a:ext cx="10515600" cy="4530725"/>
          </a:xfrm>
        </p:spPr>
        <p:txBody>
          <a:bodyPr>
            <a:normAutofit/>
          </a:bodyPr>
          <a:lstStyle/>
          <a:p>
            <a:pPr marL="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4.2: Pre-decrement operator</a:t>
            </a:r>
          </a:p>
          <a:p>
            <a:pPr marL="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When placed before the variable name, the operand’s value is decremented instantly. </a:t>
            </a:r>
          </a:p>
          <a:p>
            <a:pPr marL="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Syntax: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i</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Illustration:</a:t>
            </a:r>
          </a:p>
          <a:p>
            <a:pPr marL="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600" dirty="0">
                <a:effectLst/>
                <a:latin typeface="Calibri" panose="020F0502020204030204" pitchFamily="34" charset="0"/>
                <a:ea typeface="Calibri" panose="020F0502020204030204" pitchFamily="34" charset="0"/>
                <a:cs typeface="Times New Roman" panose="02020603050405020304" pitchFamily="18" charset="0"/>
              </a:rPr>
              <a:t> = 5</a:t>
            </a:r>
          </a:p>
          <a:p>
            <a:pPr marL="0" indent="0">
              <a:lnSpc>
                <a:spcPct val="107000"/>
              </a:lnSpc>
              <a:spcBef>
                <a:spcPts val="0"/>
              </a:spcBef>
              <a:spcAft>
                <a:spcPts val="800"/>
              </a:spcAf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  j = --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rPr>
              <a:t> (j=4</a:t>
            </a:r>
            <a:r>
              <a:rPr lang="en-US" sz="1600" dirty="0">
                <a:effectLst/>
                <a:latin typeface="Times New Roman" panose="02020603050405020304" pitchFamily="18" charset="0"/>
                <a:ea typeface="Times New Roman" panose="02020603050405020304" pitchFamily="18" charset="0"/>
              </a:rPr>
              <a:t>  in pre decrement first value will be updated and assigned </a:t>
            </a:r>
            <a:r>
              <a:rPr lang="en-US" sz="1600" dirty="0" err="1">
                <a:effectLst/>
                <a:latin typeface="Times New Roman" panose="02020603050405020304" pitchFamily="18" charset="0"/>
                <a:ea typeface="Times New Roman" panose="02020603050405020304" pitchFamily="18" charset="0"/>
              </a:rPr>
              <a:t>i</a:t>
            </a:r>
            <a:r>
              <a:rPr lang="en-US" sz="1600" dirty="0">
                <a:effectLst/>
                <a:latin typeface="Times New Roman" panose="02020603050405020304" pitchFamily="18" charset="0"/>
                <a:ea typeface="Times New Roman" panose="02020603050405020304" pitchFamily="18" charset="0"/>
              </a:rPr>
              <a:t> =4)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Bef>
                <a:spcPts val="0"/>
              </a:spcBef>
              <a:spcAft>
                <a:spcPts val="800"/>
              </a:spcAft>
              <a:buNone/>
            </a:pPr>
            <a:endParaRPr lang="en-US"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37</a:t>
            </a:fld>
            <a:endParaRPr lang="en-US" dirty="0"/>
          </a:p>
        </p:txBody>
      </p:sp>
    </p:spTree>
    <p:extLst>
      <p:ext uri="{BB962C8B-B14F-4D97-AF65-F5344CB8AC3E}">
        <p14:creationId xmlns:p14="http://schemas.microsoft.com/office/powerpoint/2010/main" val="1308478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Assignment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4612323"/>
          </a:xfrm>
        </p:spPr>
        <p:txBody>
          <a:bodyPr>
            <a:normAutofit lnSpcReduction="10000"/>
          </a:bodyPr>
          <a:lstStyle/>
          <a:p>
            <a:pPr marL="0" indent="0">
              <a:lnSpc>
                <a:spcPct val="107000"/>
              </a:lnSpc>
              <a:spcBef>
                <a:spcPts val="0"/>
              </a:spcBef>
              <a:spcAft>
                <a:spcPts val="800"/>
              </a:spcAft>
              <a:buNone/>
            </a:pPr>
            <a:r>
              <a:rPr lang="en-US" sz="1600" dirty="0"/>
              <a:t>Assignment Operator: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These operators are used to assign values to a variable. The left side operand of the assignment operator is a variable, and the right-side operand of the assignment operator is a value. The value on the right side must be of the same data type of the operand on the left side. Otherwise, the compiler will raise an error. This means that the assignment operators have right to left associativity, i.e., the value given on the right-hand side of the operator is assigned to the variable on the left. Therefore, the right-hand side value must be declared before using it or should be a constant. The general format of the assignment operator is,</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variable operator value;</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Types of Assignment Operators in Java</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The Assignment Operator is generally of two types. They are:</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1. </a:t>
            </a:r>
            <a:r>
              <a:rPr lang="en-US" sz="1600" b="1" dirty="0">
                <a:latin typeface="Calibri" panose="020F0502020204030204" pitchFamily="34" charset="0"/>
                <a:ea typeface="Calibri" panose="020F0502020204030204" pitchFamily="34" charset="0"/>
                <a:cs typeface="Times New Roman" panose="02020603050405020304" pitchFamily="18" charset="0"/>
              </a:rPr>
              <a:t>Simple Assignment Operator</a:t>
            </a:r>
            <a:r>
              <a:rPr lang="en-US" sz="1600" dirty="0">
                <a:latin typeface="Calibri" panose="020F0502020204030204" pitchFamily="34" charset="0"/>
                <a:ea typeface="Calibri" panose="020F0502020204030204" pitchFamily="34" charset="0"/>
                <a:cs typeface="Times New Roman" panose="02020603050405020304" pitchFamily="18" charset="0"/>
              </a:rPr>
              <a:t>: The Simple Assignment Operator is used with the “=” sign where the left side consists of the operand and the right side consists of a value. The value of the right side must be of the same data type that has been defined on the left side.</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2. </a:t>
            </a:r>
            <a:r>
              <a:rPr lang="en-US" sz="1600" b="1" dirty="0">
                <a:latin typeface="Calibri" panose="020F0502020204030204" pitchFamily="34" charset="0"/>
                <a:ea typeface="Calibri" panose="020F0502020204030204" pitchFamily="34" charset="0"/>
                <a:cs typeface="Times New Roman" panose="02020603050405020304" pitchFamily="18" charset="0"/>
              </a:rPr>
              <a:t>Compound Assignment Operator</a:t>
            </a:r>
            <a:r>
              <a:rPr lang="en-US" sz="1600" dirty="0">
                <a:latin typeface="Calibri" panose="020F0502020204030204" pitchFamily="34" charset="0"/>
                <a:ea typeface="Calibri" panose="020F0502020204030204" pitchFamily="34" charset="0"/>
                <a:cs typeface="Times New Roman" panose="02020603050405020304" pitchFamily="18" charset="0"/>
              </a:rPr>
              <a:t>: The Compound Operator is used where </a:t>
            </a:r>
            <a:r>
              <a:rPr lang="en-US" sz="1600" b="1" dirty="0">
                <a:latin typeface="Calibri" panose="020F0502020204030204" pitchFamily="34" charset="0"/>
                <a:ea typeface="Calibri" panose="020F0502020204030204" pitchFamily="34" charset="0"/>
                <a:cs typeface="Times New Roman" panose="02020603050405020304" pitchFamily="18" charset="0"/>
              </a:rPr>
              <a:t>+,-,*, and / </a:t>
            </a:r>
            <a:r>
              <a:rPr lang="en-US" sz="1600" dirty="0">
                <a:latin typeface="Calibri" panose="020F0502020204030204" pitchFamily="34" charset="0"/>
                <a:ea typeface="Calibri" panose="020F0502020204030204" pitchFamily="34" charset="0"/>
                <a:cs typeface="Times New Roman" panose="02020603050405020304" pitchFamily="18" charset="0"/>
              </a:rPr>
              <a:t>is used along with the = operator.</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Let’s look at each of the assignment operators and how they operate: </a:t>
            </a: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38</a:t>
            </a:fld>
            <a:endParaRPr lang="en-US" dirty="0"/>
          </a:p>
        </p:txBody>
      </p:sp>
    </p:spTree>
    <p:extLst>
      <p:ext uri="{BB962C8B-B14F-4D97-AF65-F5344CB8AC3E}">
        <p14:creationId xmlns:p14="http://schemas.microsoft.com/office/powerpoint/2010/main" val="3968093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Assignment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4612323"/>
          </a:xfrm>
        </p:spPr>
        <p:txBody>
          <a:bodyPr>
            <a:normAutofit fontScale="92500" lnSpcReduction="10000"/>
          </a:bodyPr>
          <a:lstStyle/>
          <a:p>
            <a:pPr marL="342900" indent="-342900">
              <a:lnSpc>
                <a:spcPct val="107000"/>
              </a:lnSpc>
              <a:spcBef>
                <a:spcPts val="0"/>
              </a:spcBef>
              <a:spcAft>
                <a:spcPts val="800"/>
              </a:spcAft>
              <a:buAutoNum type="arabicPeriod"/>
            </a:pPr>
            <a:r>
              <a:rPr lang="en-US" sz="2800" dirty="0">
                <a:latin typeface="Calibri" panose="020F0502020204030204" pitchFamily="34" charset="0"/>
                <a:ea typeface="Calibri" panose="020F0502020204030204" pitchFamily="34" charset="0"/>
                <a:cs typeface="Times New Roman" panose="02020603050405020304" pitchFamily="18" charset="0"/>
              </a:rPr>
              <a:t>(=) operator:</a:t>
            </a:r>
          </a:p>
          <a:p>
            <a:pPr marL="0" indent="0">
              <a:lnSpc>
                <a:spcPct val="107000"/>
              </a:lnSpc>
              <a:spcBef>
                <a:spcPts val="0"/>
              </a:spcBef>
              <a:spcAft>
                <a:spcPts val="800"/>
              </a:spcAft>
              <a:buNone/>
            </a:pP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1600" dirty="0">
                <a:latin typeface="Calibri" panose="020F0502020204030204" pitchFamily="34" charset="0"/>
                <a:ea typeface="Calibri" panose="020F0502020204030204" pitchFamily="34" charset="0"/>
                <a:cs typeface="Times New Roman" panose="02020603050405020304" pitchFamily="18" charset="0"/>
              </a:rPr>
              <a:t>This is the most straightforward assignment operator, which is used to assign the value on the right to the variable on the left. This is the basic definition of an assignment operator and how it functions.</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Syntax :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num1 = num2;</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Example :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int a = 10;</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char c = ‘y’;</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1. (+=) operator :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This operator is a compound of ‘+’ and ‘=’ operators. It operates by adding the current value of the variable on the left to the value on the right and then assigning the result to the operand on the left.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a + 10 ; means a = a + 10;</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 , (*=), (/=) also same as above example</a:t>
            </a: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39</a:t>
            </a:fld>
            <a:endParaRPr lang="en-US" dirty="0"/>
          </a:p>
        </p:txBody>
      </p:sp>
    </p:spTree>
    <p:extLst>
      <p:ext uri="{BB962C8B-B14F-4D97-AF65-F5344CB8AC3E}">
        <p14:creationId xmlns:p14="http://schemas.microsoft.com/office/powerpoint/2010/main" val="3834987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Relational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4612323"/>
          </a:xfrm>
        </p:spPr>
        <p:txBody>
          <a:bodyPr>
            <a:normAutofit lnSpcReduction="10000"/>
          </a:bodyPr>
          <a:lstStyle/>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Java Relational Operators are a bunch of binary operators used to check for relations between two operands, including equality, greater than, less than, etc. They return a </a:t>
            </a:r>
            <a:r>
              <a:rPr lang="en-US" sz="1600" dirty="0" err="1">
                <a:latin typeface="Calibri" panose="020F0502020204030204" pitchFamily="34" charset="0"/>
                <a:ea typeface="Calibri" panose="020F0502020204030204" pitchFamily="34" charset="0"/>
                <a:cs typeface="Times New Roman" panose="02020603050405020304" pitchFamily="18" charset="0"/>
              </a:rPr>
              <a:t>boolean</a:t>
            </a:r>
            <a:r>
              <a:rPr lang="en-US" sz="1600" dirty="0">
                <a:latin typeface="Calibri" panose="020F0502020204030204" pitchFamily="34" charset="0"/>
                <a:ea typeface="Calibri" panose="020F0502020204030204" pitchFamily="34" charset="0"/>
                <a:cs typeface="Times New Roman" panose="02020603050405020304" pitchFamily="18" charset="0"/>
              </a:rPr>
              <a:t> result after the comparison and are extensively used in looping statements as well as conditional if-else statements and so on. The general format of representing relational operator is </a:t>
            </a: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Relational Operators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 !=, &gt; , &lt; , &gt;= , &lt;=</a:t>
            </a: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Equal to (==) :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This operator is used to check whether the two given operands are equal or not. The operator returns true if the operand at the left-hand side is equal to the right-hand side, else false.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Not Equal to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This operator is used to check whether the two given operands are equal or not. It functions opposite to that of the equal-to-operator. It returns true if the operand at the left-hand side is not equal to the right-hand side, else false. </a:t>
            </a: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40</a:t>
            </a:fld>
            <a:endParaRPr lang="en-US" dirty="0"/>
          </a:p>
        </p:txBody>
      </p:sp>
    </p:spTree>
    <p:extLst>
      <p:ext uri="{BB962C8B-B14F-4D97-AF65-F5344CB8AC3E}">
        <p14:creationId xmlns:p14="http://schemas.microsoft.com/office/powerpoint/2010/main" val="16879975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Relational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indent="0">
              <a:lnSpc>
                <a:spcPct val="107000"/>
              </a:lnSpc>
              <a:spcBef>
                <a:spcPts val="0"/>
              </a:spcBef>
              <a:spcAft>
                <a:spcPts val="800"/>
              </a:spcAft>
              <a:buNone/>
            </a:pPr>
            <a:r>
              <a:rPr lang="en-US" sz="1600" b="1" dirty="0">
                <a:latin typeface="Calibri" panose="020F0502020204030204" pitchFamily="34" charset="0"/>
                <a:ea typeface="Calibri" panose="020F0502020204030204" pitchFamily="34" charset="0"/>
                <a:cs typeface="Times New Roman" panose="02020603050405020304" pitchFamily="18" charset="0"/>
              </a:rPr>
              <a:t>Greater Than (&gt;)</a:t>
            </a: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This checks whether the first operand is greater than the second operand or not. The operator returns true when the operand at the left-hand side is greater than the right-hand side. </a:t>
            </a:r>
          </a:p>
          <a:p>
            <a:pPr marL="0" indent="0">
              <a:lnSpc>
                <a:spcPct val="107000"/>
              </a:lnSpc>
              <a:spcBef>
                <a:spcPts val="0"/>
              </a:spcBef>
              <a:spcAft>
                <a:spcPts val="800"/>
              </a:spcAft>
              <a:buNone/>
            </a:pPr>
            <a:r>
              <a:rPr lang="en-US" sz="1600" b="1" dirty="0">
                <a:latin typeface="Calibri" panose="020F0502020204030204" pitchFamily="34" charset="0"/>
                <a:ea typeface="Calibri" panose="020F0502020204030204" pitchFamily="34" charset="0"/>
                <a:cs typeface="Times New Roman" panose="02020603050405020304" pitchFamily="18" charset="0"/>
              </a:rPr>
              <a:t>Less Than (&lt;) </a:t>
            </a: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This checks whether the first operand is less than the second operand or not. The operator returns true when the operand at the left-hand side is less than the right-hand side. It functions opposite to that of the greater-than operator.</a:t>
            </a:r>
          </a:p>
          <a:p>
            <a:pPr marL="0" indent="0">
              <a:lnSpc>
                <a:spcPct val="107000"/>
              </a:lnSpc>
              <a:spcBef>
                <a:spcPts val="0"/>
              </a:spcBef>
              <a:spcAft>
                <a:spcPts val="800"/>
              </a:spcAft>
              <a:buNone/>
            </a:pPr>
            <a:r>
              <a:rPr lang="en-US" sz="1600" b="1" dirty="0">
                <a:latin typeface="Calibri" panose="020F0502020204030204" pitchFamily="34" charset="0"/>
                <a:ea typeface="Calibri" panose="020F0502020204030204" pitchFamily="34" charset="0"/>
                <a:cs typeface="Times New Roman" panose="02020603050405020304" pitchFamily="18" charset="0"/>
              </a:rPr>
              <a:t>Greater than or Equal to</a:t>
            </a:r>
            <a:r>
              <a:rPr lang="en-US" sz="1600" dirty="0">
                <a:latin typeface="Calibri" panose="020F0502020204030204" pitchFamily="34" charset="0"/>
                <a:ea typeface="Calibri" panose="020F0502020204030204" pitchFamily="34" charset="0"/>
                <a:cs typeface="Times New Roman" panose="02020603050405020304" pitchFamily="18" charset="0"/>
              </a:rPr>
              <a:t> (&gt;=) : </a:t>
            </a:r>
          </a:p>
          <a:p>
            <a:pPr marL="0" indent="0">
              <a:lnSpc>
                <a:spcPct val="107000"/>
              </a:lnSpc>
              <a:spcBef>
                <a:spcPts val="0"/>
              </a:spcBef>
              <a:spcAft>
                <a:spcPts val="800"/>
              </a:spcAft>
              <a:buNone/>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This checks whether the first operand is greater than or equal to the second operand or not. The operator returns true when the operand at the left-hand side is greater than or equal to the right-hand side. </a:t>
            </a: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Less than or Equal to</a:t>
            </a:r>
            <a:r>
              <a:rPr lang="en-US" sz="1800" b="1" dirty="0">
                <a:latin typeface="Calibri" panose="020F0502020204030204" pitchFamily="34" charset="0"/>
                <a:ea typeface="Calibri" panose="020F0502020204030204" pitchFamily="34" charset="0"/>
                <a:cs typeface="Times New Roman" panose="02020603050405020304" pitchFamily="18" charset="0"/>
              </a:rPr>
              <a:t> (&lt;=): </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This checks whether the first operand is less than or equal to the second operand or not. The operator returns true when the operand at the left-hand side is less than or equal to the right-hand side. </a:t>
            </a:r>
          </a:p>
          <a:p>
            <a:pPr marL="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41</a:t>
            </a:fld>
            <a:endParaRPr lang="en-US" dirty="0"/>
          </a:p>
        </p:txBody>
      </p:sp>
    </p:spTree>
    <p:extLst>
      <p:ext uri="{BB962C8B-B14F-4D97-AF65-F5344CB8AC3E}">
        <p14:creationId xmlns:p14="http://schemas.microsoft.com/office/powerpoint/2010/main" val="284949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Logical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Logical operators are used to perform logical “AND”, “OR” and “NOT” operations, i.e. the function similar to AND gate and OR gate in digital electronics. They are used to combine two or more conditions/constraints or to complement the evaluation of the original condition under particular consideration. One thing to keep in mind is, while using AND operator, the second condition is not evaluated if the first one is false. Whereas while using OR operator, the second condition is not evaluated if the first one is true, i.e. the AND </a:t>
            </a:r>
            <a:r>
              <a:rPr lang="en-US" sz="1800" dirty="0" err="1">
                <a:latin typeface="Calibri" panose="020F0502020204030204" pitchFamily="34" charset="0"/>
                <a:ea typeface="Calibri" panose="020F0502020204030204" pitchFamily="34" charset="0"/>
                <a:cs typeface="Times New Roman" panose="02020603050405020304" pitchFamily="18" charset="0"/>
              </a:rPr>
              <a:t>and</a:t>
            </a:r>
            <a:r>
              <a:rPr lang="en-US" sz="1800" dirty="0">
                <a:latin typeface="Calibri" panose="020F0502020204030204" pitchFamily="34" charset="0"/>
                <a:ea typeface="Calibri" panose="020F0502020204030204" pitchFamily="34" charset="0"/>
                <a:cs typeface="Times New Roman" panose="02020603050405020304" pitchFamily="18" charset="0"/>
              </a:rPr>
              <a:t> OR operators have a short-circuiting effect. Used extensively to test for several conditions for making a decision.</a:t>
            </a:r>
          </a:p>
          <a:p>
            <a:pPr marL="342900" marR="0" lvl="0" indent="-342900" algn="just">
              <a:lnSpc>
                <a:spcPct val="107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AND Operator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&amp;&amp;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 if( a &amp;&amp; b ) [if true execute else don’t]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OR Operator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 if( a || b) [if one of them is true to execute else don’t]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NOT Operator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 !(a&lt;b) [returns false if a is smaller than b]</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tabLst>
                <a:tab pos="457200" algn="l"/>
              </a:tabLst>
            </a:pPr>
            <a:r>
              <a:rPr lang="en-US" sz="1800" b="1" dirty="0">
                <a:latin typeface="Times New Roman" panose="02020603050405020304" pitchFamily="18" charset="0"/>
                <a:ea typeface="Calibri" panose="020F0502020204030204" pitchFamily="34" charset="0"/>
                <a:cs typeface="Times New Roman" panose="02020603050405020304" pitchFamily="18" charset="0"/>
              </a:rPr>
              <a:t> 1. Logical ‘AND’ Operator (&amp;&amp;) </a:t>
            </a:r>
          </a:p>
          <a:p>
            <a:pPr marL="0" marR="0" lvl="0" indent="0" algn="just">
              <a:lnSpc>
                <a:spcPct val="107000"/>
              </a:lnSpc>
              <a:spcBef>
                <a:spcPts val="0"/>
              </a:spcBef>
              <a:spcAft>
                <a:spcPts val="800"/>
              </a:spcAft>
              <a:buNone/>
              <a:tabLst>
                <a:tab pos="457200" algn="l"/>
              </a:tabLst>
            </a:pPr>
            <a:r>
              <a:rPr lang="en-US" sz="1800" dirty="0">
                <a:latin typeface="Times New Roman" panose="02020603050405020304" pitchFamily="18" charset="0"/>
                <a:ea typeface="Calibri" panose="020F0502020204030204" pitchFamily="34" charset="0"/>
                <a:cs typeface="Times New Roman" panose="02020603050405020304" pitchFamily="18" charset="0"/>
              </a:rPr>
              <a:t>	This operator returns true when both the conditions under consideration are satisfied or are true. If even one of the two yields false, the operator results false. In Simple terms, cond1 &amp;&amp; cond2 returns true when both cond1 and cond2 are true (i.e. non-zero). </a:t>
            </a: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42</a:t>
            </a:fld>
            <a:endParaRPr lang="en-US" dirty="0"/>
          </a:p>
        </p:txBody>
      </p:sp>
    </p:spTree>
    <p:extLst>
      <p:ext uri="{BB962C8B-B14F-4D97-AF65-F5344CB8AC3E}">
        <p14:creationId xmlns:p14="http://schemas.microsoft.com/office/powerpoint/2010/main" val="1098398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Logical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fontScale="92500" lnSpcReduction="20000"/>
          </a:bodyPr>
          <a:lstStyle/>
          <a:p>
            <a:pPr mar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Syntax: </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condition1 &amp;&amp; condition2</a:t>
            </a:r>
          </a:p>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800" b="1" dirty="0">
                <a:latin typeface="Times New Roman" panose="02020603050405020304" pitchFamily="18" charset="0"/>
                <a:ea typeface="Calibri" panose="020F0502020204030204" pitchFamily="34" charset="0"/>
                <a:cs typeface="Times New Roman" panose="02020603050405020304" pitchFamily="18" charset="0"/>
              </a:rPr>
              <a:t>2</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b="1" dirty="0">
                <a:latin typeface="Times New Roman" panose="02020603050405020304" pitchFamily="18" charset="0"/>
                <a:ea typeface="Calibri" panose="020F0502020204030204" pitchFamily="34" charset="0"/>
                <a:cs typeface="Times New Roman" panose="02020603050405020304" pitchFamily="18" charset="0"/>
              </a:rPr>
              <a:t>Logical ‘OR’ Operator (||) </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This operator returns true when one of the two conditions under consideration is satisfied or is true. If even one of the two yields true, the operator results true. To make the result false, both the constraints need to return false.</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Syntax:</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condition1 || condition2</a:t>
            </a:r>
          </a:p>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800" b="1" dirty="0">
                <a:latin typeface="Times New Roman" panose="02020603050405020304" pitchFamily="18" charset="0"/>
                <a:ea typeface="Calibri" panose="020F0502020204030204" pitchFamily="34" charset="0"/>
                <a:cs typeface="Times New Roman" panose="02020603050405020304" pitchFamily="18" charset="0"/>
              </a:rPr>
              <a:t>3. Logical ‘NOT’ Operator (!)</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Unlike the previous two, this is a unary operator and returns true when the condition under consideration is not satisfied or is a false condition. Basically, if the condition is false, the operation returns true and when the condition is true, the operation returns false. </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Syntax:</a:t>
            </a:r>
          </a:p>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!(condition)</a:t>
            </a:r>
          </a:p>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43</a:t>
            </a:fld>
            <a:endParaRPr lang="en-US" dirty="0"/>
          </a:p>
        </p:txBody>
      </p:sp>
    </p:spTree>
    <p:extLst>
      <p:ext uri="{BB962C8B-B14F-4D97-AF65-F5344CB8AC3E}">
        <p14:creationId xmlns:p14="http://schemas.microsoft.com/office/powerpoint/2010/main" val="19924388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Ternary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indent="0">
              <a:lnSpc>
                <a:spcPct val="107000"/>
              </a:lnSpc>
              <a:spcBef>
                <a:spcPts val="0"/>
              </a:spcBef>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Java ternary operator is the only conditional operator that takes three operands. It’s a one-liner replacement for the if-then-else statement and is used a lot in Java programming. We can use the ternary operator in place of if-else conditions or even switch conditions using nested ternary operators. Although it follows the same algorithm as of if-else statement, the conditional operator takes less space and helps to write the if-else statements in the shortest way possible.</a:t>
            </a:r>
          </a:p>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fr-FR" sz="1800" dirty="0" err="1">
                <a:latin typeface="Times New Roman" panose="02020603050405020304" pitchFamily="18" charset="0"/>
                <a:ea typeface="Calibri" panose="020F0502020204030204" pitchFamily="34" charset="0"/>
                <a:cs typeface="Times New Roman" panose="02020603050405020304" pitchFamily="18" charset="0"/>
              </a:rPr>
              <a:t>Syntax</a:t>
            </a:r>
            <a:r>
              <a:rPr lang="fr-FR" sz="1800" dirty="0">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Bef>
                <a:spcPts val="0"/>
              </a:spcBef>
              <a:spcAft>
                <a:spcPts val="800"/>
              </a:spcAft>
              <a:buNone/>
            </a:pPr>
            <a:r>
              <a:rPr lang="fr-FR" sz="1800" dirty="0">
                <a:latin typeface="Times New Roman" panose="02020603050405020304" pitchFamily="18" charset="0"/>
                <a:ea typeface="Calibri" panose="020F0502020204030204" pitchFamily="34" charset="0"/>
                <a:cs typeface="Times New Roman" panose="02020603050405020304" pitchFamily="18" charset="0"/>
              </a:rPr>
              <a:t>	variable = Expression1 ? Expression2  :  Expression3</a:t>
            </a:r>
          </a:p>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44</a:t>
            </a:fld>
            <a:endParaRPr lang="en-US" dirty="0"/>
          </a:p>
        </p:txBody>
      </p:sp>
      <p:pic>
        <p:nvPicPr>
          <p:cNvPr id="6" name="Picture 5" descr="A diagram of a mathematical expression">
            <a:extLst>
              <a:ext uri="{FF2B5EF4-FFF2-40B4-BE49-F238E27FC236}">
                <a16:creationId xmlns:a16="http://schemas.microsoft.com/office/drawing/2014/main" id="{0319B580-AB25-2825-FDA4-2BEC91F30D91}"/>
              </a:ext>
            </a:extLst>
          </p:cNvPr>
          <p:cNvPicPr>
            <a:picLocks noChangeAspect="1"/>
          </p:cNvPicPr>
          <p:nvPr/>
        </p:nvPicPr>
        <p:blipFill>
          <a:blip r:embed="rId2"/>
          <a:stretch>
            <a:fillRect/>
          </a:stretch>
        </p:blipFill>
        <p:spPr>
          <a:xfrm>
            <a:off x="7117355" y="3165475"/>
            <a:ext cx="4322805" cy="3220720"/>
          </a:xfrm>
          <a:prstGeom prst="rect">
            <a:avLst/>
          </a:prstGeom>
        </p:spPr>
      </p:pic>
    </p:spTree>
    <p:extLst>
      <p:ext uri="{BB962C8B-B14F-4D97-AF65-F5344CB8AC3E}">
        <p14:creationId xmlns:p14="http://schemas.microsoft.com/office/powerpoint/2010/main" val="2831111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Bitwise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r>
              <a:rPr lang="en-US" sz="1800" dirty="0">
                <a:latin typeface="Times New Roman" panose="02020603050405020304" pitchFamily="18" charset="0"/>
                <a:ea typeface="Calibri" panose="020F0502020204030204" pitchFamily="34" charset="0"/>
                <a:cs typeface="Times New Roman" panose="02020603050405020304" pitchFamily="18" charset="0"/>
              </a:rPr>
              <a:t>Bitwise operators are used to performing the manipulation of individual bits of a number. They can be used with any integral type (char, short, int, etc.). </a:t>
            </a:r>
          </a:p>
          <a:p>
            <a:pPr marL="0" marR="0" indent="0" algn="just">
              <a:buNone/>
            </a:pPr>
            <a:r>
              <a:rPr lang="en-US" sz="1800" b="1" dirty="0">
                <a:effectLst/>
                <a:latin typeface="Times New Roman" panose="02020603050405020304" pitchFamily="18" charset="0"/>
                <a:ea typeface="Times New Roman" panose="02020603050405020304" pitchFamily="18" charset="0"/>
              </a:rPr>
              <a:t>1. Bitwise OR (|) </a:t>
            </a:r>
            <a:endParaRPr lang="en-US" sz="1800" dirty="0">
              <a:effectLst/>
              <a:latin typeface="Times New Roman" panose="02020603050405020304" pitchFamily="18" charset="0"/>
              <a:ea typeface="Times New Roman" panose="02020603050405020304" pitchFamily="18" charset="0"/>
            </a:endParaRPr>
          </a:p>
          <a:p>
            <a:pPr marL="0" marR="0" indent="0" algn="just">
              <a:buNone/>
            </a:pPr>
            <a:r>
              <a:rPr lang="en-US" sz="1800" dirty="0">
                <a:effectLst/>
                <a:latin typeface="Times New Roman" panose="02020603050405020304" pitchFamily="18" charset="0"/>
                <a:ea typeface="Times New Roman" panose="02020603050405020304" pitchFamily="18" charset="0"/>
              </a:rPr>
              <a:t>	This operator is a binary operator, denoted by ‘|’. It returns bit by bit OR of input values, i.e., if either of the bits is 1, it gives 1, else it shows 0.</a:t>
            </a:r>
          </a:p>
          <a:p>
            <a:pPr marL="0" marR="0" indent="0" algn="just">
              <a:buNone/>
            </a:pPr>
            <a:r>
              <a:rPr lang="en-US" sz="1800" dirty="0">
                <a:effectLst/>
                <a:latin typeface="Times New Roman" panose="02020603050405020304" pitchFamily="18" charset="0"/>
                <a:ea typeface="Times New Roman" panose="02020603050405020304" pitchFamily="18" charset="0"/>
              </a:rPr>
              <a:t> </a:t>
            </a:r>
          </a:p>
          <a:p>
            <a:pPr marL="0" marR="0" indent="0" algn="just">
              <a:buNone/>
            </a:pPr>
            <a:r>
              <a:rPr lang="en-US" sz="1800" dirty="0">
                <a:effectLst/>
                <a:latin typeface="Times New Roman" panose="02020603050405020304" pitchFamily="18" charset="0"/>
                <a:ea typeface="Times New Roman" panose="02020603050405020304" pitchFamily="18" charset="0"/>
              </a:rPr>
              <a:t>Example:</a:t>
            </a:r>
          </a:p>
          <a:p>
            <a:pPr marL="457200" lvl="1" indent="0" algn="just">
              <a:buNone/>
            </a:pPr>
            <a:r>
              <a:rPr lang="en-US" sz="1400" dirty="0">
                <a:effectLst/>
                <a:latin typeface="Times New Roman" panose="02020603050405020304" pitchFamily="18" charset="0"/>
                <a:ea typeface="Times New Roman" panose="02020603050405020304" pitchFamily="18" charset="0"/>
              </a:rPr>
              <a:t>a = 5 = 0101 (In Binary)</a:t>
            </a:r>
          </a:p>
          <a:p>
            <a:pPr marL="457200" lvl="1" indent="0" algn="just">
              <a:buNone/>
            </a:pPr>
            <a:r>
              <a:rPr lang="en-US" sz="1400" dirty="0">
                <a:effectLst/>
                <a:latin typeface="Times New Roman" panose="02020603050405020304" pitchFamily="18" charset="0"/>
                <a:ea typeface="Times New Roman" panose="02020603050405020304" pitchFamily="18" charset="0"/>
              </a:rPr>
              <a:t>b = 7 = 0111 (In Binary)</a:t>
            </a:r>
          </a:p>
          <a:p>
            <a:pPr marL="457200" lvl="1" indent="0" algn="just">
              <a:buNone/>
            </a:pPr>
            <a:r>
              <a:rPr lang="en-US" sz="1400" dirty="0">
                <a:effectLst/>
                <a:latin typeface="Times New Roman" panose="02020603050405020304" pitchFamily="18" charset="0"/>
                <a:ea typeface="Times New Roman" panose="02020603050405020304" pitchFamily="18" charset="0"/>
              </a:rPr>
              <a:t>Bitwise OR Operation of 5 and 7</a:t>
            </a:r>
          </a:p>
          <a:p>
            <a:pPr marL="457200" lvl="1" indent="0" algn="just">
              <a:buNone/>
            </a:pPr>
            <a:r>
              <a:rPr lang="en-US" sz="1400" dirty="0">
                <a:effectLst/>
                <a:latin typeface="Times New Roman" panose="02020603050405020304" pitchFamily="18" charset="0"/>
                <a:ea typeface="Times New Roman" panose="02020603050405020304" pitchFamily="18" charset="0"/>
              </a:rPr>
              <a:t>  0101</a:t>
            </a:r>
          </a:p>
          <a:p>
            <a:pPr marL="457200" lvl="1" indent="0" algn="just">
              <a:buNone/>
            </a:pPr>
            <a:r>
              <a:rPr lang="en-US" sz="1400" dirty="0">
                <a:effectLst/>
                <a:latin typeface="Times New Roman" panose="02020603050405020304" pitchFamily="18" charset="0"/>
                <a:ea typeface="Times New Roman" panose="02020603050405020304" pitchFamily="18" charset="0"/>
              </a:rPr>
              <a:t>| 0111</a:t>
            </a:r>
          </a:p>
          <a:p>
            <a:pPr marL="457200" lvl="1" indent="0" algn="just">
              <a:buNone/>
            </a:pPr>
            <a:r>
              <a:rPr lang="en-US" sz="1400" dirty="0">
                <a:effectLst/>
                <a:latin typeface="Times New Roman" panose="02020603050405020304" pitchFamily="18" charset="0"/>
                <a:ea typeface="Times New Roman" panose="02020603050405020304" pitchFamily="18" charset="0"/>
              </a:rPr>
              <a:t> ________</a:t>
            </a:r>
          </a:p>
          <a:p>
            <a:pPr marL="457200" lvl="1" indent="0" algn="just">
              <a:buNone/>
            </a:pPr>
            <a:r>
              <a:rPr lang="en-US" sz="1400" dirty="0">
                <a:effectLst/>
                <a:latin typeface="Times New Roman" panose="02020603050405020304" pitchFamily="18" charset="0"/>
                <a:ea typeface="Times New Roman" panose="02020603050405020304" pitchFamily="18" charset="0"/>
              </a:rPr>
              <a:t>  0111  = 7 (In decimal) </a:t>
            </a:r>
          </a:p>
          <a:p>
            <a:pPr marL="0" marR="0" indent="0" algn="just">
              <a:buNone/>
            </a:pP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45</a:t>
            </a:fld>
            <a:endParaRPr lang="en-US" dirty="0"/>
          </a:p>
        </p:txBody>
      </p:sp>
    </p:spTree>
    <p:extLst>
      <p:ext uri="{BB962C8B-B14F-4D97-AF65-F5344CB8AC3E}">
        <p14:creationId xmlns:p14="http://schemas.microsoft.com/office/powerpoint/2010/main" val="1240425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Bitwise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indent="0">
              <a:lnSpc>
                <a:spcPct val="107000"/>
              </a:lnSpc>
              <a:spcBef>
                <a:spcPts val="0"/>
              </a:spcBef>
              <a:spcAft>
                <a:spcPts val="800"/>
              </a:spcAf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r>
              <a:rPr lang="en-US" sz="1800" dirty="0">
                <a:latin typeface="Times New Roman" panose="02020603050405020304" pitchFamily="18" charset="0"/>
                <a:ea typeface="Calibri" panose="020F0502020204030204" pitchFamily="34" charset="0"/>
                <a:cs typeface="Times New Roman" panose="02020603050405020304" pitchFamily="18" charset="0"/>
              </a:rPr>
              <a:t>Bitwise operators are used to performing the manipulation of individual bits of a number. They can be used with any integral type (char, short, int, etc.). </a:t>
            </a:r>
          </a:p>
          <a:p>
            <a:pPr marL="0" marR="0" indent="0" algn="just">
              <a:buNone/>
            </a:pPr>
            <a:r>
              <a:rPr lang="en-US" sz="1800" b="1" dirty="0">
                <a:effectLst/>
                <a:latin typeface="Times New Roman" panose="02020603050405020304" pitchFamily="18" charset="0"/>
                <a:ea typeface="Times New Roman" panose="02020603050405020304" pitchFamily="18" charset="0"/>
              </a:rPr>
              <a:t>1. Bitwise OR (|) </a:t>
            </a:r>
            <a:endParaRPr lang="en-US" sz="1800" dirty="0">
              <a:effectLst/>
              <a:latin typeface="Times New Roman" panose="02020603050405020304" pitchFamily="18" charset="0"/>
              <a:ea typeface="Times New Roman" panose="02020603050405020304" pitchFamily="18" charset="0"/>
            </a:endParaRPr>
          </a:p>
          <a:p>
            <a:pPr marL="0" marR="0" indent="0" algn="just">
              <a:buNone/>
            </a:pPr>
            <a:r>
              <a:rPr lang="en-US" sz="1800" dirty="0">
                <a:effectLst/>
                <a:latin typeface="Times New Roman" panose="02020603050405020304" pitchFamily="18" charset="0"/>
                <a:ea typeface="Times New Roman" panose="02020603050405020304" pitchFamily="18" charset="0"/>
              </a:rPr>
              <a:t>	This operator is a binary operator, denoted by ‘|’. It returns bit by bit OR of input values, i.e., if either of the bits is 1, it gives 1, else it shows 0.</a:t>
            </a:r>
          </a:p>
          <a:p>
            <a:pPr marL="0" marR="0" indent="0" algn="just">
              <a:buNone/>
            </a:pPr>
            <a:r>
              <a:rPr lang="en-US" sz="1800" dirty="0">
                <a:effectLst/>
                <a:latin typeface="Times New Roman" panose="02020603050405020304" pitchFamily="18" charset="0"/>
                <a:ea typeface="Times New Roman" panose="02020603050405020304" pitchFamily="18" charset="0"/>
              </a:rPr>
              <a:t> </a:t>
            </a:r>
          </a:p>
          <a:p>
            <a:pPr marL="0" marR="0" indent="0" algn="just">
              <a:buNone/>
            </a:pPr>
            <a:r>
              <a:rPr lang="en-US" sz="1800" dirty="0">
                <a:effectLst/>
                <a:latin typeface="Times New Roman" panose="02020603050405020304" pitchFamily="18" charset="0"/>
                <a:ea typeface="Times New Roman" panose="02020603050405020304" pitchFamily="18" charset="0"/>
              </a:rPr>
              <a:t>Example:</a:t>
            </a:r>
          </a:p>
          <a:p>
            <a:pPr marL="457200" lvl="1" indent="0" algn="just">
              <a:buNone/>
            </a:pPr>
            <a:r>
              <a:rPr lang="en-US" sz="1400" dirty="0">
                <a:effectLst/>
                <a:latin typeface="Times New Roman" panose="02020603050405020304" pitchFamily="18" charset="0"/>
                <a:ea typeface="Times New Roman" panose="02020603050405020304" pitchFamily="18" charset="0"/>
              </a:rPr>
              <a:t>a = 5 = 0101 (In Binary)</a:t>
            </a:r>
          </a:p>
          <a:p>
            <a:pPr marL="457200" lvl="1" indent="0" algn="just">
              <a:buNone/>
            </a:pPr>
            <a:r>
              <a:rPr lang="en-US" sz="1400" dirty="0">
                <a:effectLst/>
                <a:latin typeface="Times New Roman" panose="02020603050405020304" pitchFamily="18" charset="0"/>
                <a:ea typeface="Times New Roman" panose="02020603050405020304" pitchFamily="18" charset="0"/>
              </a:rPr>
              <a:t>b = 7 = 0111 (In Binary)</a:t>
            </a:r>
          </a:p>
          <a:p>
            <a:pPr marL="457200" lvl="1" indent="0" algn="just">
              <a:buNone/>
            </a:pPr>
            <a:r>
              <a:rPr lang="en-US" sz="1400" dirty="0">
                <a:effectLst/>
                <a:latin typeface="Times New Roman" panose="02020603050405020304" pitchFamily="18" charset="0"/>
                <a:ea typeface="Times New Roman" panose="02020603050405020304" pitchFamily="18" charset="0"/>
              </a:rPr>
              <a:t>Bitwise OR Operation of 5 and 7</a:t>
            </a:r>
          </a:p>
          <a:p>
            <a:pPr marL="457200" lvl="1" indent="0" algn="just">
              <a:buNone/>
            </a:pPr>
            <a:r>
              <a:rPr lang="en-US" sz="1400" dirty="0">
                <a:effectLst/>
                <a:latin typeface="Times New Roman" panose="02020603050405020304" pitchFamily="18" charset="0"/>
                <a:ea typeface="Times New Roman" panose="02020603050405020304" pitchFamily="18" charset="0"/>
              </a:rPr>
              <a:t>  0101</a:t>
            </a:r>
          </a:p>
          <a:p>
            <a:pPr marL="457200" lvl="1" indent="0" algn="just">
              <a:buNone/>
            </a:pPr>
            <a:r>
              <a:rPr lang="en-US" sz="1400" dirty="0">
                <a:effectLst/>
                <a:latin typeface="Times New Roman" panose="02020603050405020304" pitchFamily="18" charset="0"/>
                <a:ea typeface="Times New Roman" panose="02020603050405020304" pitchFamily="18" charset="0"/>
              </a:rPr>
              <a:t>| 0111</a:t>
            </a:r>
          </a:p>
          <a:p>
            <a:pPr marL="457200" lvl="1" indent="0" algn="just">
              <a:buNone/>
            </a:pPr>
            <a:r>
              <a:rPr lang="en-US" sz="1400" dirty="0">
                <a:effectLst/>
                <a:latin typeface="Times New Roman" panose="02020603050405020304" pitchFamily="18" charset="0"/>
                <a:ea typeface="Times New Roman" panose="02020603050405020304" pitchFamily="18" charset="0"/>
              </a:rPr>
              <a:t> ________</a:t>
            </a:r>
          </a:p>
          <a:p>
            <a:pPr marL="457200" lvl="1" indent="0" algn="just">
              <a:buNone/>
            </a:pPr>
            <a:r>
              <a:rPr lang="en-US" sz="1400" dirty="0">
                <a:effectLst/>
                <a:latin typeface="Times New Roman" panose="02020603050405020304" pitchFamily="18" charset="0"/>
                <a:ea typeface="Times New Roman" panose="02020603050405020304" pitchFamily="18" charset="0"/>
              </a:rPr>
              <a:t>  0111  = 7 (In decimal) </a:t>
            </a:r>
          </a:p>
          <a:p>
            <a:pPr marL="0" marR="0" indent="0" algn="just">
              <a:buNone/>
            </a:pP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46</a:t>
            </a:fld>
            <a:endParaRPr lang="en-US" dirty="0"/>
          </a:p>
        </p:txBody>
      </p:sp>
    </p:spTree>
    <p:extLst>
      <p:ext uri="{BB962C8B-B14F-4D97-AF65-F5344CB8AC3E}">
        <p14:creationId xmlns:p14="http://schemas.microsoft.com/office/powerpoint/2010/main" val="15724273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Bitwise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marR="0" indent="0" algn="just">
              <a:buNone/>
            </a:pPr>
            <a:r>
              <a:rPr lang="en-US" sz="1800" dirty="0">
                <a:effectLst/>
                <a:latin typeface="Times New Roman" panose="02020603050405020304" pitchFamily="18" charset="0"/>
                <a:ea typeface="Times New Roman" panose="02020603050405020304" pitchFamily="18" charset="0"/>
              </a:rPr>
              <a:t>2. Bitwise AND (&amp;)</a:t>
            </a:r>
          </a:p>
          <a:p>
            <a:pPr marL="0" marR="0" indent="0" algn="just">
              <a:buNone/>
            </a:pPr>
            <a:r>
              <a:rPr lang="en-US" sz="1800" dirty="0">
                <a:effectLst/>
                <a:latin typeface="Times New Roman" panose="02020603050405020304" pitchFamily="18" charset="0"/>
                <a:ea typeface="Times New Roman" panose="02020603050405020304" pitchFamily="18" charset="0"/>
              </a:rPr>
              <a:t>           This operator is a binary operator, denoted by ‘&amp;.’ It returns bit by bit AND of input values, i.e., if both bits are 1, it gives 1, else it shows 0. </a:t>
            </a:r>
          </a:p>
          <a:p>
            <a:pPr marL="0" marR="0" indent="0" algn="just">
              <a:buNone/>
            </a:pPr>
            <a:endParaRPr lang="en-US" sz="1800" dirty="0">
              <a:latin typeface="Times New Roman" panose="02020603050405020304" pitchFamily="18" charset="0"/>
              <a:ea typeface="Times New Roman" panose="02020603050405020304" pitchFamily="18" charset="0"/>
            </a:endParaRPr>
          </a:p>
          <a:p>
            <a:pPr marL="0" marR="0" indent="0" algn="just">
              <a:buNone/>
            </a:pPr>
            <a:r>
              <a:rPr lang="en-US" sz="1800" dirty="0">
                <a:effectLst/>
                <a:latin typeface="Times New Roman" panose="02020603050405020304" pitchFamily="18" charset="0"/>
                <a:ea typeface="Times New Roman" panose="02020603050405020304" pitchFamily="18" charset="0"/>
              </a:rPr>
              <a:t>Example:</a:t>
            </a:r>
          </a:p>
          <a:p>
            <a:pPr marL="457200" lvl="1" indent="0" algn="just">
              <a:buNone/>
            </a:pPr>
            <a:r>
              <a:rPr lang="en-US" sz="1600" dirty="0">
                <a:effectLst/>
                <a:latin typeface="Times New Roman" panose="02020603050405020304" pitchFamily="18" charset="0"/>
                <a:ea typeface="Times New Roman" panose="02020603050405020304" pitchFamily="18" charset="0"/>
              </a:rPr>
              <a:t>a = 5 = 0101 (In Binary)</a:t>
            </a:r>
          </a:p>
          <a:p>
            <a:pPr marL="457200" lvl="1" indent="0" algn="just">
              <a:buNone/>
            </a:pPr>
            <a:r>
              <a:rPr lang="en-US" sz="1600" dirty="0">
                <a:effectLst/>
                <a:latin typeface="Times New Roman" panose="02020603050405020304" pitchFamily="18" charset="0"/>
                <a:ea typeface="Times New Roman" panose="02020603050405020304" pitchFamily="18" charset="0"/>
              </a:rPr>
              <a:t>b = 7 = 0111 (In Binary)</a:t>
            </a:r>
          </a:p>
          <a:p>
            <a:pPr marL="0" marR="0" indent="0" algn="just">
              <a:buNone/>
            </a:pPr>
            <a:r>
              <a:rPr lang="en-US" sz="1800" dirty="0">
                <a:effectLst/>
                <a:latin typeface="Times New Roman" panose="02020603050405020304" pitchFamily="18" charset="0"/>
                <a:ea typeface="Times New Roman" panose="02020603050405020304" pitchFamily="18" charset="0"/>
              </a:rPr>
              <a:t>Bitwise AND Operation of 5 and 7</a:t>
            </a:r>
          </a:p>
          <a:p>
            <a:pPr marL="457200" lvl="1" indent="0" algn="just">
              <a:buNone/>
            </a:pPr>
            <a:r>
              <a:rPr lang="en-US" sz="1600" dirty="0">
                <a:effectLst/>
                <a:latin typeface="Times New Roman" panose="02020603050405020304" pitchFamily="18" charset="0"/>
                <a:ea typeface="Times New Roman" panose="02020603050405020304" pitchFamily="18" charset="0"/>
              </a:rPr>
              <a:t>  0101</a:t>
            </a:r>
          </a:p>
          <a:p>
            <a:pPr marL="457200" lvl="1" indent="0" algn="just">
              <a:buNone/>
            </a:pPr>
            <a:r>
              <a:rPr lang="en-US" sz="1600" dirty="0">
                <a:effectLst/>
                <a:latin typeface="Times New Roman" panose="02020603050405020304" pitchFamily="18" charset="0"/>
                <a:ea typeface="Times New Roman" panose="02020603050405020304" pitchFamily="18" charset="0"/>
              </a:rPr>
              <a:t>&amp; 0111</a:t>
            </a:r>
          </a:p>
          <a:p>
            <a:pPr marL="457200" lvl="1" indent="0" algn="just">
              <a:buNone/>
            </a:pPr>
            <a:r>
              <a:rPr lang="en-US" sz="1600" dirty="0">
                <a:effectLst/>
                <a:latin typeface="Times New Roman" panose="02020603050405020304" pitchFamily="18" charset="0"/>
                <a:ea typeface="Times New Roman" panose="02020603050405020304" pitchFamily="18" charset="0"/>
              </a:rPr>
              <a:t> ________</a:t>
            </a:r>
          </a:p>
          <a:p>
            <a:pPr marL="457200" lvl="1" indent="0" algn="just">
              <a:buNone/>
            </a:pPr>
            <a:r>
              <a:rPr lang="en-US" sz="1600" dirty="0">
                <a:effectLst/>
                <a:latin typeface="Times New Roman" panose="02020603050405020304" pitchFamily="18" charset="0"/>
                <a:ea typeface="Times New Roman" panose="02020603050405020304" pitchFamily="18" charset="0"/>
              </a:rPr>
              <a:t>  0101  = 5 (In decimal) </a:t>
            </a: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47</a:t>
            </a:fld>
            <a:endParaRPr lang="en-US" dirty="0"/>
          </a:p>
        </p:txBody>
      </p:sp>
    </p:spTree>
    <p:extLst>
      <p:ext uri="{BB962C8B-B14F-4D97-AF65-F5344CB8AC3E}">
        <p14:creationId xmlns:p14="http://schemas.microsoft.com/office/powerpoint/2010/main" val="23271693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Bitwise Operators In Java</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a:bodyPr>
          <a:lstStyle/>
          <a:p>
            <a:pPr marL="0" marR="0" indent="0" algn="just">
              <a:buNone/>
            </a:pPr>
            <a:r>
              <a:rPr lang="en-US" sz="1800" b="1" dirty="0">
                <a:effectLst/>
                <a:latin typeface="Times New Roman" panose="02020603050405020304" pitchFamily="18" charset="0"/>
                <a:ea typeface="Times New Roman" panose="02020603050405020304" pitchFamily="18" charset="0"/>
              </a:rPr>
              <a:t>4. Bitwise Complement (~)</a:t>
            </a:r>
          </a:p>
          <a:p>
            <a:pPr marL="0" marR="0" indent="0" algn="just">
              <a:buNone/>
            </a:pPr>
            <a:r>
              <a:rPr lang="en-US" sz="1800" dirty="0">
                <a:effectLst/>
                <a:latin typeface="Times New Roman" panose="02020603050405020304" pitchFamily="18" charset="0"/>
                <a:ea typeface="Times New Roman" panose="02020603050405020304" pitchFamily="18" charset="0"/>
              </a:rPr>
              <a:t>	This operator is a unary operator, denoted by ‘~.’ It returns the one’s complement representation of the input value, i.e., with all bits inverted, which means it makes every 0 to 1, and every 1 to 0. </a:t>
            </a:r>
          </a:p>
          <a:p>
            <a:pPr marL="0" marR="0" indent="0" algn="jus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buNone/>
            </a:pPr>
            <a:r>
              <a:rPr lang="en-US" sz="1800" b="1" dirty="0">
                <a:latin typeface="Times New Roman" panose="02020603050405020304" pitchFamily="18" charset="0"/>
                <a:ea typeface="Calibri" panose="020F0502020204030204" pitchFamily="34" charset="0"/>
                <a:cs typeface="Times New Roman" panose="02020603050405020304" pitchFamily="18" charset="0"/>
              </a:rPr>
              <a:t>Example</a:t>
            </a:r>
            <a:r>
              <a:rPr lang="en-US" sz="1800" dirty="0">
                <a:latin typeface="Times New Roman" panose="02020603050405020304" pitchFamily="18" charset="0"/>
                <a:ea typeface="Calibri" panose="020F0502020204030204" pitchFamily="34" charset="0"/>
                <a:cs typeface="Times New Roman" panose="02020603050405020304" pitchFamily="18" charset="0"/>
              </a:rPr>
              <a:t>:</a:t>
            </a:r>
          </a:p>
          <a:p>
            <a:pPr marL="0" marR="0" indent="0" algn="jus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a = 5 = 0101 (In Binary)</a:t>
            </a:r>
          </a:p>
          <a:p>
            <a:pPr marL="0" marR="0" indent="0" algn="jus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Bitwise Complement Operation of 5</a:t>
            </a:r>
          </a:p>
          <a:p>
            <a:pPr marL="0" marR="0" indent="0" algn="jus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0101</a:t>
            </a:r>
          </a:p>
          <a:p>
            <a:pPr marL="0" marR="0" indent="0" algn="jus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________</a:t>
            </a:r>
          </a:p>
          <a:p>
            <a:pPr marL="0" marR="0" indent="0" algn="jus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1010  = 10 (In decimal) </a:t>
            </a:r>
          </a:p>
          <a:p>
            <a:pPr marL="0" marR="0" indent="0" algn="just">
              <a:buNone/>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Note: Compiler will give 2’s complement of that number, i.e., 2’s complement of 10 will be -6.</a:t>
            </a:r>
          </a:p>
          <a:p>
            <a:pPr marL="342900" marR="0" lvl="0" indent="-342900" algn="just">
              <a:lnSpc>
                <a:spcPct val="107000"/>
              </a:lnSpc>
              <a:spcBef>
                <a:spcPts val="0"/>
              </a:spcBef>
              <a:spcAft>
                <a:spcPts val="800"/>
              </a:spcAft>
              <a:buFont typeface="+mj-lt"/>
              <a:buAutoNum type="arabicPeriod"/>
              <a:tabLst>
                <a:tab pos="457200" algn="l"/>
              </a:tabLst>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48</a:t>
            </a:fld>
            <a:endParaRPr lang="en-US" dirty="0"/>
          </a:p>
        </p:txBody>
      </p:sp>
    </p:spTree>
    <p:extLst>
      <p:ext uri="{BB962C8B-B14F-4D97-AF65-F5344CB8AC3E}">
        <p14:creationId xmlns:p14="http://schemas.microsoft.com/office/powerpoint/2010/main" val="4563474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File Handling</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029200"/>
          </a:xfrm>
        </p:spPr>
        <p:txBody>
          <a:bodyPr>
            <a:normAutofit fontScale="92500" lnSpcReduction="20000"/>
          </a:bodyPr>
          <a:lstStyle/>
          <a:p>
            <a:pPr marL="0" marR="0" lvl="0" indent="0" algn="just">
              <a:lnSpc>
                <a:spcPct val="107000"/>
              </a:lnSpc>
              <a:spcBef>
                <a:spcPts val="0"/>
              </a:spcBef>
              <a:spcAft>
                <a:spcPts val="800"/>
              </a:spcAft>
              <a:buNone/>
              <a:tabLst>
                <a:tab pos="457200" algn="l"/>
              </a:tabLst>
            </a:pP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latin typeface="Calibri" panose="020F0502020204030204" pitchFamily="34" charset="0"/>
                <a:ea typeface="Calibri" panose="020F0502020204030204" pitchFamily="34" charset="0"/>
                <a:cs typeface="Calibri" panose="020F0502020204030204" pitchFamily="34" charset="0"/>
              </a:rPr>
              <a:t>In Java, with the help of File Class, we can work with files. This File Class is inside the java.io package. The File class can be used by creating an object of the class and then specifying the name of the file.</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hlinkClick r:id="rId2"/>
              </a:rPr>
              <a:t>https://docs.oracle.com/javase/8/docs/api/java/io/File.html</a:t>
            </a:r>
            <a:r>
              <a:rPr lang="en-US" sz="1800" dirty="0">
                <a:latin typeface="Calibri" panose="020F0502020204030204" pitchFamily="34" charset="0"/>
                <a:ea typeface="Calibri" panose="020F0502020204030204" pitchFamily="34" charset="0"/>
                <a:cs typeface="Calibri" panose="020F0502020204030204" pitchFamily="34" charset="0"/>
              </a:rPr>
              <a:t> </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Syntax : </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	File </a:t>
            </a:r>
            <a:r>
              <a:rPr lang="en-US" sz="1800" dirty="0" err="1">
                <a:latin typeface="Calibri" panose="020F0502020204030204" pitchFamily="34" charset="0"/>
                <a:ea typeface="Calibri" panose="020F0502020204030204" pitchFamily="34" charset="0"/>
                <a:cs typeface="Calibri" panose="020F0502020204030204" pitchFamily="34" charset="0"/>
              </a:rPr>
              <a:t>file</a:t>
            </a:r>
            <a:r>
              <a:rPr lang="en-US" sz="1800" dirty="0">
                <a:latin typeface="Calibri" panose="020F0502020204030204" pitchFamily="34" charset="0"/>
                <a:ea typeface="Calibri" panose="020F0502020204030204" pitchFamily="34" charset="0"/>
                <a:cs typeface="Calibri" panose="020F0502020204030204" pitchFamily="34" charset="0"/>
              </a:rPr>
              <a:t> = new File(path);</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Why File Handling is Required?</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	File Handling is an integral part of any programming language as file handling enables us to store the output of any particular program in a file and allows us to perform certain operations on it.</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	In simple words, file handling means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reading and writing data to a file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Streams in Java</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	In Java, a sequence of data is known as a stream.</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	This concept is used to perform I/O operations on a file.</a:t>
            </a: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	There are two types of streams :</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1. </a:t>
            </a:r>
            <a:r>
              <a:rPr lang="en-US" sz="1800" b="1" dirty="0">
                <a:latin typeface="Calibri" panose="020F0502020204030204" pitchFamily="34" charset="0"/>
                <a:ea typeface="Calibri" panose="020F0502020204030204" pitchFamily="34" charset="0"/>
                <a:cs typeface="Times New Roman" panose="02020603050405020304" pitchFamily="18" charset="0"/>
              </a:rPr>
              <a:t>Input Stream</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           2.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Output Stream</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49</a:t>
            </a:fld>
            <a:endParaRPr lang="en-US" dirty="0"/>
          </a:p>
        </p:txBody>
      </p:sp>
    </p:spTree>
    <p:extLst>
      <p:ext uri="{BB962C8B-B14F-4D97-AF65-F5344CB8AC3E}">
        <p14:creationId xmlns:p14="http://schemas.microsoft.com/office/powerpoint/2010/main" val="39151042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File Handling</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marR="0" lvl="0" indent="0" algn="just">
              <a:lnSpc>
                <a:spcPct val="107000"/>
              </a:lnSpc>
              <a:spcBef>
                <a:spcPts val="0"/>
              </a:spcBef>
              <a:spcAft>
                <a:spcPts val="800"/>
              </a:spcAft>
              <a:buNone/>
              <a:tabLst>
                <a:tab pos="457200" algn="l"/>
              </a:tabLst>
            </a:pPr>
            <a:r>
              <a:rPr lang="en-US" sz="1800" b="1" dirty="0">
                <a:latin typeface="Calibri" panose="020F0502020204030204" pitchFamily="34" charset="0"/>
                <a:ea typeface="Calibri" panose="020F0502020204030204" pitchFamily="34" charset="0"/>
                <a:cs typeface="Calibri" panose="020F0502020204030204" pitchFamily="34" charset="0"/>
              </a:rPr>
              <a:t>1. Input Stream:</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	The Java InputStream class is the superclass of all input streams. The input stream is used to read data from numerous input devices like the keyboard, network, etc. InputStream is an abstract class, and because of this, it is not useful by itself.</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 However, its subclasses are used to read data.</a:t>
            </a:r>
          </a:p>
          <a:p>
            <a:pPr algn="just">
              <a:lnSpc>
                <a:spcPct val="107000"/>
              </a:lnSpc>
              <a:spcBef>
                <a:spcPts val="0"/>
              </a:spcBef>
              <a:spcAft>
                <a:spcPts val="800"/>
              </a:spcAft>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FileInputStream</a:t>
            </a:r>
          </a:p>
          <a:p>
            <a:pPr algn="just">
              <a:lnSpc>
                <a:spcPct val="107000"/>
              </a:lnSpc>
              <a:spcBef>
                <a:spcPts val="0"/>
              </a:spcBef>
              <a:spcAft>
                <a:spcPts val="800"/>
              </a:spcAft>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ByteArrayInputStream</a:t>
            </a:r>
          </a:p>
          <a:p>
            <a:pPr algn="just">
              <a:lnSpc>
                <a:spcPct val="107000"/>
              </a:lnSpc>
              <a:spcBef>
                <a:spcPts val="0"/>
              </a:spcBef>
              <a:spcAft>
                <a:spcPts val="800"/>
              </a:spcAft>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ObjectInputStream</a:t>
            </a:r>
          </a:p>
          <a:p>
            <a:pPr algn="just">
              <a:lnSpc>
                <a:spcPct val="107000"/>
              </a:lnSpc>
              <a:spcBef>
                <a:spcPts val="0"/>
              </a:spcBef>
              <a:spcAft>
                <a:spcPts val="800"/>
              </a:spcAft>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Create InputStream: </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	Inputstream inputstream = new </a:t>
            </a:r>
            <a:r>
              <a:rPr lang="en-US" sz="1800" dirty="0">
                <a:effectLst/>
                <a:latin typeface="Calibri" panose="020F0502020204030204" pitchFamily="34" charset="0"/>
                <a:ea typeface="Calibri" panose="020F0502020204030204" pitchFamily="34" charset="0"/>
                <a:cs typeface="Calibri" panose="020F0502020204030204" pitchFamily="34" charset="0"/>
              </a:rPr>
              <a:t>FileInputStream();</a:t>
            </a:r>
          </a:p>
          <a:p>
            <a:pPr mar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We can create an input stream from other subclasses as well as InputStream.</a:t>
            </a:r>
          </a:p>
          <a:p>
            <a:pPr mar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50</a:t>
            </a:fld>
            <a:endParaRPr lang="en-US" dirty="0"/>
          </a:p>
        </p:txBody>
      </p:sp>
    </p:spTree>
    <p:extLst>
      <p:ext uri="{BB962C8B-B14F-4D97-AF65-F5344CB8AC3E}">
        <p14:creationId xmlns:p14="http://schemas.microsoft.com/office/powerpoint/2010/main" val="4292423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a:xfrm>
            <a:off x="838200" y="284480"/>
            <a:ext cx="10515600" cy="995680"/>
          </a:xfrm>
        </p:spPr>
        <p:txBody>
          <a:bodyPr/>
          <a:lstStyle/>
          <a:p>
            <a:r>
              <a:rPr lang="en-US" sz="4800" b="1" dirty="0">
                <a:latin typeface="Calibri" panose="020F0502020204030204" pitchFamily="34" charset="0"/>
                <a:ea typeface="Calibri" panose="020F0502020204030204" pitchFamily="34" charset="0"/>
                <a:cs typeface="Calibri" panose="020F0502020204030204" pitchFamily="34" charset="0"/>
              </a:rPr>
              <a:t>FileInput Stream</a:t>
            </a:r>
            <a:endParaRPr lang="en-US" sz="4800" dirty="0"/>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	Java FileInputStream class obtains input bytes from a file. It is used for reading byte-oriented data (streams of raw bytes) such as image data, audio, video etc. You can also read character-stream data. But, for reading streams of characters, it is recommended to use File Reader class.</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Java FileInputStream class declaration</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public class FileInputStream extends InputStream </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Example : </a:t>
            </a:r>
            <a:br>
              <a:rPr lang="en-US" sz="1800" dirty="0">
                <a:latin typeface="Calibri" panose="020F0502020204030204" pitchFamily="34" charset="0"/>
                <a:ea typeface="Calibri" panose="020F0502020204030204" pitchFamily="34" charset="0"/>
                <a:cs typeface="Times New Roman" panose="02020603050405020304" pitchFamily="18" charset="0"/>
              </a:rPr>
            </a:br>
            <a:r>
              <a:rPr lang="en-US" sz="1800" dirty="0">
                <a:latin typeface="Calibri" panose="020F0502020204030204" pitchFamily="34" charset="0"/>
                <a:ea typeface="Calibri" panose="020F0502020204030204" pitchFamily="34" charset="0"/>
                <a:cs typeface="Times New Roman" panose="02020603050405020304" pitchFamily="18" charset="0"/>
              </a:rPr>
              <a:t>	InputStream </a:t>
            </a:r>
            <a:r>
              <a:rPr lang="en-US" sz="1800" dirty="0" err="1">
                <a:latin typeface="Calibri" panose="020F0502020204030204" pitchFamily="34" charset="0"/>
                <a:ea typeface="Calibri" panose="020F0502020204030204" pitchFamily="34" charset="0"/>
                <a:cs typeface="Times New Roman" panose="02020603050405020304" pitchFamily="18" charset="0"/>
              </a:rPr>
              <a:t>inputStream</a:t>
            </a:r>
            <a:r>
              <a:rPr lang="en-US" sz="1800" dirty="0">
                <a:latin typeface="Calibri" panose="020F0502020204030204" pitchFamily="34" charset="0"/>
                <a:ea typeface="Calibri" panose="020F0502020204030204" pitchFamily="34" charset="0"/>
                <a:cs typeface="Times New Roman" panose="02020603050405020304" pitchFamily="18" charset="0"/>
              </a:rPr>
              <a:t> = new </a:t>
            </a:r>
            <a:r>
              <a:rPr lang="en-US" sz="1800" b="1" dirty="0">
                <a:latin typeface="Calibri" panose="020F0502020204030204" pitchFamily="34" charset="0"/>
                <a:ea typeface="Calibri" panose="020F0502020204030204" pitchFamily="34" charset="0"/>
                <a:cs typeface="Times New Roman" panose="02020603050405020304" pitchFamily="18" charset="0"/>
              </a:rPr>
              <a:t>FileInputStream</a:t>
            </a:r>
            <a:r>
              <a:rPr lang="en-US" sz="1800" dirty="0">
                <a:latin typeface="Calibri" panose="020F0502020204030204" pitchFamily="34" charset="0"/>
                <a:ea typeface="Calibri" panose="020F0502020204030204" pitchFamily="34" charset="0"/>
                <a:cs typeface="Times New Roman" panose="02020603050405020304" pitchFamily="18" charset="0"/>
              </a:rPr>
              <a:t>("C:\\gx\\file.txt");</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int </a:t>
            </a:r>
            <a:r>
              <a:rPr lang="en-US" sz="1800" dirty="0" err="1">
                <a:latin typeface="Calibri" panose="020F0502020204030204" pitchFamily="34" charset="0"/>
                <a:ea typeface="Calibri" panose="020F0502020204030204" pitchFamily="34" charset="0"/>
                <a:cs typeface="Times New Roman" panose="02020603050405020304" pitchFamily="18" charset="0"/>
              </a:rPr>
              <a:t>i</a:t>
            </a:r>
            <a:r>
              <a:rPr lang="en-US" sz="1800" dirty="0">
                <a:latin typeface="Calibri" panose="020F0502020204030204" pitchFamily="34" charset="0"/>
                <a:ea typeface="Calibri" panose="020F0502020204030204" pitchFamily="34" charset="0"/>
                <a:cs typeface="Times New Roman" panose="02020603050405020304" pitchFamily="18" charset="0"/>
              </a:rPr>
              <a:t> = 0;</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while ((</a:t>
            </a:r>
            <a:r>
              <a:rPr lang="en-US" sz="1800" dirty="0" err="1">
                <a:latin typeface="Calibri" panose="020F0502020204030204" pitchFamily="34" charset="0"/>
                <a:ea typeface="Calibri" panose="020F0502020204030204" pitchFamily="34" charset="0"/>
                <a:cs typeface="Times New Roman" panose="02020603050405020304" pitchFamily="18" charset="0"/>
              </a:rPr>
              <a:t>i</a:t>
            </a:r>
            <a:r>
              <a:rPr lang="en-US" sz="1800" dirty="0">
                <a:latin typeface="Calibri" panose="020F0502020204030204" pitchFamily="34" charset="0"/>
                <a:ea typeface="Calibri" panose="020F0502020204030204" pitchFamily="34" charset="0"/>
                <a:cs typeface="Times New Roman" panose="02020603050405020304" pitchFamily="18" charset="0"/>
              </a:rPr>
              <a:t> = </a:t>
            </a:r>
            <a:r>
              <a:rPr lang="en-US" sz="1800" dirty="0" err="1">
                <a:latin typeface="Calibri" panose="020F0502020204030204" pitchFamily="34" charset="0"/>
                <a:ea typeface="Calibri" panose="020F0502020204030204" pitchFamily="34" charset="0"/>
                <a:cs typeface="Times New Roman" panose="02020603050405020304" pitchFamily="18" charset="0"/>
              </a:rPr>
              <a:t>inputStream.read</a:t>
            </a:r>
            <a:r>
              <a:rPr lang="en-US" sz="1800" dirty="0">
                <a:latin typeface="Calibri" panose="020F0502020204030204" pitchFamily="34" charset="0"/>
                <a:ea typeface="Calibri" panose="020F0502020204030204" pitchFamily="34" charset="0"/>
                <a:cs typeface="Times New Roman" panose="02020603050405020304" pitchFamily="18" charset="0"/>
              </a:rPr>
              <a:t>())!=-1) {</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System.out.print</a:t>
            </a:r>
            <a:r>
              <a:rPr lang="en-US" sz="1800" dirty="0">
                <a:latin typeface="Calibri" panose="020F0502020204030204" pitchFamily="34" charset="0"/>
                <a:ea typeface="Calibri" panose="020F0502020204030204" pitchFamily="34" charset="0"/>
                <a:cs typeface="Times New Roman" panose="02020603050405020304" pitchFamily="18" charset="0"/>
              </a:rPr>
              <a:t>((char)</a:t>
            </a:r>
            <a:r>
              <a:rPr lang="en-US" sz="1800" dirty="0" err="1">
                <a:latin typeface="Calibri" panose="020F0502020204030204" pitchFamily="34" charset="0"/>
                <a:ea typeface="Calibri" panose="020F0502020204030204" pitchFamily="34" charset="0"/>
                <a:cs typeface="Times New Roman" panose="02020603050405020304" pitchFamily="18" charset="0"/>
              </a:rPr>
              <a:t>i</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inputStream.close</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51</a:t>
            </a:fld>
            <a:endParaRPr lang="en-US" dirty="0"/>
          </a:p>
        </p:txBody>
      </p:sp>
    </p:spTree>
    <p:extLst>
      <p:ext uri="{BB962C8B-B14F-4D97-AF65-F5344CB8AC3E}">
        <p14:creationId xmlns:p14="http://schemas.microsoft.com/office/powerpoint/2010/main" val="1321152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a:xfrm>
            <a:off x="838200" y="284480"/>
            <a:ext cx="10515600" cy="792480"/>
          </a:xfrm>
        </p:spPr>
        <p:txBody>
          <a:bodyPr/>
          <a:lstStyle/>
          <a:p>
            <a:r>
              <a:rPr lang="en-US" sz="4800" b="1" dirty="0">
                <a:latin typeface="Calibri" panose="020F0502020204030204" pitchFamily="34" charset="0"/>
                <a:ea typeface="Calibri" panose="020F0502020204030204" pitchFamily="34" charset="0"/>
                <a:cs typeface="Calibri" panose="020F0502020204030204" pitchFamily="34" charset="0"/>
              </a:rPr>
              <a:t>ByteInput Stream</a:t>
            </a:r>
            <a:endParaRPr lang="en-US" sz="4800" dirty="0"/>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985520"/>
            <a:ext cx="10515600" cy="6035040"/>
          </a:xfrm>
        </p:spPr>
        <p:txBody>
          <a:bodyPr>
            <a:normAutofit fontScale="85000" lnSpcReduction="20000"/>
          </a:bodyPr>
          <a:lstStyle/>
          <a:p>
            <a:pPr marL="0" marR="0" lv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900" dirty="0">
                <a:latin typeface="Calibri" panose="020F0502020204030204" pitchFamily="34" charset="0"/>
                <a:ea typeface="Calibri" panose="020F0502020204030204" pitchFamily="34" charset="0"/>
                <a:cs typeface="Calibri" panose="020F0502020204030204" pitchFamily="34" charset="0"/>
              </a:rPr>
              <a:t> The ByteArrayInputStream is composed of two words: ByteArray and InputStream. As the name suggests, it can be used to read byte array as input stream.</a:t>
            </a:r>
          </a:p>
          <a:p>
            <a:pPr marL="0" marR="0" lvl="0" indent="0" algn="just">
              <a:lnSpc>
                <a:spcPct val="107000"/>
              </a:lnSpc>
              <a:spcBef>
                <a:spcPts val="0"/>
              </a:spcBef>
              <a:spcAft>
                <a:spcPts val="800"/>
              </a:spcAft>
              <a:buNone/>
              <a:tabLst>
                <a:tab pos="457200" algn="l"/>
              </a:tabLst>
            </a:pPr>
            <a:r>
              <a:rPr lang="en-US" sz="1900" dirty="0">
                <a:latin typeface="Calibri" panose="020F0502020204030204" pitchFamily="34" charset="0"/>
                <a:ea typeface="Calibri" panose="020F0502020204030204" pitchFamily="34" charset="0"/>
                <a:cs typeface="Calibri" panose="020F0502020204030204" pitchFamily="34" charset="0"/>
              </a:rPr>
              <a:t>Java ByteArrayInputStream class contains an internal buffer which is used to read byte array as stream. In this stream, the data is read from a byte array. The buffer of ByteArrayInputStream automatically grows according to data.</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Java </a:t>
            </a:r>
            <a:r>
              <a:rPr lang="en-US" sz="1900" dirty="0">
                <a:latin typeface="Calibri" panose="020F0502020204030204" pitchFamily="34" charset="0"/>
                <a:ea typeface="Calibri" panose="020F0502020204030204" pitchFamily="34" charset="0"/>
                <a:cs typeface="Calibri" panose="020F0502020204030204" pitchFamily="34" charset="0"/>
              </a:rPr>
              <a:t>ByteArrayInputStream</a:t>
            </a:r>
            <a:r>
              <a:rPr lang="en-US" sz="1900" dirty="0">
                <a:effectLst/>
                <a:latin typeface="Calibri" panose="020F0502020204030204" pitchFamily="34" charset="0"/>
                <a:ea typeface="Calibri" panose="020F0502020204030204" pitchFamily="34" charset="0"/>
                <a:cs typeface="Times New Roman" panose="02020603050405020304" pitchFamily="18" charset="0"/>
              </a:rPr>
              <a:t> class declaration</a:t>
            </a:r>
          </a:p>
          <a:p>
            <a:pPr marL="0" marR="0" lvl="0" indent="0" algn="just">
              <a:lnSpc>
                <a:spcPct val="107000"/>
              </a:lnSpc>
              <a:spcBef>
                <a:spcPts val="0"/>
              </a:spcBef>
              <a:spcAft>
                <a:spcPts val="800"/>
              </a:spcAft>
              <a:buNone/>
              <a:tabLst>
                <a:tab pos="457200" algn="l"/>
              </a:tabLst>
            </a:pPr>
            <a:r>
              <a:rPr lang="en-US" sz="1900" dirty="0">
                <a:latin typeface="Calibri" panose="020F0502020204030204" pitchFamily="34" charset="0"/>
                <a:ea typeface="Calibri" panose="020F0502020204030204" pitchFamily="34" charset="0"/>
                <a:cs typeface="Times New Roman" panose="02020603050405020304" pitchFamily="18" charset="0"/>
              </a:rPr>
              <a:t>    </a:t>
            </a:r>
            <a:r>
              <a:rPr lang="en-US" sz="1900" dirty="0">
                <a:effectLst/>
                <a:latin typeface="Calibri" panose="020F0502020204030204" pitchFamily="34" charset="0"/>
                <a:ea typeface="Calibri" panose="020F0502020204030204" pitchFamily="34" charset="0"/>
                <a:cs typeface="Times New Roman" panose="02020603050405020304" pitchFamily="18" charset="0"/>
              </a:rPr>
              <a:t>public class ObjectInputStream  extends InputStream  implements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ObjectInput</a:t>
            </a: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ObjectStreamConstants</a:t>
            </a: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just">
              <a:lnSpc>
                <a:spcPct val="107000"/>
              </a:lnSpc>
              <a:spcBef>
                <a:spcPts val="0"/>
              </a:spcBef>
              <a:spcAft>
                <a:spcPts val="800"/>
              </a:spcAft>
              <a:buNone/>
              <a:tabLst>
                <a:tab pos="457200" algn="l"/>
              </a:tabLst>
            </a:pP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String val1 = "Hello World ";		</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@SuppressWarnings("resource")</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ObjectOutputStream</a:t>
            </a:r>
            <a:r>
              <a:rPr lang="en-US" sz="1900" dirty="0">
                <a:effectLst/>
                <a:latin typeface="Calibri" panose="020F0502020204030204" pitchFamily="34" charset="0"/>
                <a:ea typeface="Calibri" panose="020F0502020204030204" pitchFamily="34" charset="0"/>
                <a:cs typeface="Times New Roman" panose="02020603050405020304" pitchFamily="18" charset="0"/>
              </a:rPr>
              <a:t> outputStream = new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ObjectOutputStream</a:t>
            </a:r>
            <a:r>
              <a:rPr lang="en-US" sz="1900" dirty="0">
                <a:effectLst/>
                <a:latin typeface="Calibri" panose="020F0502020204030204" pitchFamily="34" charset="0"/>
                <a:ea typeface="Calibri" panose="020F0502020204030204" pitchFamily="34" charset="0"/>
                <a:cs typeface="Times New Roman" panose="02020603050405020304" pitchFamily="18" charset="0"/>
              </a:rPr>
              <a:t>(new FileOutputStream("C:\\gx\\file1.txt"));</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outputStream.writeObject</a:t>
            </a:r>
            <a:r>
              <a:rPr lang="en-US" sz="1900" dirty="0">
                <a:effectLst/>
                <a:latin typeface="Calibri" panose="020F0502020204030204" pitchFamily="34" charset="0"/>
                <a:ea typeface="Calibri" panose="020F0502020204030204" pitchFamily="34" charset="0"/>
                <a:cs typeface="Times New Roman" panose="02020603050405020304" pitchFamily="18" charset="0"/>
              </a:rPr>
              <a:t>(val1);</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outputStream.writeObject</a:t>
            </a:r>
            <a:r>
              <a:rPr lang="en-US" sz="1900" dirty="0">
                <a:effectLst/>
                <a:latin typeface="Calibri" panose="020F0502020204030204" pitchFamily="34" charset="0"/>
                <a:ea typeface="Calibri" panose="020F0502020204030204" pitchFamily="34" charset="0"/>
                <a:cs typeface="Times New Roman" panose="02020603050405020304" pitchFamily="18" charset="0"/>
              </a:rPr>
              <a:t>(new byte[] {95,96,98,99});		</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ObjectInputStream</a:t>
            </a: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objectInputStream</a:t>
            </a:r>
            <a:r>
              <a:rPr lang="en-US" sz="1900" dirty="0">
                <a:effectLst/>
                <a:latin typeface="Calibri" panose="020F0502020204030204" pitchFamily="34" charset="0"/>
                <a:ea typeface="Calibri" panose="020F0502020204030204" pitchFamily="34" charset="0"/>
                <a:cs typeface="Times New Roman" panose="02020603050405020304" pitchFamily="18" charset="0"/>
              </a:rPr>
              <a:t> = new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ObjectInputStream</a:t>
            </a:r>
            <a:r>
              <a:rPr lang="en-US" sz="1900" dirty="0">
                <a:effectLst/>
                <a:latin typeface="Calibri" panose="020F0502020204030204" pitchFamily="34" charset="0"/>
                <a:ea typeface="Calibri" panose="020F0502020204030204" pitchFamily="34" charset="0"/>
                <a:cs typeface="Times New Roman" panose="02020603050405020304" pitchFamily="18" charset="0"/>
              </a:rPr>
              <a:t>(new FileInputStream("C:\\gx\\file1.txt"));</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String read1 = (String)</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objectInputStream.readObject</a:t>
            </a:r>
            <a:r>
              <a:rPr lang="en-US" sz="1900" dirty="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System.out.println</a:t>
            </a:r>
            <a:r>
              <a:rPr lang="en-US" sz="1900" dirty="0">
                <a:effectLst/>
                <a:latin typeface="Calibri" panose="020F0502020204030204" pitchFamily="34" charset="0"/>
                <a:ea typeface="Calibri" panose="020F0502020204030204" pitchFamily="34" charset="0"/>
                <a:cs typeface="Times New Roman" panose="02020603050405020304" pitchFamily="18" charset="0"/>
              </a:rPr>
              <a:t>(read1);</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byte[] read = (byte[])</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objectInputStream.readObject</a:t>
            </a:r>
            <a:r>
              <a:rPr lang="en-US" sz="1900" dirty="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for (byte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val</a:t>
            </a:r>
            <a:r>
              <a:rPr lang="en-US" sz="1900" dirty="0">
                <a:effectLst/>
                <a:latin typeface="Calibri" panose="020F0502020204030204" pitchFamily="34" charset="0"/>
                <a:ea typeface="Calibri" panose="020F0502020204030204" pitchFamily="34" charset="0"/>
                <a:cs typeface="Times New Roman" panose="02020603050405020304" pitchFamily="18" charset="0"/>
              </a:rPr>
              <a:t> : read) {</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System.out.println</a:t>
            </a:r>
            <a:r>
              <a:rPr lang="en-US" sz="1900" dirty="0">
                <a:effectLst/>
                <a:latin typeface="Calibri" panose="020F0502020204030204" pitchFamily="34" charset="0"/>
                <a:ea typeface="Calibri" panose="020F0502020204030204" pitchFamily="34" charset="0"/>
                <a:cs typeface="Times New Roman" panose="02020603050405020304" pitchFamily="18" charset="0"/>
              </a:rPr>
              <a:t>(</a:t>
            </a:r>
            <a:r>
              <a:rPr lang="en-US" sz="1900" dirty="0" err="1">
                <a:effectLst/>
                <a:latin typeface="Calibri" panose="020F0502020204030204" pitchFamily="34" charset="0"/>
                <a:ea typeface="Calibri" panose="020F0502020204030204" pitchFamily="34" charset="0"/>
                <a:cs typeface="Times New Roman" panose="02020603050405020304" pitchFamily="18" charset="0"/>
              </a:rPr>
              <a:t>val</a:t>
            </a:r>
            <a:r>
              <a:rPr lang="en-US" sz="1900" dirty="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a:lnSpc>
                <a:spcPct val="107000"/>
              </a:lnSpc>
              <a:spcBef>
                <a:spcPts val="0"/>
              </a:spcBef>
              <a:spcAft>
                <a:spcPts val="800"/>
              </a:spcAft>
              <a:buNone/>
              <a:tabLst>
                <a:tab pos="457200" algn="l"/>
              </a:tabLs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52</a:t>
            </a:fld>
            <a:endParaRPr lang="en-US" dirty="0"/>
          </a:p>
        </p:txBody>
      </p:sp>
    </p:spTree>
    <p:extLst>
      <p:ext uri="{BB962C8B-B14F-4D97-AF65-F5344CB8AC3E}">
        <p14:creationId xmlns:p14="http://schemas.microsoft.com/office/powerpoint/2010/main" val="3811655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File Handling</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2. </a:t>
            </a:r>
            <a:r>
              <a:rPr lang="en-US" sz="1800" b="1" dirty="0">
                <a:effectLst/>
                <a:latin typeface="Calibri" panose="020F0502020204030204" pitchFamily="34" charset="0"/>
                <a:ea typeface="Calibri" panose="020F0502020204030204" pitchFamily="34" charset="0"/>
                <a:cs typeface="Calibri" panose="020F0502020204030204" pitchFamily="34" charset="0"/>
              </a:rPr>
              <a:t>Output Stream:</a:t>
            </a:r>
          </a:p>
          <a:p>
            <a:pPr marL="0" indent="0" algn="just">
              <a:lnSpc>
                <a:spcPct val="107000"/>
              </a:lnSpc>
              <a:spcBef>
                <a:spcPts val="0"/>
              </a:spcBef>
              <a:spcAft>
                <a:spcPts val="800"/>
              </a:spcAft>
              <a:buNone/>
              <a:tabLst>
                <a:tab pos="457200" algn="l"/>
              </a:tabLst>
            </a:pPr>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output stream is used to write data to numerous output devices like the monitor, file, etc. OutputStream is an abstract superclass that represents an output stream. OutputStream is an abstract class and because of this, it is not useful by itself. </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However, its subclasses are used to write data.</a:t>
            </a:r>
          </a:p>
          <a:p>
            <a:pPr algn="just">
              <a:lnSpc>
                <a:spcPct val="107000"/>
              </a:lnSpc>
              <a:spcBef>
                <a:spcPts val="0"/>
              </a:spcBef>
              <a:spcAft>
                <a:spcPts val="800"/>
              </a:spcAft>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FileOutputStream</a:t>
            </a:r>
          </a:p>
          <a:p>
            <a:pPr algn="just">
              <a:lnSpc>
                <a:spcPct val="107000"/>
              </a:lnSpc>
              <a:spcBef>
                <a:spcPts val="0"/>
              </a:spcBef>
              <a:spcAft>
                <a:spcPts val="800"/>
              </a:spcAft>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ByteArrayOutputStream</a:t>
            </a:r>
          </a:p>
          <a:p>
            <a:pPr algn="just">
              <a:lnSpc>
                <a:spcPct val="107000"/>
              </a:lnSpc>
              <a:spcBef>
                <a:spcPts val="0"/>
              </a:spcBef>
              <a:spcAft>
                <a:spcPts val="800"/>
              </a:spcAft>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ObjectOutputStream</a:t>
            </a:r>
          </a:p>
          <a:p>
            <a:pPr algn="just">
              <a:lnSpc>
                <a:spcPct val="107000"/>
              </a:lnSpc>
              <a:spcBef>
                <a:spcPts val="0"/>
              </a:spcBef>
              <a:spcAft>
                <a:spcPts val="800"/>
              </a:spcAft>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Creating Output Stream : </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OutputStream outputStream = new FileOutputStream();</a:t>
            </a:r>
          </a:p>
          <a:p>
            <a:pPr mar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We can create an output stream from other subclasses as well as outputStream.</a:t>
            </a:r>
          </a:p>
          <a:p>
            <a:pPr mar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53</a:t>
            </a:fld>
            <a:endParaRPr lang="en-US" dirty="0"/>
          </a:p>
        </p:txBody>
      </p:sp>
    </p:spTree>
    <p:extLst>
      <p:ext uri="{BB962C8B-B14F-4D97-AF65-F5344CB8AC3E}">
        <p14:creationId xmlns:p14="http://schemas.microsoft.com/office/powerpoint/2010/main" val="2955558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File OutputStream</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Java FileOutputStream is an output stream used for writing data to a file.</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If you have to write primitive values into a file, use FileOutputStream class. You can write byte-oriented as well as character-oriented data through FileOutputStream class. But, for character-oriented data, it is preferred to use FileWriter than FileOutputStream. </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public class FileOutputStream extends OutputStream</a:t>
            </a:r>
          </a:p>
          <a:p>
            <a:pPr mar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Example : </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String s = "Hello world!!!";		</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FileOutputStream fileOutputStream  = new FileOutputStream(new File("C:\\gx\\fos.txt"));</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fileOutputStream.</a:t>
            </a:r>
            <a:r>
              <a:rPr lang="en-US" sz="1800" b="1" dirty="0">
                <a:latin typeface="Calibri" panose="020F0502020204030204" pitchFamily="34" charset="0"/>
                <a:ea typeface="Calibri" panose="020F0502020204030204" pitchFamily="34" charset="0"/>
                <a:cs typeface="Times New Roman" panose="02020603050405020304" pitchFamily="18" charset="0"/>
              </a:rPr>
              <a:t>write</a:t>
            </a:r>
            <a:r>
              <a:rPr lang="en-US" sz="1800" dirty="0">
                <a:latin typeface="Calibri" panose="020F0502020204030204" pitchFamily="34" charset="0"/>
                <a:ea typeface="Calibri" panose="020F0502020204030204" pitchFamily="34" charset="0"/>
                <a:cs typeface="Times New Roman" panose="02020603050405020304" pitchFamily="18" charset="0"/>
              </a:rPr>
              <a:t>(s.getBytes());</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fileOutputStream.</a:t>
            </a:r>
            <a:r>
              <a:rPr lang="en-US" sz="1800" b="1" dirty="0">
                <a:latin typeface="Calibri" panose="020F0502020204030204" pitchFamily="34" charset="0"/>
                <a:ea typeface="Calibri" panose="020F0502020204030204" pitchFamily="34" charset="0"/>
                <a:cs typeface="Times New Roman" panose="02020603050405020304" pitchFamily="18" charset="0"/>
              </a:rPr>
              <a:t>close</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algn="just">
              <a:lnSpc>
                <a:spcPct val="107000"/>
              </a:lnSpc>
              <a:spcBef>
                <a:spcPts val="0"/>
              </a:spcBef>
              <a:spcAft>
                <a:spcPts val="800"/>
              </a:spcAft>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54</a:t>
            </a:fld>
            <a:endParaRPr lang="en-US" dirty="0"/>
          </a:p>
        </p:txBody>
      </p:sp>
    </p:spTree>
    <p:extLst>
      <p:ext uri="{BB962C8B-B14F-4D97-AF65-F5344CB8AC3E}">
        <p14:creationId xmlns:p14="http://schemas.microsoft.com/office/powerpoint/2010/main" val="1875350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t>ByteArray OutputStream</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Java ByteArrayOutputStream class is used to write common data into multiple files. In this stream, the data is written into a byte array which can be written to multiple streams later.</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The ByteArrayOutputStream holds a copy of data and forwards it to multiple streams.</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The buffer of ByteArrayOutputStream automatically grows according to data.</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public class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ByteArrayOutputStream</a:t>
            </a:r>
            <a:r>
              <a:rPr lang="en-US" sz="1800" dirty="0">
                <a:effectLst/>
                <a:latin typeface="Calibri" panose="020F0502020204030204" pitchFamily="34" charset="0"/>
                <a:ea typeface="Calibri" panose="020F0502020204030204" pitchFamily="34" charset="0"/>
                <a:cs typeface="Times New Roman" panose="02020603050405020304" pitchFamily="18" charset="0"/>
              </a:rPr>
              <a:t> extends OutputStream</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Ex: </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FileOutputStream fileOutputStream  = new FileOutputStream(new File("C:\\gx\\fos.txt"));</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FileOutputStream fileOutputStream1  = new FileOutputStream(new File("C:\\gx\\fos1.txt"));</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ByteArrayOutputStream byteArrayOutputStream = new ByteArrayOutputStream();</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byteArrayOutputStream.write(65);</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byteArrayOutputStream.writeTo(fileOutputStream);</a:t>
            </a:r>
          </a:p>
          <a:p>
            <a:pPr mar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byteArrayOutputStream.writeTo(fileOutputStream1);</a:t>
            </a:r>
          </a:p>
          <a:p>
            <a:pPr mar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tabLst>
                <a:tab pos="457200" algn="l"/>
              </a:tabLst>
            </a:pP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55</a:t>
            </a:fld>
            <a:endParaRPr lang="en-US" dirty="0"/>
          </a:p>
        </p:txBody>
      </p:sp>
    </p:spTree>
    <p:extLst>
      <p:ext uri="{BB962C8B-B14F-4D97-AF65-F5344CB8AC3E}">
        <p14:creationId xmlns:p14="http://schemas.microsoft.com/office/powerpoint/2010/main" val="42340261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Serialization and Deserialization</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b="1" dirty="0">
                <a:latin typeface="Calibri" panose="020F0502020204030204" pitchFamily="34" charset="0"/>
                <a:ea typeface="Calibri" panose="020F0502020204030204" pitchFamily="34" charset="0"/>
                <a:cs typeface="Times New Roman" panose="02020603050405020304" pitchFamily="18" charset="0"/>
              </a:rPr>
              <a:t>Serialization</a:t>
            </a:r>
            <a:r>
              <a:rPr lang="en-US" sz="1800" dirty="0">
                <a:latin typeface="Calibri" panose="020F0502020204030204" pitchFamily="34" charset="0"/>
                <a:ea typeface="Calibri" panose="020F0502020204030204" pitchFamily="34" charset="0"/>
                <a:cs typeface="Times New Roman" panose="02020603050405020304" pitchFamily="18" charset="0"/>
              </a:rPr>
              <a:t> is a mechanism of converting the state of an object into a byte stream. </a:t>
            </a:r>
            <a:r>
              <a:rPr lang="en-US" sz="1800" b="1" dirty="0">
                <a:latin typeface="Calibri" panose="020F0502020204030204" pitchFamily="34" charset="0"/>
                <a:ea typeface="Calibri" panose="020F0502020204030204" pitchFamily="34" charset="0"/>
                <a:cs typeface="Times New Roman" panose="02020603050405020304" pitchFamily="18" charset="0"/>
              </a:rPr>
              <a:t>Deserialization</a:t>
            </a:r>
            <a:r>
              <a:rPr lang="en-US" sz="1800" dirty="0">
                <a:latin typeface="Calibri" panose="020F0502020204030204" pitchFamily="34" charset="0"/>
                <a:ea typeface="Calibri" panose="020F0502020204030204" pitchFamily="34" charset="0"/>
                <a:cs typeface="Times New Roman" panose="02020603050405020304" pitchFamily="18" charset="0"/>
              </a:rPr>
              <a:t> is the reverse process where the byte stream is used to recreate the actual Java object in memory. This mechanism is used to persist  the object.</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The byte stream created is platform independent. So, the object serialized on one platform can be deserialized on a different platform. To make a Java object serializable we implement the </a:t>
            </a:r>
            <a:r>
              <a:rPr lang="en-US" sz="1800" dirty="0" err="1">
                <a:latin typeface="Calibri" panose="020F0502020204030204" pitchFamily="34" charset="0"/>
                <a:ea typeface="Calibri" panose="020F0502020204030204" pitchFamily="34" charset="0"/>
                <a:cs typeface="Times New Roman" panose="02020603050405020304" pitchFamily="18" charset="0"/>
              </a:rPr>
              <a:t>java.io.</a:t>
            </a:r>
            <a:r>
              <a:rPr lang="en-US" sz="1800" b="1" dirty="0" err="1">
                <a:latin typeface="Calibri" panose="020F0502020204030204" pitchFamily="34" charset="0"/>
                <a:ea typeface="Calibri" panose="020F0502020204030204" pitchFamily="34" charset="0"/>
                <a:cs typeface="Times New Roman" panose="02020603050405020304" pitchFamily="18" charset="0"/>
              </a:rPr>
              <a:t>Serializable</a:t>
            </a:r>
            <a:r>
              <a:rPr lang="en-US" sz="1800" dirty="0">
                <a:latin typeface="Calibri" panose="020F0502020204030204" pitchFamily="34" charset="0"/>
                <a:ea typeface="Calibri" panose="020F0502020204030204" pitchFamily="34" charset="0"/>
                <a:cs typeface="Times New Roman" panose="02020603050405020304" pitchFamily="18" charset="0"/>
              </a:rPr>
              <a:t> interface. The </a:t>
            </a:r>
            <a:r>
              <a:rPr lang="en-US" sz="1800" b="1" dirty="0">
                <a:latin typeface="Calibri" panose="020F0502020204030204" pitchFamily="34" charset="0"/>
                <a:ea typeface="Calibri" panose="020F0502020204030204" pitchFamily="34" charset="0"/>
                <a:cs typeface="Times New Roman" panose="02020603050405020304" pitchFamily="18" charset="0"/>
              </a:rPr>
              <a:t>ObjectOutputStream</a:t>
            </a:r>
            <a:r>
              <a:rPr lang="en-US" sz="1800" dirty="0">
                <a:latin typeface="Calibri" panose="020F0502020204030204" pitchFamily="34" charset="0"/>
                <a:ea typeface="Calibri" panose="020F0502020204030204" pitchFamily="34" charset="0"/>
                <a:cs typeface="Times New Roman" panose="02020603050405020304" pitchFamily="18" charset="0"/>
              </a:rPr>
              <a:t> class contains </a:t>
            </a:r>
            <a:r>
              <a:rPr lang="en-US" sz="1800" b="1" dirty="0" err="1">
                <a:latin typeface="Calibri" panose="020F0502020204030204" pitchFamily="34" charset="0"/>
                <a:ea typeface="Calibri" panose="020F0502020204030204" pitchFamily="34" charset="0"/>
                <a:cs typeface="Times New Roman" panose="02020603050405020304" pitchFamily="18" charset="0"/>
              </a:rPr>
              <a:t>writeObject</a:t>
            </a:r>
            <a:r>
              <a:rPr lang="en-US" sz="1800" dirty="0">
                <a:latin typeface="Calibri" panose="020F0502020204030204" pitchFamily="34" charset="0"/>
                <a:ea typeface="Calibri" panose="020F0502020204030204" pitchFamily="34" charset="0"/>
                <a:cs typeface="Times New Roman" panose="02020603050405020304" pitchFamily="18" charset="0"/>
              </a:rPr>
              <a:t>() method for serializing an Object.</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public final void </a:t>
            </a:r>
            <a:r>
              <a:rPr lang="en-US" sz="1800" b="1" dirty="0" err="1">
                <a:latin typeface="Calibri" panose="020F0502020204030204" pitchFamily="34" charset="0"/>
                <a:ea typeface="Calibri" panose="020F0502020204030204" pitchFamily="34" charset="0"/>
                <a:cs typeface="Times New Roman" panose="02020603050405020304" pitchFamily="18" charset="0"/>
              </a:rPr>
              <a:t>writeObject</a:t>
            </a:r>
            <a:r>
              <a:rPr lang="en-US" sz="1800" dirty="0">
                <a:latin typeface="Calibri" panose="020F0502020204030204" pitchFamily="34" charset="0"/>
                <a:ea typeface="Calibri" panose="020F0502020204030204" pitchFamily="34" charset="0"/>
                <a:cs typeface="Times New Roman" panose="02020603050405020304" pitchFamily="18" charset="0"/>
              </a:rPr>
              <a:t>(Object obj)</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throws </a:t>
            </a:r>
            <a:r>
              <a:rPr lang="en-US" sz="1800" b="1" dirty="0" err="1">
                <a:latin typeface="Calibri" panose="020F0502020204030204" pitchFamily="34" charset="0"/>
                <a:ea typeface="Calibri" panose="020F0502020204030204" pitchFamily="34" charset="0"/>
                <a:cs typeface="Times New Roman" panose="02020603050405020304" pitchFamily="18" charset="0"/>
              </a:rPr>
              <a:t>IOException</a:t>
            </a:r>
            <a:endParaRPr lang="en-US" sz="1800" b="1"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The ObjectInputStream class contains </a:t>
            </a:r>
            <a:r>
              <a:rPr lang="en-US" sz="1800" dirty="0" err="1">
                <a:latin typeface="Calibri" panose="020F0502020204030204" pitchFamily="34" charset="0"/>
                <a:ea typeface="Calibri" panose="020F0502020204030204" pitchFamily="34" charset="0"/>
                <a:cs typeface="Times New Roman" panose="02020603050405020304" pitchFamily="18" charset="0"/>
              </a:rPr>
              <a:t>readObject</a:t>
            </a:r>
            <a:r>
              <a:rPr lang="en-US" sz="1800" dirty="0">
                <a:latin typeface="Calibri" panose="020F0502020204030204" pitchFamily="34" charset="0"/>
                <a:ea typeface="Calibri" panose="020F0502020204030204" pitchFamily="34" charset="0"/>
                <a:cs typeface="Times New Roman" panose="02020603050405020304" pitchFamily="18" charset="0"/>
              </a:rPr>
              <a:t>() method for deserializing an object.</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public final Object </a:t>
            </a:r>
            <a:r>
              <a:rPr lang="en-US" sz="1800" dirty="0" err="1">
                <a:latin typeface="Calibri" panose="020F0502020204030204" pitchFamily="34" charset="0"/>
                <a:ea typeface="Calibri" panose="020F0502020204030204" pitchFamily="34" charset="0"/>
                <a:cs typeface="Times New Roman" panose="02020603050405020304" pitchFamily="18" charset="0"/>
              </a:rPr>
              <a:t>readObject</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throws </a:t>
            </a:r>
            <a:r>
              <a:rPr lang="en-US" sz="1800" dirty="0" err="1">
                <a:latin typeface="Calibri" panose="020F0502020204030204" pitchFamily="34" charset="0"/>
                <a:ea typeface="Calibri" panose="020F0502020204030204" pitchFamily="34" charset="0"/>
                <a:cs typeface="Times New Roman" panose="02020603050405020304" pitchFamily="18" charset="0"/>
              </a:rPr>
              <a:t>IOException</a:t>
            </a:r>
            <a:r>
              <a:rPr lang="en-US" sz="1800" dirty="0">
                <a:latin typeface="Calibri" panose="020F0502020204030204" pitchFamily="34" charset="0"/>
                <a:ea typeface="Calibri" panose="020F0502020204030204" pitchFamily="34" charset="0"/>
                <a:cs typeface="Times New Roman" panose="02020603050405020304" pitchFamily="18" charset="0"/>
              </a:rPr>
              <a:t>,</a:t>
            </a:r>
          </a:p>
          <a:p>
            <a:pPr marL="0" indent="0" algn="just">
              <a:lnSpc>
                <a:spcPct val="107000"/>
              </a:lnSpc>
              <a:spcBef>
                <a:spcPts val="0"/>
              </a:spcBef>
              <a:spcAft>
                <a:spcPts val="800"/>
              </a:spcAft>
              <a:buNone/>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ClassNotFoundException</a:t>
            </a:r>
            <a:endParaRPr lang="en-US" sz="1800" b="1"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56</a:t>
            </a:fld>
            <a:endParaRPr lang="en-US" dirty="0"/>
          </a:p>
        </p:txBody>
      </p:sp>
    </p:spTree>
    <p:extLst>
      <p:ext uri="{BB962C8B-B14F-4D97-AF65-F5344CB8AC3E}">
        <p14:creationId xmlns:p14="http://schemas.microsoft.com/office/powerpoint/2010/main" val="15923196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a:xfrm>
            <a:off x="838200" y="188843"/>
            <a:ext cx="10515600" cy="1457395"/>
          </a:xfrm>
        </p:spPr>
        <p:txBody>
          <a:bodyPr anchor="b">
            <a:normAutofit/>
          </a:bodyPr>
          <a:lstStyle/>
          <a:p>
            <a:r>
              <a:rPr lang="en-US"/>
              <a:t>Serialization and Deserialization</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sz="half" idx="1"/>
          </p:nvPr>
        </p:nvSpPr>
        <p:spPr>
          <a:xfrm>
            <a:off x="853440" y="1825625"/>
            <a:ext cx="5145024" cy="4351338"/>
          </a:xfrm>
        </p:spPr>
        <p:txBody>
          <a:bodyPr>
            <a:normAutofit/>
          </a:bodyPr>
          <a:lstStyle/>
          <a:p>
            <a:pPr marL="0" marR="0" lvl="0" indent="0">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Calibri" panose="020F0502020204030204" pitchFamily="34" charset="0"/>
              </a:rPr>
              <a:t>Advantages of Serialization </a:t>
            </a:r>
          </a:p>
          <a:p>
            <a:pPr marL="0" marR="0" lvl="0" indent="0">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Calibri" panose="020F0502020204030204" pitchFamily="34" charset="0"/>
              </a:rPr>
              <a:t>1.	To </a:t>
            </a:r>
            <a:r>
              <a:rPr lang="en-US" b="1" dirty="0">
                <a:effectLst/>
                <a:latin typeface="Calibri" panose="020F0502020204030204" pitchFamily="34" charset="0"/>
                <a:ea typeface="Calibri" panose="020F0502020204030204" pitchFamily="34" charset="0"/>
                <a:cs typeface="Calibri" panose="020F0502020204030204" pitchFamily="34" charset="0"/>
              </a:rPr>
              <a:t>save/persist </a:t>
            </a:r>
            <a:r>
              <a:rPr lang="en-US" dirty="0">
                <a:effectLst/>
                <a:latin typeface="Calibri" panose="020F0502020204030204" pitchFamily="34" charset="0"/>
                <a:ea typeface="Calibri" panose="020F0502020204030204" pitchFamily="34" charset="0"/>
                <a:cs typeface="Calibri" panose="020F0502020204030204" pitchFamily="34" charset="0"/>
              </a:rPr>
              <a:t>state of an object. </a:t>
            </a:r>
          </a:p>
          <a:p>
            <a:pPr marL="0" marR="0" lvl="0" indent="0">
              <a:spcBef>
                <a:spcPts val="0"/>
              </a:spcBef>
              <a:spcAft>
                <a:spcPts val="800"/>
              </a:spcAft>
              <a:buNone/>
              <a:tabLst>
                <a:tab pos="457200" algn="l"/>
              </a:tabLst>
            </a:pPr>
            <a:r>
              <a:rPr lang="en-US" dirty="0">
                <a:effectLst/>
                <a:latin typeface="Calibri" panose="020F0502020204030204" pitchFamily="34" charset="0"/>
                <a:ea typeface="Calibri" panose="020F0502020204030204" pitchFamily="34" charset="0"/>
                <a:cs typeface="Calibri" panose="020F0502020204030204" pitchFamily="34" charset="0"/>
              </a:rPr>
              <a:t>2.	To travel an object across a network.</a:t>
            </a:r>
          </a:p>
          <a:p>
            <a:pPr marL="0" marR="0" lvl="0" indent="0">
              <a:spcBef>
                <a:spcPts val="0"/>
              </a:spcBef>
              <a:spcAft>
                <a:spcPts val="800"/>
              </a:spcAft>
              <a:buNone/>
              <a:tabLst>
                <a:tab pos="457200" algn="l"/>
              </a:tabLst>
            </a:pPr>
            <a:endParaRPr lang="en-US" dirty="0">
              <a:effectLst/>
            </a:endParaRPr>
          </a:p>
        </p:txBody>
      </p:sp>
      <p:pic>
        <p:nvPicPr>
          <p:cNvPr id="6" name="Picture 5" descr="A diagram of a computer hardware">
            <a:extLst>
              <a:ext uri="{FF2B5EF4-FFF2-40B4-BE49-F238E27FC236}">
                <a16:creationId xmlns:a16="http://schemas.microsoft.com/office/drawing/2014/main" id="{ED64119F-DED3-696F-FA07-D75473EE8028}"/>
              </a:ext>
            </a:extLst>
          </p:cNvPr>
          <p:cNvPicPr>
            <a:picLocks noChangeAspect="1"/>
          </p:cNvPicPr>
          <p:nvPr/>
        </p:nvPicPr>
        <p:blipFill>
          <a:blip r:embed="rId2"/>
          <a:stretch>
            <a:fillRect/>
          </a:stretch>
        </p:blipFill>
        <p:spPr>
          <a:xfrm>
            <a:off x="6400800" y="1825625"/>
            <a:ext cx="4937760" cy="3843655"/>
          </a:xfrm>
          <a:prstGeom prst="rect">
            <a:avLst/>
          </a:prstGeom>
          <a:noFill/>
        </p:spPr>
      </p:pic>
      <p:sp>
        <p:nvSpPr>
          <p:cNvPr id="4" name="Slide Number Placeholder 3" hidden="1">
            <a:extLst>
              <a:ext uri="{FF2B5EF4-FFF2-40B4-BE49-F238E27FC236}">
                <a16:creationId xmlns:a16="http://schemas.microsoft.com/office/drawing/2014/main" id="{465F0B58-C316-13D9-C83C-1AAA447B8CC7}"/>
              </a:ext>
            </a:extLst>
          </p:cNvPr>
          <p:cNvSpPr>
            <a:spLocks noGrp="1"/>
          </p:cNvSpPr>
          <p:nvPr>
            <p:ph type="sldNum" sz="quarter" idx="4294967295"/>
          </p:nvPr>
        </p:nvSpPr>
        <p:spPr>
          <a:xfrm>
            <a:off x="8610600" y="6356350"/>
            <a:ext cx="2743200" cy="365125"/>
          </a:xfrm>
        </p:spPr>
        <p:txBody>
          <a:bodyPr/>
          <a:lstStyle/>
          <a:p>
            <a:pPr>
              <a:spcAft>
                <a:spcPts val="600"/>
              </a:spcAft>
            </a:pPr>
            <a:fld id="{D8DA9DAA-006C-4F4B-980E-E3DF019B24E2}" type="slidenum">
              <a:rPr lang="en-US" smtClean="0"/>
              <a:pPr>
                <a:spcAft>
                  <a:spcPts val="600"/>
                </a:spcAft>
              </a:pPr>
              <a:t>57</a:t>
            </a:fld>
            <a:endParaRPr lang="en-US"/>
          </a:p>
        </p:txBody>
      </p:sp>
    </p:spTree>
    <p:extLst>
      <p:ext uri="{BB962C8B-B14F-4D97-AF65-F5344CB8AC3E}">
        <p14:creationId xmlns:p14="http://schemas.microsoft.com/office/powerpoint/2010/main" val="3052611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8BDB-FE60-59F8-1F8E-A79D13D1D9AE}"/>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Serialization and Deserialization</a:t>
            </a:r>
          </a:p>
        </p:txBody>
      </p:sp>
      <p:sp>
        <p:nvSpPr>
          <p:cNvPr id="3" name="Content Placeholder 2">
            <a:extLst>
              <a:ext uri="{FF2B5EF4-FFF2-40B4-BE49-F238E27FC236}">
                <a16:creationId xmlns:a16="http://schemas.microsoft.com/office/drawing/2014/main" id="{FDD1AC51-EF3C-5436-AB1F-087309E56382}"/>
              </a:ext>
            </a:extLst>
          </p:cNvPr>
          <p:cNvSpPr>
            <a:spLocks noGrp="1"/>
          </p:cNvSpPr>
          <p:nvPr>
            <p:ph idx="1"/>
          </p:nvPr>
        </p:nvSpPr>
        <p:spPr>
          <a:xfrm>
            <a:off x="838200" y="1564640"/>
            <a:ext cx="10515600" cy="5293360"/>
          </a:xfrm>
        </p:spPr>
        <p:txBody>
          <a:bodyPr>
            <a:normAutofit/>
          </a:bodyPr>
          <a:lstStyle/>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Patient </a:t>
            </a:r>
            <a:r>
              <a:rPr lang="en-US" sz="1800" dirty="0" err="1">
                <a:effectLst/>
                <a:latin typeface="Calibri" panose="020F0502020204030204" pitchFamily="34" charset="0"/>
                <a:ea typeface="Calibri" panose="020F0502020204030204" pitchFamily="34" charset="0"/>
                <a:cs typeface="Calibri" panose="020F0502020204030204" pitchFamily="34" charset="0"/>
              </a:rPr>
              <a:t>patient</a:t>
            </a:r>
            <a:r>
              <a:rPr lang="en-US" sz="1800" dirty="0">
                <a:effectLst/>
                <a:latin typeface="Calibri" panose="020F0502020204030204" pitchFamily="34" charset="0"/>
                <a:ea typeface="Calibri" panose="020F0502020204030204" pitchFamily="34" charset="0"/>
                <a:cs typeface="Calibri" panose="020F0502020204030204" pitchFamily="34" charset="0"/>
              </a:rPr>
              <a:t> = new Patient();</a:t>
            </a:r>
          </a:p>
          <a:p>
            <a:pPr marL="0" marR="0" lvl="0" indent="0" algn="just">
              <a:lnSpc>
                <a:spcPct val="107000"/>
              </a:lnSpc>
              <a:spcBef>
                <a:spcPts val="0"/>
              </a:spcBef>
              <a:spcAft>
                <a:spcPts val="800"/>
              </a:spcAft>
              <a:buNone/>
              <a:tabLst>
                <a:tab pos="457200" algn="l"/>
              </a:tabLst>
            </a:pPr>
            <a:r>
              <a:rPr lang="en-US" sz="1800" dirty="0" err="1">
                <a:effectLst/>
                <a:latin typeface="Calibri" panose="020F0502020204030204" pitchFamily="34" charset="0"/>
                <a:ea typeface="Calibri" panose="020F0502020204030204" pitchFamily="34" charset="0"/>
                <a:cs typeface="Calibri" panose="020F0502020204030204" pitchFamily="34" charset="0"/>
              </a:rPr>
              <a:t>patient.setId</a:t>
            </a:r>
            <a:r>
              <a:rPr lang="en-US" sz="1800" dirty="0">
                <a:effectLst/>
                <a:latin typeface="Calibri" panose="020F0502020204030204" pitchFamily="34" charset="0"/>
                <a:ea typeface="Calibri" panose="020F0502020204030204" pitchFamily="34" charset="0"/>
                <a:cs typeface="Calibri" panose="020F0502020204030204" pitchFamily="34" charset="0"/>
              </a:rPr>
              <a:t>(123);</a:t>
            </a:r>
          </a:p>
          <a:p>
            <a:pPr marL="0" marR="0" lvl="0" indent="0" algn="just">
              <a:lnSpc>
                <a:spcPct val="107000"/>
              </a:lnSpc>
              <a:spcBef>
                <a:spcPts val="0"/>
              </a:spcBef>
              <a:spcAft>
                <a:spcPts val="800"/>
              </a:spcAft>
              <a:buNone/>
              <a:tabLst>
                <a:tab pos="457200" algn="l"/>
              </a:tabLst>
            </a:pPr>
            <a:r>
              <a:rPr lang="en-US" sz="1800" dirty="0" err="1">
                <a:effectLst/>
                <a:latin typeface="Calibri" panose="020F0502020204030204" pitchFamily="34" charset="0"/>
                <a:ea typeface="Calibri" panose="020F0502020204030204" pitchFamily="34" charset="0"/>
                <a:cs typeface="Calibri" panose="020F0502020204030204" pitchFamily="34" charset="0"/>
              </a:rPr>
              <a:t>patient.setName</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abc</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FileOutputStream </a:t>
            </a:r>
            <a:r>
              <a:rPr lang="en-US" sz="1800" dirty="0" err="1">
                <a:effectLst/>
                <a:latin typeface="Calibri" panose="020F0502020204030204" pitchFamily="34" charset="0"/>
                <a:ea typeface="Calibri" panose="020F0502020204030204" pitchFamily="34" charset="0"/>
                <a:cs typeface="Calibri" panose="020F0502020204030204" pitchFamily="34" charset="0"/>
              </a:rPr>
              <a:t>fileOutputStream</a:t>
            </a:r>
            <a:r>
              <a:rPr lang="en-US" sz="1800" dirty="0">
                <a:effectLst/>
                <a:latin typeface="Calibri" panose="020F0502020204030204" pitchFamily="34" charset="0"/>
                <a:ea typeface="Calibri" panose="020F0502020204030204" pitchFamily="34" charset="0"/>
                <a:cs typeface="Calibri" panose="020F0502020204030204" pitchFamily="34" charset="0"/>
              </a:rPr>
              <a:t>  = new FileOutputStream(new File("C:\\gx\\fos.txt"));</a:t>
            </a:r>
          </a:p>
          <a:p>
            <a:pPr marL="0" marR="0" lvl="0" indent="0" algn="just">
              <a:lnSpc>
                <a:spcPct val="107000"/>
              </a:lnSpc>
              <a:spcBef>
                <a:spcPts val="0"/>
              </a:spcBef>
              <a:spcAft>
                <a:spcPts val="800"/>
              </a:spcAft>
              <a:buNone/>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ObjectOutputStream</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dirty="0" err="1">
                <a:effectLst/>
                <a:latin typeface="Calibri" panose="020F0502020204030204" pitchFamily="34" charset="0"/>
                <a:ea typeface="Calibri" panose="020F0502020204030204" pitchFamily="34" charset="0"/>
                <a:cs typeface="Calibri" panose="020F0502020204030204" pitchFamily="34" charset="0"/>
              </a:rPr>
              <a:t>objectOutputStream</a:t>
            </a:r>
            <a:r>
              <a:rPr lang="en-US" sz="1800" dirty="0">
                <a:effectLst/>
                <a:latin typeface="Calibri" panose="020F0502020204030204" pitchFamily="34" charset="0"/>
                <a:ea typeface="Calibri" panose="020F0502020204030204" pitchFamily="34" charset="0"/>
                <a:cs typeface="Calibri" panose="020F0502020204030204" pitchFamily="34" charset="0"/>
              </a:rPr>
              <a:t> = new </a:t>
            </a:r>
            <a:r>
              <a:rPr lang="en-US" sz="1800" b="1" dirty="0">
                <a:effectLst/>
                <a:latin typeface="Calibri" panose="020F0502020204030204" pitchFamily="34" charset="0"/>
                <a:ea typeface="Calibri" panose="020F0502020204030204" pitchFamily="34" charset="0"/>
                <a:cs typeface="Calibri" panose="020F0502020204030204" pitchFamily="34" charset="0"/>
              </a:rPr>
              <a:t>ObjectOutputStream</a:t>
            </a:r>
            <a:r>
              <a:rPr lang="en-US" sz="1800" dirty="0">
                <a:effectLst/>
                <a:latin typeface="Calibri" panose="020F0502020204030204" pitchFamily="34" charset="0"/>
                <a:ea typeface="Calibri" panose="020F0502020204030204" pitchFamily="34" charset="0"/>
                <a:cs typeface="Calibri" panose="020F0502020204030204" pitchFamily="34" charset="0"/>
              </a:rPr>
              <a:t>(fileOutputStream);</a:t>
            </a:r>
          </a:p>
          <a:p>
            <a:pPr marL="0" marR="0" lvl="0" indent="0" algn="just">
              <a:lnSpc>
                <a:spcPct val="107000"/>
              </a:lnSpc>
              <a:spcBef>
                <a:spcPts val="0"/>
              </a:spcBef>
              <a:spcAft>
                <a:spcPts val="800"/>
              </a:spcAft>
              <a:buNone/>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 </a:t>
            </a:r>
            <a:r>
              <a:rPr lang="en-US" sz="1800" b="1" dirty="0" err="1">
                <a:effectLst/>
                <a:latin typeface="Calibri" panose="020F0502020204030204" pitchFamily="34" charset="0"/>
                <a:ea typeface="Calibri" panose="020F0502020204030204" pitchFamily="34" charset="0"/>
                <a:cs typeface="Calibri" panose="020F0502020204030204" pitchFamily="34" charset="0"/>
              </a:rPr>
              <a:t>objectOutputStream</a:t>
            </a:r>
            <a:r>
              <a:rPr lang="en-US" sz="1800" dirty="0" err="1">
                <a:effectLst/>
                <a:latin typeface="Calibri" panose="020F0502020204030204" pitchFamily="34" charset="0"/>
                <a:ea typeface="Calibri" panose="020F0502020204030204" pitchFamily="34" charset="0"/>
                <a:cs typeface="Calibri" panose="020F0502020204030204" pitchFamily="34" charset="0"/>
              </a:rPr>
              <a:t>.</a:t>
            </a:r>
            <a:r>
              <a:rPr lang="en-US" sz="1800" b="1" dirty="0" err="1">
                <a:effectLst/>
                <a:latin typeface="Calibri" panose="020F0502020204030204" pitchFamily="34" charset="0"/>
                <a:ea typeface="Calibri" panose="020F0502020204030204" pitchFamily="34" charset="0"/>
                <a:cs typeface="Calibri" panose="020F0502020204030204" pitchFamily="34" charset="0"/>
              </a:rPr>
              <a:t>writeObject</a:t>
            </a:r>
            <a:r>
              <a:rPr lang="en-US" sz="1800" dirty="0">
                <a:effectLst/>
                <a:latin typeface="Calibri" panose="020F0502020204030204" pitchFamily="34" charset="0"/>
                <a:ea typeface="Calibri" panose="020F0502020204030204" pitchFamily="34" charset="0"/>
                <a:cs typeface="Calibri" panose="020F0502020204030204" pitchFamily="34" charset="0"/>
              </a:rPr>
              <a:t>(patient);</a:t>
            </a:r>
          </a:p>
          <a:p>
            <a:pPr marL="0" marR="0" lvl="0" indent="0" algn="just">
              <a:lnSpc>
                <a:spcPct val="107000"/>
              </a:lnSpc>
              <a:spcBef>
                <a:spcPts val="0"/>
              </a:spcBef>
              <a:spcAft>
                <a:spcPts val="800"/>
              </a:spcAft>
              <a:buNone/>
              <a:tabLst>
                <a:tab pos="457200" algn="l"/>
              </a:tabLst>
            </a:pPr>
            <a:r>
              <a:rPr lang="en-US" sz="1800" dirty="0" err="1">
                <a:effectLst/>
                <a:latin typeface="Calibri" panose="020F0502020204030204" pitchFamily="34" charset="0"/>
                <a:ea typeface="Calibri" panose="020F0502020204030204" pitchFamily="34" charset="0"/>
                <a:cs typeface="Calibri" panose="020F0502020204030204" pitchFamily="34" charset="0"/>
              </a:rPr>
              <a:t>objectOutputStream.close</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FileInputStream </a:t>
            </a:r>
            <a:r>
              <a:rPr lang="en-US" sz="1800" dirty="0" err="1">
                <a:effectLst/>
                <a:latin typeface="Calibri" panose="020F0502020204030204" pitchFamily="34" charset="0"/>
                <a:ea typeface="Calibri" panose="020F0502020204030204" pitchFamily="34" charset="0"/>
                <a:cs typeface="Calibri" panose="020F0502020204030204" pitchFamily="34" charset="0"/>
              </a:rPr>
              <a:t>fis</a:t>
            </a:r>
            <a:r>
              <a:rPr lang="en-US" sz="1800" dirty="0">
                <a:effectLst/>
                <a:latin typeface="Calibri" panose="020F0502020204030204" pitchFamily="34" charset="0"/>
                <a:ea typeface="Calibri" panose="020F0502020204030204" pitchFamily="34" charset="0"/>
                <a:cs typeface="Calibri" panose="020F0502020204030204" pitchFamily="34" charset="0"/>
              </a:rPr>
              <a:t> = new FileInputStream(new File("C:\\gx\\fos.txt"));</a:t>
            </a:r>
          </a:p>
          <a:p>
            <a:pPr marL="0" marR="0" lvl="0" indent="0" algn="just">
              <a:lnSpc>
                <a:spcPct val="107000"/>
              </a:lnSpc>
              <a:spcBef>
                <a:spcPts val="0"/>
              </a:spcBef>
              <a:spcAft>
                <a:spcPts val="800"/>
              </a:spcAft>
              <a:buNone/>
              <a:tabLst>
                <a:tab pos="457200" algn="l"/>
              </a:tabLst>
            </a:pPr>
            <a:r>
              <a:rPr lang="en-US" sz="1800" b="1" dirty="0">
                <a:effectLst/>
                <a:latin typeface="Calibri" panose="020F0502020204030204" pitchFamily="34" charset="0"/>
                <a:ea typeface="Calibri" panose="020F0502020204030204" pitchFamily="34" charset="0"/>
                <a:cs typeface="Calibri" panose="020F0502020204030204" pitchFamily="34" charset="0"/>
              </a:rPr>
              <a:t>ObjectInputStream</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dirty="0" err="1">
                <a:effectLst/>
                <a:latin typeface="Calibri" panose="020F0502020204030204" pitchFamily="34" charset="0"/>
                <a:ea typeface="Calibri" panose="020F0502020204030204" pitchFamily="34" charset="0"/>
                <a:cs typeface="Calibri" panose="020F0502020204030204" pitchFamily="34" charset="0"/>
              </a:rPr>
              <a:t>objectInputStream</a:t>
            </a:r>
            <a:r>
              <a:rPr lang="en-US" sz="1800" dirty="0">
                <a:effectLst/>
                <a:latin typeface="Calibri" panose="020F0502020204030204" pitchFamily="34" charset="0"/>
                <a:ea typeface="Calibri" panose="020F0502020204030204" pitchFamily="34" charset="0"/>
                <a:cs typeface="Calibri" panose="020F0502020204030204" pitchFamily="34" charset="0"/>
              </a:rPr>
              <a:t> = new </a:t>
            </a:r>
            <a:r>
              <a:rPr lang="en-US" sz="1800" b="1" dirty="0">
                <a:effectLst/>
                <a:latin typeface="Calibri" panose="020F0502020204030204" pitchFamily="34" charset="0"/>
                <a:ea typeface="Calibri" panose="020F0502020204030204" pitchFamily="34" charset="0"/>
                <a:cs typeface="Calibri" panose="020F0502020204030204" pitchFamily="34" charset="0"/>
              </a:rPr>
              <a:t>ObjectInputStream</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fis</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a:lnSpc>
                <a:spcPct val="107000"/>
              </a:lnSpc>
              <a:spcBef>
                <a:spcPts val="0"/>
              </a:spcBef>
              <a:spcAft>
                <a:spcPts val="800"/>
              </a:spcAft>
              <a:buNone/>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Patient </a:t>
            </a:r>
            <a:r>
              <a:rPr lang="en-US" sz="1800" dirty="0" err="1">
                <a:effectLst/>
                <a:latin typeface="Calibri" panose="020F0502020204030204" pitchFamily="34" charset="0"/>
                <a:ea typeface="Calibri" panose="020F0502020204030204" pitchFamily="34" charset="0"/>
                <a:cs typeface="Calibri" panose="020F0502020204030204" pitchFamily="34" charset="0"/>
              </a:rPr>
              <a:t>oisPatient</a:t>
            </a:r>
            <a:r>
              <a:rPr lang="en-US" sz="1800" dirty="0">
                <a:effectLst/>
                <a:latin typeface="Calibri" panose="020F0502020204030204" pitchFamily="34" charset="0"/>
                <a:ea typeface="Calibri" panose="020F0502020204030204" pitchFamily="34" charset="0"/>
                <a:cs typeface="Calibri" panose="020F0502020204030204" pitchFamily="34" charset="0"/>
              </a:rPr>
              <a:t> =  (Patient) </a:t>
            </a:r>
            <a:r>
              <a:rPr lang="en-US" sz="1800" dirty="0" err="1">
                <a:effectLst/>
                <a:latin typeface="Calibri" panose="020F0502020204030204" pitchFamily="34" charset="0"/>
                <a:ea typeface="Calibri" panose="020F0502020204030204" pitchFamily="34" charset="0"/>
                <a:cs typeface="Calibri" panose="020F0502020204030204" pitchFamily="34" charset="0"/>
              </a:rPr>
              <a:t>objectInputStream.</a:t>
            </a:r>
            <a:r>
              <a:rPr lang="en-US" sz="1800" b="1" dirty="0" err="1">
                <a:effectLst/>
                <a:latin typeface="Calibri" panose="020F0502020204030204" pitchFamily="34" charset="0"/>
                <a:ea typeface="Calibri" panose="020F0502020204030204" pitchFamily="34" charset="0"/>
                <a:cs typeface="Calibri" panose="020F0502020204030204" pitchFamily="34" charset="0"/>
              </a:rPr>
              <a:t>readObject</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marR="0" lvl="0" indent="0" algn="just">
              <a:lnSpc>
                <a:spcPct val="107000"/>
              </a:lnSpc>
              <a:spcBef>
                <a:spcPts val="0"/>
              </a:spcBef>
              <a:spcAft>
                <a:spcPts val="800"/>
              </a:spcAft>
              <a:buNone/>
              <a:tabLst>
                <a:tab pos="457200" algn="l"/>
              </a:tabLst>
            </a:pPr>
            <a:r>
              <a:rPr lang="en-US" sz="1800" dirty="0" err="1">
                <a:effectLst/>
                <a:latin typeface="Calibri" panose="020F0502020204030204" pitchFamily="34" charset="0"/>
                <a:ea typeface="Calibri" panose="020F0502020204030204" pitchFamily="34" charset="0"/>
                <a:cs typeface="Calibri" panose="020F0502020204030204" pitchFamily="34" charset="0"/>
              </a:rPr>
              <a:t>System.out.println</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oisPatient.getId</a:t>
            </a:r>
            <a:r>
              <a:rPr lang="en-US" sz="1800" dirty="0">
                <a:effectLst/>
                <a:latin typeface="Calibri" panose="020F0502020204030204" pitchFamily="34" charset="0"/>
                <a:ea typeface="Calibri" panose="020F0502020204030204" pitchFamily="34" charset="0"/>
                <a:cs typeface="Calibri" panose="020F0502020204030204" pitchFamily="34" charset="0"/>
              </a:rPr>
              <a:t>() + "---" + </a:t>
            </a:r>
            <a:r>
              <a:rPr lang="en-US" sz="1800" dirty="0" err="1">
                <a:effectLst/>
                <a:latin typeface="Calibri" panose="020F0502020204030204" pitchFamily="34" charset="0"/>
                <a:ea typeface="Calibri" panose="020F0502020204030204" pitchFamily="34" charset="0"/>
                <a:cs typeface="Calibri" panose="020F0502020204030204" pitchFamily="34" charset="0"/>
              </a:rPr>
              <a:t>oisPatient.getName</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marR="0" lvl="0" indent="0" algn="just">
              <a:lnSpc>
                <a:spcPct val="107000"/>
              </a:lnSpc>
              <a:spcBef>
                <a:spcPts val="0"/>
              </a:spcBef>
              <a:spcAft>
                <a:spcPts val="800"/>
              </a:spcAft>
              <a:buNone/>
              <a:tabLst>
                <a:tab pos="457200" algn="l"/>
              </a:tabLs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65F0B58-C316-13D9-C83C-1AAA447B8CC7}"/>
              </a:ext>
            </a:extLst>
          </p:cNvPr>
          <p:cNvSpPr>
            <a:spLocks noGrp="1"/>
          </p:cNvSpPr>
          <p:nvPr>
            <p:ph type="sldNum" sz="quarter" idx="12"/>
          </p:nvPr>
        </p:nvSpPr>
        <p:spPr/>
        <p:txBody>
          <a:bodyPr/>
          <a:lstStyle/>
          <a:p>
            <a:fld id="{D8DA9DAA-006C-4F4B-980E-E3DF019B24E2}" type="slidenum">
              <a:rPr lang="en-US" smtClean="0"/>
              <a:t>58</a:t>
            </a:fld>
            <a:endParaRPr lang="en-US" dirty="0"/>
          </a:p>
        </p:txBody>
      </p:sp>
    </p:spTree>
    <p:extLst>
      <p:ext uri="{BB962C8B-B14F-4D97-AF65-F5344CB8AC3E}">
        <p14:creationId xmlns:p14="http://schemas.microsoft.com/office/powerpoint/2010/main" val="3585630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777B66-94CB-491C-AC6B-BDAC98E21D57}"/>
              </a:ext>
            </a:extLst>
          </p:cNvPr>
          <p:cNvSpPr>
            <a:spLocks noGrp="1"/>
          </p:cNvSpPr>
          <p:nvPr>
            <p:ph type="title"/>
          </p:nvPr>
        </p:nvSpPr>
        <p:spPr>
          <a:xfrm>
            <a:off x="5760720" y="585216"/>
            <a:ext cx="5276088" cy="2276856"/>
          </a:xfrm>
        </p:spPr>
        <p:txBody>
          <a:bodyPr/>
          <a:lstStyle/>
          <a:p>
            <a:r>
              <a:rPr lang="en-US" dirty="0"/>
              <a:t>Thank you</a:t>
            </a:r>
          </a:p>
        </p:txBody>
      </p:sp>
      <p:sp>
        <p:nvSpPr>
          <p:cNvPr id="24" name="Slide Number Placeholder 23">
            <a:extLst>
              <a:ext uri="{FF2B5EF4-FFF2-40B4-BE49-F238E27FC236}">
                <a16:creationId xmlns:a16="http://schemas.microsoft.com/office/drawing/2014/main" id="{5D838446-B95D-4AB7-B8CA-D5804BB79A11}"/>
              </a:ext>
            </a:extLst>
          </p:cNvPr>
          <p:cNvSpPr>
            <a:spLocks noGrp="1"/>
          </p:cNvSpPr>
          <p:nvPr>
            <p:ph type="sldNum" sz="quarter" idx="12"/>
          </p:nvPr>
        </p:nvSpPr>
        <p:spPr>
          <a:xfrm>
            <a:off x="8610600" y="201168"/>
            <a:ext cx="2743200" cy="365125"/>
          </a:xfrm>
        </p:spPr>
        <p:txBody>
          <a:bodyPr/>
          <a:lstStyle/>
          <a:p>
            <a:fld id="{D8DA9DAA-006C-4F4B-980E-E3DF019B24E2}" type="slidenum">
              <a:rPr lang="en-US" smtClean="0"/>
              <a:pPr/>
              <a:t>59</a:t>
            </a:fld>
            <a:endParaRPr lang="en-US" dirty="0"/>
          </a:p>
        </p:txBody>
      </p:sp>
      <p:sp>
        <p:nvSpPr>
          <p:cNvPr id="23" name="Footer Placeholder 22">
            <a:extLst>
              <a:ext uri="{FF2B5EF4-FFF2-40B4-BE49-F238E27FC236}">
                <a16:creationId xmlns:a16="http://schemas.microsoft.com/office/drawing/2014/main" id="{DE8D546E-0F46-4CC0-B2B1-8B2430D00C0C}"/>
              </a:ext>
            </a:extLst>
          </p:cNvPr>
          <p:cNvSpPr>
            <a:spLocks noGrp="1"/>
          </p:cNvSpPr>
          <p:nvPr>
            <p:ph type="ftr" sz="quarter" idx="11"/>
          </p:nvPr>
        </p:nvSpPr>
        <p:spPr>
          <a:xfrm rot="16200000">
            <a:off x="-548640" y="1938528"/>
            <a:ext cx="2788920" cy="365125"/>
          </a:xfrm>
        </p:spPr>
        <p:txBody>
          <a:bodyPr/>
          <a:lstStyle/>
          <a:p>
            <a:r>
              <a:rPr lang="en-US" dirty="0"/>
              <a:t>Presentation Title</a:t>
            </a:r>
          </a:p>
        </p:txBody>
      </p:sp>
      <p:pic>
        <p:nvPicPr>
          <p:cNvPr id="9" name="Picture Placeholder 8" descr="mountains at sunset">
            <a:extLst>
              <a:ext uri="{FF2B5EF4-FFF2-40B4-BE49-F238E27FC236}">
                <a16:creationId xmlns:a16="http://schemas.microsoft.com/office/drawing/2014/main" id="{C82DA925-978C-48A9-98AD-0653B7A3D2D9}"/>
              </a:ext>
            </a:extLst>
          </p:cNvPr>
          <p:cNvPicPr>
            <a:picLocks noGrp="1" noChangeAspect="1"/>
          </p:cNvPicPr>
          <p:nvPr>
            <p:ph type="pic" sz="quarter" idx="14"/>
          </p:nvPr>
        </p:nvPicPr>
        <p:blipFill rotWithShape="1">
          <a:blip r:embed="rId2"/>
          <a:srcRect t="41" b="41"/>
          <a:stretch/>
        </p:blipFill>
        <p:spPr>
          <a:xfrm>
            <a:off x="1777111" y="407499"/>
            <a:ext cx="1952279" cy="1952279"/>
          </a:xfrm>
        </p:spPr>
      </p:pic>
      <p:pic>
        <p:nvPicPr>
          <p:cNvPr id="11" name="Picture Placeholder 10" descr="mountains at sunset">
            <a:extLst>
              <a:ext uri="{FF2B5EF4-FFF2-40B4-BE49-F238E27FC236}">
                <a16:creationId xmlns:a16="http://schemas.microsoft.com/office/drawing/2014/main" id="{E63B7C3F-04A4-43F6-881D-FA11061CBAFA}"/>
              </a:ext>
            </a:extLst>
          </p:cNvPr>
          <p:cNvPicPr>
            <a:picLocks noGrp="1" noChangeAspect="1"/>
          </p:cNvPicPr>
          <p:nvPr>
            <p:ph type="pic" sz="quarter" idx="15"/>
          </p:nvPr>
        </p:nvPicPr>
        <p:blipFill rotWithShape="1">
          <a:blip r:embed="rId3"/>
          <a:srcRect t="347" b="347"/>
          <a:stretch/>
        </p:blipFill>
        <p:spPr>
          <a:xfrm>
            <a:off x="3528345" y="1972581"/>
            <a:ext cx="2290065" cy="2273502"/>
          </a:xfrm>
        </p:spPr>
      </p:pic>
      <p:pic>
        <p:nvPicPr>
          <p:cNvPr id="15" name="Picture Placeholder 14" descr="mountains under near dusk sky">
            <a:extLst>
              <a:ext uri="{FF2B5EF4-FFF2-40B4-BE49-F238E27FC236}">
                <a16:creationId xmlns:a16="http://schemas.microsoft.com/office/drawing/2014/main" id="{3D15FDC1-74B5-4FD8-BD17-0E2502C411A6}"/>
              </a:ext>
            </a:extLst>
          </p:cNvPr>
          <p:cNvPicPr>
            <a:picLocks noGrp="1" noChangeAspect="1"/>
          </p:cNvPicPr>
          <p:nvPr>
            <p:ph type="pic" sz="quarter" idx="17"/>
          </p:nvPr>
        </p:nvPicPr>
        <p:blipFill rotWithShape="1">
          <a:blip r:embed="rId4"/>
          <a:srcRect l="16" r="16"/>
          <a:stretch/>
        </p:blipFill>
        <p:spPr>
          <a:xfrm>
            <a:off x="1092905" y="4018982"/>
            <a:ext cx="3854161" cy="2839018"/>
          </a:xfrm>
        </p:spPr>
      </p:pic>
      <p:sp>
        <p:nvSpPr>
          <p:cNvPr id="7" name="Text Placeholder 6">
            <a:extLst>
              <a:ext uri="{FF2B5EF4-FFF2-40B4-BE49-F238E27FC236}">
                <a16:creationId xmlns:a16="http://schemas.microsoft.com/office/drawing/2014/main" id="{42AF1107-8D35-4E35-93C7-D3640946F742}"/>
              </a:ext>
            </a:extLst>
          </p:cNvPr>
          <p:cNvSpPr>
            <a:spLocks noGrp="1"/>
          </p:cNvSpPr>
          <p:nvPr>
            <p:ph type="body" sz="quarter" idx="13"/>
          </p:nvPr>
        </p:nvSpPr>
        <p:spPr>
          <a:xfrm>
            <a:off x="5760720" y="3127248"/>
            <a:ext cx="5276088" cy="1124712"/>
          </a:xfrm>
        </p:spPr>
        <p:txBody>
          <a:bodyPr/>
          <a:lstStyle/>
          <a:p>
            <a:endParaRPr lang="en-US" dirty="0"/>
          </a:p>
          <a:p>
            <a:endParaRPr lang="en-US" dirty="0"/>
          </a:p>
        </p:txBody>
      </p:sp>
      <p:pic>
        <p:nvPicPr>
          <p:cNvPr id="13" name="Picture Placeholder 12" descr="mountains under the night sky just before dawn">
            <a:extLst>
              <a:ext uri="{FF2B5EF4-FFF2-40B4-BE49-F238E27FC236}">
                <a16:creationId xmlns:a16="http://schemas.microsoft.com/office/drawing/2014/main" id="{E02C4914-F076-4415-9C5D-A9BDB6CC6110}"/>
              </a:ext>
            </a:extLst>
          </p:cNvPr>
          <p:cNvPicPr>
            <a:picLocks noGrp="1" noChangeAspect="1"/>
          </p:cNvPicPr>
          <p:nvPr>
            <p:ph type="pic" sz="quarter" idx="16"/>
          </p:nvPr>
        </p:nvPicPr>
        <p:blipFill rotWithShape="1">
          <a:blip r:embed="rId5"/>
          <a:srcRect t="108" b="108"/>
          <a:stretch/>
        </p:blipFill>
        <p:spPr>
          <a:xfrm>
            <a:off x="5579539" y="4386312"/>
            <a:ext cx="3119293" cy="2462810"/>
          </a:xfrm>
        </p:spPr>
      </p:pic>
    </p:spTree>
    <p:extLst>
      <p:ext uri="{BB962C8B-B14F-4D97-AF65-F5344CB8AC3E}">
        <p14:creationId xmlns:p14="http://schemas.microsoft.com/office/powerpoint/2010/main" val="927313156"/>
      </p:ext>
    </p:extLst>
  </p:cSld>
  <p:clrMapOvr>
    <a:masterClrMapping/>
  </p:clrMapOvr>
</p:sld>
</file>

<file path=ppt/theme/theme1.xml><?xml version="1.0" encoding="utf-8"?>
<a:theme xmlns:a="http://schemas.openxmlformats.org/drawingml/2006/main" name="GradientUnivers">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EF_V6" id="{B99EEC42-D414-4987-8414-5C338F56E426}" vid="{1FF68F6C-85E3-4376-BFA9-1F6778914A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9275799-781E-48CE-9F54-0C35EC7B47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331494-2B4C-4D3C-A5D2-BA1DC99CD22C}">
  <ds:schemaRefs>
    <ds:schemaRef ds:uri="http://schemas.microsoft.com/sharepoint/v3/contenttype/forms"/>
  </ds:schemaRefs>
</ds:datastoreItem>
</file>

<file path=customXml/itemProps3.xml><?xml version="1.0" encoding="utf-8"?>
<ds:datastoreItem xmlns:ds="http://schemas.openxmlformats.org/officeDocument/2006/customXml" ds:itemID="{CE69D2E8-20DE-4F32-923E-07859F820D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{AE917D55-F9DF-4F2B-AD65-9A6FDE8AC6C7}tf89338750_win32</Template>
  <TotalTime>1066</TotalTime>
  <Words>6003</Words>
  <Application>Microsoft Office PowerPoint</Application>
  <PresentationFormat>Widescreen</PresentationFormat>
  <Paragraphs>669</Paragraphs>
  <Slides>59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Times New Roman</vt:lpstr>
      <vt:lpstr>Univers</vt:lpstr>
      <vt:lpstr>GradientUnivers</vt:lpstr>
      <vt:lpstr>Core Java</vt:lpstr>
      <vt:lpstr>Agenda</vt:lpstr>
      <vt:lpstr>Decision Making</vt:lpstr>
      <vt:lpstr>Decision Making</vt:lpstr>
      <vt:lpstr>if</vt:lpstr>
      <vt:lpstr>if</vt:lpstr>
      <vt:lpstr>If-else</vt:lpstr>
      <vt:lpstr>If-else</vt:lpstr>
      <vt:lpstr>if-else</vt:lpstr>
      <vt:lpstr>if-else-ladder</vt:lpstr>
      <vt:lpstr>if-else-ladder</vt:lpstr>
      <vt:lpstr>if-else-ladder</vt:lpstr>
      <vt:lpstr>switch</vt:lpstr>
      <vt:lpstr>switch</vt:lpstr>
      <vt:lpstr>Loops In Java</vt:lpstr>
      <vt:lpstr>For loop</vt:lpstr>
      <vt:lpstr>for loop</vt:lpstr>
      <vt:lpstr>While Loop</vt:lpstr>
      <vt:lpstr>while Loop</vt:lpstr>
      <vt:lpstr>do-while Loop</vt:lpstr>
      <vt:lpstr>do-while Loop</vt:lpstr>
      <vt:lpstr>for-each loop</vt:lpstr>
      <vt:lpstr>for-each loop</vt:lpstr>
      <vt:lpstr>for-each loop</vt:lpstr>
      <vt:lpstr>Continue </vt:lpstr>
      <vt:lpstr>Continue </vt:lpstr>
      <vt:lpstr>break</vt:lpstr>
      <vt:lpstr>break</vt:lpstr>
      <vt:lpstr>return</vt:lpstr>
      <vt:lpstr>return</vt:lpstr>
      <vt:lpstr>Operators in JAVA</vt:lpstr>
      <vt:lpstr>Arithmetic Operators: </vt:lpstr>
      <vt:lpstr>Unary Operators In Java</vt:lpstr>
      <vt:lpstr>Unary Operators In Java</vt:lpstr>
      <vt:lpstr>Unary Operators In Java</vt:lpstr>
      <vt:lpstr>Unary Operators In Java</vt:lpstr>
      <vt:lpstr>Unary Operators In Java</vt:lpstr>
      <vt:lpstr>Assignment Operators In Java</vt:lpstr>
      <vt:lpstr>Assignment Operators In Java</vt:lpstr>
      <vt:lpstr>Relational Operators In Java</vt:lpstr>
      <vt:lpstr>Relational Operators In Java</vt:lpstr>
      <vt:lpstr>Logical Operators In Java</vt:lpstr>
      <vt:lpstr>Logical Operators In Java</vt:lpstr>
      <vt:lpstr>Ternary Operators In Java</vt:lpstr>
      <vt:lpstr>Bitwise Operators In Java</vt:lpstr>
      <vt:lpstr>Bitwise Operators In Java</vt:lpstr>
      <vt:lpstr>Bitwise Operators In Java</vt:lpstr>
      <vt:lpstr>Bitwise Operators In Java</vt:lpstr>
      <vt:lpstr>File Handling</vt:lpstr>
      <vt:lpstr>File Handling</vt:lpstr>
      <vt:lpstr>FileInput Stream</vt:lpstr>
      <vt:lpstr>ByteInput Stream</vt:lpstr>
      <vt:lpstr>File Handling</vt:lpstr>
      <vt:lpstr>File OutputStream</vt:lpstr>
      <vt:lpstr>ByteArray OutputStream</vt:lpstr>
      <vt:lpstr>Serialization and Deserialization</vt:lpstr>
      <vt:lpstr>Serialization and Deserialization</vt:lpstr>
      <vt:lpstr>Serialization and Deserialization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Galaxy</dc:title>
  <dc:creator>Ramisetty, Manikanta</dc:creator>
  <cp:lastModifiedBy>Ramisetty, Manikanta</cp:lastModifiedBy>
  <cp:revision>42</cp:revision>
  <dcterms:created xsi:type="dcterms:W3CDTF">2023-09-24T04:57:57Z</dcterms:created>
  <dcterms:modified xsi:type="dcterms:W3CDTF">2023-09-25T10:12:54Z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